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868" r:id="rId54"/>
    <p:sldMasterId id="2147484107" r:id="rId55"/>
    <p:sldMasterId id="2147484122" r:id="rId56"/>
    <p:sldMasterId id="2147484141" r:id="rId57"/>
    <p:sldMasterId id="2147484155" r:id="rId58"/>
    <p:sldMasterId id="2147484168" r:id="rId59"/>
    <p:sldMasterId id="2147484186" r:id="rId60"/>
  </p:sldMasterIdLst>
  <p:notesMasterIdLst>
    <p:notesMasterId r:id="rId71"/>
  </p:notesMasterIdLst>
  <p:handoutMasterIdLst>
    <p:handoutMasterId r:id="rId72"/>
  </p:handoutMasterIdLst>
  <p:sldIdLst>
    <p:sldId id="1288" r:id="rId61"/>
    <p:sldId id="1625" r:id="rId62"/>
    <p:sldId id="1637" r:id="rId63"/>
    <p:sldId id="1638" r:id="rId64"/>
    <p:sldId id="1639" r:id="rId65"/>
    <p:sldId id="1640" r:id="rId66"/>
    <p:sldId id="1641" r:id="rId67"/>
    <p:sldId id="1642" r:id="rId68"/>
    <p:sldId id="1643" r:id="rId69"/>
    <p:sldId id="1624" r:id="rId70"/>
  </p:sldIdLst>
  <p:sldSz cx="14630400" cy="8229600"/>
  <p:notesSz cx="7023100" cy="9309100"/>
  <p:defaultTextStyle>
    <a:defPPr>
      <a:defRPr lang="en-US"/>
    </a:defPPr>
    <a:lvl1pPr marL="0" algn="l" defTabSz="1096740" rtl="0" eaLnBrk="1" latinLnBrk="0" hangingPunct="1">
      <a:defRPr sz="2000" kern="1200">
        <a:solidFill>
          <a:schemeClr val="tx1"/>
        </a:solidFill>
        <a:latin typeface="+mn-lt"/>
        <a:ea typeface="+mn-ea"/>
        <a:cs typeface="+mn-cs"/>
      </a:defRPr>
    </a:lvl1pPr>
    <a:lvl2pPr marL="548374" algn="l" defTabSz="1096740" rtl="0" eaLnBrk="1" latinLnBrk="0" hangingPunct="1">
      <a:defRPr sz="2000" kern="1200">
        <a:solidFill>
          <a:schemeClr val="tx1"/>
        </a:solidFill>
        <a:latin typeface="+mn-lt"/>
        <a:ea typeface="+mn-ea"/>
        <a:cs typeface="+mn-cs"/>
      </a:defRPr>
    </a:lvl2pPr>
    <a:lvl3pPr marL="1096740" algn="l" defTabSz="1096740" rtl="0" eaLnBrk="1" latinLnBrk="0" hangingPunct="1">
      <a:defRPr sz="2000" kern="1200">
        <a:solidFill>
          <a:schemeClr val="tx1"/>
        </a:solidFill>
        <a:latin typeface="+mn-lt"/>
        <a:ea typeface="+mn-ea"/>
        <a:cs typeface="+mn-cs"/>
      </a:defRPr>
    </a:lvl3pPr>
    <a:lvl4pPr marL="1645113" algn="l" defTabSz="1096740" rtl="0" eaLnBrk="1" latinLnBrk="0" hangingPunct="1">
      <a:defRPr sz="2000" kern="1200">
        <a:solidFill>
          <a:schemeClr val="tx1"/>
        </a:solidFill>
        <a:latin typeface="+mn-lt"/>
        <a:ea typeface="+mn-ea"/>
        <a:cs typeface="+mn-cs"/>
      </a:defRPr>
    </a:lvl4pPr>
    <a:lvl5pPr marL="2193484" algn="l" defTabSz="1096740" rtl="0" eaLnBrk="1" latinLnBrk="0" hangingPunct="1">
      <a:defRPr sz="2000" kern="1200">
        <a:solidFill>
          <a:schemeClr val="tx1"/>
        </a:solidFill>
        <a:latin typeface="+mn-lt"/>
        <a:ea typeface="+mn-ea"/>
        <a:cs typeface="+mn-cs"/>
      </a:defRPr>
    </a:lvl5pPr>
    <a:lvl6pPr marL="2741856" algn="l" defTabSz="1096740" rtl="0" eaLnBrk="1" latinLnBrk="0" hangingPunct="1">
      <a:defRPr sz="2000" kern="1200">
        <a:solidFill>
          <a:schemeClr val="tx1"/>
        </a:solidFill>
        <a:latin typeface="+mn-lt"/>
        <a:ea typeface="+mn-ea"/>
        <a:cs typeface="+mn-cs"/>
      </a:defRPr>
    </a:lvl6pPr>
    <a:lvl7pPr marL="3290227" algn="l" defTabSz="1096740" rtl="0" eaLnBrk="1" latinLnBrk="0" hangingPunct="1">
      <a:defRPr sz="2000" kern="1200">
        <a:solidFill>
          <a:schemeClr val="tx1"/>
        </a:solidFill>
        <a:latin typeface="+mn-lt"/>
        <a:ea typeface="+mn-ea"/>
        <a:cs typeface="+mn-cs"/>
      </a:defRPr>
    </a:lvl7pPr>
    <a:lvl8pPr marL="3838597" algn="l" defTabSz="1096740" rtl="0" eaLnBrk="1" latinLnBrk="0" hangingPunct="1">
      <a:defRPr sz="2000" kern="1200">
        <a:solidFill>
          <a:schemeClr val="tx1"/>
        </a:solidFill>
        <a:latin typeface="+mn-lt"/>
        <a:ea typeface="+mn-ea"/>
        <a:cs typeface="+mn-cs"/>
      </a:defRPr>
    </a:lvl8pPr>
    <a:lvl9pPr marL="4386971" algn="l" defTabSz="1096740"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829">
          <p15:clr>
            <a:srgbClr val="A4A3A4"/>
          </p15:clr>
        </p15:guide>
        <p15:guide id="2" orient="horz" pos="2590">
          <p15:clr>
            <a:srgbClr val="A4A3A4"/>
          </p15:clr>
        </p15:guide>
        <p15:guide id="3" orient="horz" pos="598">
          <p15:clr>
            <a:srgbClr val="A4A3A4"/>
          </p15:clr>
        </p15:guide>
        <p15:guide id="4" pos="317">
          <p15:clr>
            <a:srgbClr val="A4A3A4"/>
          </p15:clr>
        </p15:guide>
        <p15:guide id="5" pos="8902">
          <p15:clr>
            <a:srgbClr val="A4A3A4"/>
          </p15:clr>
        </p15:guide>
        <p15:guide id="6" pos="4541">
          <p15:clr>
            <a:srgbClr val="A4A3A4"/>
          </p15:clr>
        </p15:guide>
        <p15:guide id="7" pos="4685">
          <p15:clr>
            <a:srgbClr val="A4A3A4"/>
          </p15:clr>
        </p15:guide>
        <p15:guide id="8" pos="725">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FAFA"/>
    <a:srgbClr val="DFFEFD"/>
    <a:srgbClr val="191919"/>
    <a:srgbClr val="FFFFFF"/>
    <a:srgbClr val="D7D7D7"/>
    <a:srgbClr val="D9BE1D"/>
    <a:srgbClr val="FFFFCC"/>
    <a:srgbClr val="FFFF66"/>
    <a:srgbClr val="23B5E9"/>
    <a:srgbClr val="77C1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0326" autoAdjust="0"/>
  </p:normalViewPr>
  <p:slideViewPr>
    <p:cSldViewPr snapToGrid="0" snapToObjects="1">
      <p:cViewPr varScale="1">
        <p:scale>
          <a:sx n="77" d="100"/>
          <a:sy n="77" d="100"/>
        </p:scale>
        <p:origin x="528" y="102"/>
      </p:cViewPr>
      <p:guideLst>
        <p:guide orient="horz" pos="4829"/>
        <p:guide orient="horz" pos="2590"/>
        <p:guide orient="horz" pos="598"/>
        <p:guide pos="317"/>
        <p:guide pos="8902"/>
        <p:guide pos="4541"/>
        <p:guide pos="4685"/>
        <p:guide pos="725"/>
      </p:guideLst>
    </p:cSldViewPr>
  </p:slideViewPr>
  <p:outlineViewPr>
    <p:cViewPr>
      <p:scale>
        <a:sx n="33" d="100"/>
        <a:sy n="33" d="100"/>
      </p:scale>
      <p:origin x="0" y="6540"/>
    </p:cViewPr>
  </p:outlineViewPr>
  <p:notesTextViewPr>
    <p:cViewPr>
      <p:scale>
        <a:sx n="100" d="100"/>
        <a:sy n="100" d="100"/>
      </p:scale>
      <p:origin x="0" y="0"/>
    </p:cViewPr>
  </p:notesTextViewPr>
  <p:sorterViewPr>
    <p:cViewPr>
      <p:scale>
        <a:sx n="30" d="100"/>
        <a:sy n="30" d="100"/>
      </p:scale>
      <p:origin x="0" y="0"/>
    </p:cViewPr>
  </p:sorterViewPr>
  <p:notesViewPr>
    <p:cSldViewPr snapToGrid="0" snapToObjects="1" showGuides="1">
      <p:cViewPr varScale="1">
        <p:scale>
          <a:sx n="97" d="100"/>
          <a:sy n="97" d="100"/>
        </p:scale>
        <p:origin x="-3522" y="-108"/>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slide" Target="slides/slide3.xml"/><Relationship Id="rId68" Type="http://schemas.openxmlformats.org/officeDocument/2006/relationships/slide" Target="slides/slide8.xml"/><Relationship Id="rId16" Type="http://schemas.openxmlformats.org/officeDocument/2006/relationships/customXml" Target="../customXml/item16.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customXml" Target="../customXml/item45.xml"/><Relationship Id="rId53" Type="http://schemas.openxmlformats.org/officeDocument/2006/relationships/customXml" Target="../customXml/item53.xml"/><Relationship Id="rId58" Type="http://schemas.openxmlformats.org/officeDocument/2006/relationships/slideMaster" Target="slideMasters/slideMaster5.xml"/><Relationship Id="rId66" Type="http://schemas.openxmlformats.org/officeDocument/2006/relationships/slide" Target="slides/slide6.xml"/><Relationship Id="rId74"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slide" Target="slides/slide1.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slideMaster" Target="slideMasters/slideMaster3.xml"/><Relationship Id="rId64" Type="http://schemas.openxmlformats.org/officeDocument/2006/relationships/slide" Target="slides/slide4.xml"/><Relationship Id="rId69" Type="http://schemas.openxmlformats.org/officeDocument/2006/relationships/slide" Target="slides/slide9.xml"/><Relationship Id="rId77"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Master" Target="slideMasters/slideMaster6.xml"/><Relationship Id="rId67" Type="http://schemas.openxmlformats.org/officeDocument/2006/relationships/slide" Target="slides/slide7.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Master" Target="slideMasters/slideMaster1.xml"/><Relationship Id="rId62" Type="http://schemas.openxmlformats.org/officeDocument/2006/relationships/slide" Target="slides/slide2.xml"/><Relationship Id="rId70" Type="http://schemas.openxmlformats.org/officeDocument/2006/relationships/slide" Target="slides/slide10.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slideMaster" Target="slideMasters/slideMaster4.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customXml" Target="../customXml/item52.xml"/><Relationship Id="rId60" Type="http://schemas.openxmlformats.org/officeDocument/2006/relationships/slideMaster" Target="slideMasters/slideMaster7.xml"/><Relationship Id="rId65" Type="http://schemas.openxmlformats.org/officeDocument/2006/relationships/slide" Target="slides/slide5.xml"/><Relationship Id="rId73"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slideMaster" Target="slideMasters/slideMaster2.xml"/><Relationship Id="rId76" Type="http://schemas.openxmlformats.org/officeDocument/2006/relationships/theme" Target="theme/theme1.xml"/><Relationship Id="rId7" Type="http://schemas.openxmlformats.org/officeDocument/2006/relationships/customXml" Target="../customXml/item7.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customXml" Target="../customXml/item2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06" tIns="46652" rIns="93306" bIns="46652" rtlCol="0"/>
          <a:lstStyle>
            <a:lvl1pPr algn="l">
              <a:defRPr sz="1200"/>
            </a:lvl1pPr>
          </a:lstStyle>
          <a:p>
            <a:endParaRPr lang="en-US" dirty="0">
              <a:latin typeface="Segoe UI" pitchFamily="34" charset="0"/>
            </a:endParaRPr>
          </a:p>
        </p:txBody>
      </p:sp>
      <p:sp>
        <p:nvSpPr>
          <p:cNvPr id="3" name="Date Placeholder 2"/>
          <p:cNvSpPr>
            <a:spLocks noGrp="1"/>
          </p:cNvSpPr>
          <p:nvPr>
            <p:ph type="dt" sz="quarter" idx="1"/>
          </p:nvPr>
        </p:nvSpPr>
        <p:spPr>
          <a:xfrm>
            <a:off x="3978134" y="0"/>
            <a:ext cx="3043343" cy="465455"/>
          </a:xfrm>
          <a:prstGeom prst="rect">
            <a:avLst/>
          </a:prstGeom>
        </p:spPr>
        <p:txBody>
          <a:bodyPr vert="horz" lIns="93306" tIns="46652" rIns="93306" bIns="46652" rtlCol="0"/>
          <a:lstStyle>
            <a:lvl1pPr algn="r">
              <a:defRPr sz="1200"/>
            </a:lvl1pPr>
          </a:lstStyle>
          <a:p>
            <a:fld id="{1C3F5198-D814-4F07-A84F-942E63C84983}" type="datetimeFigureOut">
              <a:rPr lang="en-US" smtClean="0">
                <a:latin typeface="Segoe UI" pitchFamily="34" charset="0"/>
              </a:rPr>
              <a:pPr/>
              <a:t>1/8/2016</a:t>
            </a:fld>
            <a:endParaRPr lang="en-US" dirty="0">
              <a:latin typeface="Segoe UI" pitchFamily="34" charset="0"/>
            </a:endParaRPr>
          </a:p>
        </p:txBody>
      </p:sp>
      <p:sp>
        <p:nvSpPr>
          <p:cNvPr id="4" name="Footer Placeholder 3"/>
          <p:cNvSpPr>
            <a:spLocks noGrp="1"/>
          </p:cNvSpPr>
          <p:nvPr>
            <p:ph type="ftr" sz="quarter" idx="2"/>
          </p:nvPr>
        </p:nvSpPr>
        <p:spPr>
          <a:xfrm>
            <a:off x="2" y="8842031"/>
            <a:ext cx="6398824" cy="465455"/>
          </a:xfrm>
          <a:prstGeom prst="rect">
            <a:avLst/>
          </a:prstGeom>
        </p:spPr>
        <p:txBody>
          <a:bodyPr vert="horz" lIns="93306" tIns="46652" rIns="93306" bIns="46652" rtlCol="0" anchor="b"/>
          <a:lstStyle>
            <a:lvl1pPr algn="l">
              <a:defRPr sz="1200"/>
            </a:lvl1pPr>
          </a:lstStyle>
          <a:p>
            <a:r>
              <a:rPr lang="en-US" sz="500" dirty="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398824" y="8842031"/>
            <a:ext cx="622650" cy="465455"/>
          </a:xfrm>
          <a:prstGeom prst="rect">
            <a:avLst/>
          </a:prstGeom>
        </p:spPr>
        <p:txBody>
          <a:bodyPr vert="horz" lIns="93306" tIns="46652" rIns="93306" bIns="46652" rtlCol="0" anchor="b"/>
          <a:lstStyle>
            <a:lvl1pPr algn="r">
              <a:defRPr sz="1200"/>
            </a:lvl1pPr>
          </a:lstStyle>
          <a:p>
            <a:fld id="{8980CB99-47E3-46F4-AAEB-3919FBEFC014}" type="slidenum">
              <a:rPr lang="en-US" smtClean="0">
                <a:latin typeface="Segoe UI" pitchFamily="34" charset="0"/>
              </a:rPr>
              <a:pPr/>
              <a:t>‹#›</a:t>
            </a:fld>
            <a:endParaRPr lang="en-US" dirty="0">
              <a:latin typeface="Segoe UI" pitchFamily="34" charset="0"/>
            </a:endParaRPr>
          </a:p>
        </p:txBody>
      </p:sp>
    </p:spTree>
    <p:extLst>
      <p:ext uri="{BB962C8B-B14F-4D97-AF65-F5344CB8AC3E}">
        <p14:creationId xmlns:p14="http://schemas.microsoft.com/office/powerpoint/2010/main" val="2829016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06" tIns="46652" rIns="93306" bIns="46652" rtlCol="0"/>
          <a:lstStyle>
            <a:lvl1pPr algn="l">
              <a:defRPr sz="1200">
                <a:latin typeface="Segoe UI" pitchFamily="34" charset="0"/>
              </a:defRPr>
            </a:lvl1pPr>
          </a:lstStyle>
          <a:p>
            <a:endParaRPr lang="en-US" dirty="0"/>
          </a:p>
        </p:txBody>
      </p:sp>
      <p:sp>
        <p:nvSpPr>
          <p:cNvPr id="3" name="Date Placeholder 2"/>
          <p:cNvSpPr>
            <a:spLocks noGrp="1"/>
          </p:cNvSpPr>
          <p:nvPr>
            <p:ph type="dt" idx="1"/>
          </p:nvPr>
        </p:nvSpPr>
        <p:spPr>
          <a:xfrm>
            <a:off x="3978134" y="0"/>
            <a:ext cx="3043343" cy="465455"/>
          </a:xfrm>
          <a:prstGeom prst="rect">
            <a:avLst/>
          </a:prstGeom>
        </p:spPr>
        <p:txBody>
          <a:bodyPr vert="horz" lIns="93306" tIns="46652" rIns="93306" bIns="46652" rtlCol="0"/>
          <a:lstStyle>
            <a:lvl1pPr algn="r">
              <a:defRPr sz="1200">
                <a:latin typeface="Segoe UI" pitchFamily="34" charset="0"/>
              </a:defRPr>
            </a:lvl1pPr>
          </a:lstStyle>
          <a:p>
            <a:fld id="{7C3FBCD4-166E-446F-AF18-7D4A0CF9AEF6}" type="datetimeFigureOut">
              <a:rPr lang="en-US" smtClean="0"/>
              <a:pPr/>
              <a:t>1/8/2016</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06" tIns="46652" rIns="93306" bIns="46652" rtlCol="0" anchor="ctr"/>
          <a:lstStyle/>
          <a:p>
            <a:endParaRPr lang="en-US" dirty="0"/>
          </a:p>
        </p:txBody>
      </p:sp>
      <p:sp>
        <p:nvSpPr>
          <p:cNvPr id="5" name="Notes Placeholder 4"/>
          <p:cNvSpPr>
            <a:spLocks noGrp="1"/>
          </p:cNvSpPr>
          <p:nvPr>
            <p:ph type="body" sz="quarter" idx="3"/>
          </p:nvPr>
        </p:nvSpPr>
        <p:spPr>
          <a:xfrm>
            <a:off x="702310" y="4421825"/>
            <a:ext cx="5618480" cy="4189095"/>
          </a:xfrm>
          <a:prstGeom prst="rect">
            <a:avLst/>
          </a:prstGeom>
        </p:spPr>
        <p:txBody>
          <a:bodyPr vert="horz" lIns="93306" tIns="46652" rIns="93306" bIns="46652"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842031"/>
            <a:ext cx="6320790" cy="465455"/>
          </a:xfrm>
          <a:prstGeom prst="rect">
            <a:avLst/>
          </a:prstGeom>
        </p:spPr>
        <p:txBody>
          <a:bodyPr vert="horz" lIns="93306" tIns="46652" rIns="93306" bIns="46652" rtlCol="0" anchor="b"/>
          <a:lstStyle>
            <a:lvl1pPr algn="l">
              <a:defRPr sz="500">
                <a:latin typeface="Segoe" pitchFamily="34" charset="0"/>
              </a:defRPr>
            </a:lvl1pPr>
          </a:lstStyle>
          <a:p>
            <a:r>
              <a:rPr lang="en-US" dirty="0" smtClean="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Segoe UI" pitchFamily="34" charset="0"/>
              </a:rPr>
            </a:br>
            <a:r>
              <a:rPr lang="en-US" dirty="0" smtClean="0">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320789" y="8842031"/>
            <a:ext cx="700685" cy="465455"/>
          </a:xfrm>
          <a:prstGeom prst="rect">
            <a:avLst/>
          </a:prstGeom>
        </p:spPr>
        <p:txBody>
          <a:bodyPr vert="horz" lIns="93306" tIns="46652" rIns="93306" bIns="46652" rtlCol="0" anchor="b"/>
          <a:lstStyle>
            <a:lvl1pPr algn="r">
              <a:defRPr sz="1200">
                <a:latin typeface="Segoe UI" pitchFamily="34" charset="0"/>
              </a:defRPr>
            </a:lvl1pPr>
          </a:lstStyle>
          <a:p>
            <a:fld id="{8B263312-38AA-4E1E-B2B5-0F8F122B24FE}" type="slidenum">
              <a:rPr lang="en-US" smtClean="0"/>
              <a:pPr/>
              <a:t>‹#›</a:t>
            </a:fld>
            <a:endParaRPr lang="en-US" dirty="0"/>
          </a:p>
        </p:txBody>
      </p:sp>
    </p:spTree>
    <p:extLst>
      <p:ext uri="{BB962C8B-B14F-4D97-AF65-F5344CB8AC3E}">
        <p14:creationId xmlns:p14="http://schemas.microsoft.com/office/powerpoint/2010/main" val="3124071592"/>
      </p:ext>
    </p:extLst>
  </p:cSld>
  <p:clrMap bg1="lt1" tx1="dk1" bg2="lt2" tx2="dk2" accent1="accent1" accent2="accent2" accent3="accent3" accent4="accent4" accent5="accent5" accent6="accent6" hlink="hlink" folHlink="folHlink"/>
  <p:notesStyle>
    <a:lvl1pPr marL="0" algn="l" defTabSz="1096740" rtl="0" eaLnBrk="1" latinLnBrk="0" hangingPunct="1">
      <a:lnSpc>
        <a:spcPct val="90000"/>
      </a:lnSpc>
      <a:spcAft>
        <a:spcPts val="400"/>
      </a:spcAft>
      <a:defRPr sz="1100" kern="1200">
        <a:solidFill>
          <a:schemeClr val="tx1"/>
        </a:solidFill>
        <a:latin typeface="Segoe UI" pitchFamily="34" charset="0"/>
        <a:ea typeface="+mn-ea"/>
        <a:cs typeface="+mn-cs"/>
      </a:defRPr>
    </a:lvl1pPr>
    <a:lvl2pPr marL="255463" indent="-12693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2pPr>
    <a:lvl3pPr marL="393506" indent="-13804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3pPr>
    <a:lvl4pPr marL="579153" indent="-176126"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4pPr>
    <a:lvl5pPr marL="737828" indent="-13804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5pPr>
    <a:lvl6pPr marL="2741856" algn="l" defTabSz="1096740" rtl="0" eaLnBrk="1" latinLnBrk="0" hangingPunct="1">
      <a:defRPr sz="1400" kern="1200">
        <a:solidFill>
          <a:schemeClr val="tx1"/>
        </a:solidFill>
        <a:latin typeface="+mn-lt"/>
        <a:ea typeface="+mn-ea"/>
        <a:cs typeface="+mn-cs"/>
      </a:defRPr>
    </a:lvl6pPr>
    <a:lvl7pPr marL="3290227" algn="l" defTabSz="1096740" rtl="0" eaLnBrk="1" latinLnBrk="0" hangingPunct="1">
      <a:defRPr sz="1400" kern="1200">
        <a:solidFill>
          <a:schemeClr val="tx1"/>
        </a:solidFill>
        <a:latin typeface="+mn-lt"/>
        <a:ea typeface="+mn-ea"/>
        <a:cs typeface="+mn-cs"/>
      </a:defRPr>
    </a:lvl7pPr>
    <a:lvl8pPr marL="3838597" algn="l" defTabSz="1096740" rtl="0" eaLnBrk="1" latinLnBrk="0" hangingPunct="1">
      <a:defRPr sz="1400" kern="1200">
        <a:solidFill>
          <a:schemeClr val="tx1"/>
        </a:solidFill>
        <a:latin typeface="+mn-lt"/>
        <a:ea typeface="+mn-ea"/>
        <a:cs typeface="+mn-cs"/>
      </a:defRPr>
    </a:lvl8pPr>
    <a:lvl9pPr marL="4386971" algn="l" defTabSz="1096740"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a:t>
            </a:fld>
            <a:endParaRPr lang="en-US" dirty="0"/>
          </a:p>
        </p:txBody>
      </p:sp>
    </p:spTree>
    <p:extLst>
      <p:ext uri="{BB962C8B-B14F-4D97-AF65-F5344CB8AC3E}">
        <p14:creationId xmlns:p14="http://schemas.microsoft.com/office/powerpoint/2010/main" val="498649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B263312-38AA-4E1E-B2B5-0F8F122B24FE}" type="slidenum">
              <a:rPr lang="en-US" smtClean="0"/>
              <a:pPr/>
              <a:t>4</a:t>
            </a:fld>
            <a:endParaRPr lang="en-US" dirty="0"/>
          </a:p>
        </p:txBody>
      </p:sp>
    </p:spTree>
    <p:extLst>
      <p:ext uri="{BB962C8B-B14F-4D97-AF65-F5344CB8AC3E}">
        <p14:creationId xmlns:p14="http://schemas.microsoft.com/office/powerpoint/2010/main" val="2740962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10</a:t>
            </a:fld>
            <a:endParaRPr lang="en-US" dirty="0"/>
          </a:p>
        </p:txBody>
      </p:sp>
    </p:spTree>
    <p:extLst>
      <p:ext uri="{BB962C8B-B14F-4D97-AF65-F5344CB8AC3E}">
        <p14:creationId xmlns:p14="http://schemas.microsoft.com/office/powerpoint/2010/main" val="385839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4.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Master" Target="../slideMasters/slideMaster2.xml"/><Relationship Id="rId6" Type="http://schemas.microsoft.com/office/2007/relationships/hdphoto" Target="../media/hdphoto6.wdp"/><Relationship Id="rId5" Type="http://schemas.openxmlformats.org/officeDocument/2006/relationships/image" Target="../media/image8.png"/><Relationship Id="rId4" Type="http://schemas.microsoft.com/office/2007/relationships/hdphoto" Target="../media/hdphoto5.wdp"/></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3.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4.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5.xml"/><Relationship Id="rId4" Type="http://schemas.microsoft.com/office/2007/relationships/hdphoto" Target="../media/hdphoto7.wdp"/></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Master" Target="../slideMasters/slideMaster5.xml"/><Relationship Id="rId6" Type="http://schemas.microsoft.com/office/2007/relationships/hdphoto" Target="../media/hdphoto6.wdp"/><Relationship Id="rId5" Type="http://schemas.openxmlformats.org/officeDocument/2006/relationships/image" Target="../media/image8.png"/><Relationship Id="rId4" Type="http://schemas.microsoft.com/office/2007/relationships/hdphoto" Target="../media/hdphoto5.wdp"/></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6.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7.xml"/><Relationship Id="rId4"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smtClean="0"/>
              <a:t>Click to edit Master text styles</a:t>
            </a:r>
          </a:p>
          <a:p>
            <a:pPr lvl="1"/>
            <a:r>
              <a:rPr lang="en-US" dirty="0" smtClean="0"/>
              <a:t>Second level</a:t>
            </a:r>
          </a:p>
        </p:txBody>
      </p:sp>
    </p:spTree>
    <p:extLst>
      <p:ext uri="{BB962C8B-B14F-4D97-AF65-F5344CB8AC3E}">
        <p14:creationId xmlns:p14="http://schemas.microsoft.com/office/powerpoint/2010/main" val="3939713644"/>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86350105"/>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23104"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72214407"/>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275186533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0522930"/>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3131550"/>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99" tIns="91401" rIns="182799" bIns="91401"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1543043790"/>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85" y="1693129"/>
            <a:ext cx="12294260" cy="1828198"/>
          </a:xfrm>
        </p:spPr>
        <p:txBody>
          <a:bodyPr>
            <a:noAutofit/>
          </a:bodyPr>
          <a:lstStyle>
            <a:lvl1pPr>
              <a:lnSpc>
                <a:spcPct val="90000"/>
              </a:lnSpc>
              <a:defRPr sz="7000"/>
            </a:lvl1pPr>
          </a:lstStyle>
          <a:p>
            <a:r>
              <a:rPr lang="en-US" smtClean="0"/>
              <a:t>Click to edit Master title style</a:t>
            </a:r>
            <a:endParaRPr lang="en-US" dirty="0"/>
          </a:p>
        </p:txBody>
      </p:sp>
      <p:sp>
        <p:nvSpPr>
          <p:cNvPr id="13" name="Subtitle 2"/>
          <p:cNvSpPr>
            <a:spLocks noGrp="1"/>
          </p:cNvSpPr>
          <p:nvPr>
            <p:ph type="subTitle" idx="1"/>
          </p:nvPr>
        </p:nvSpPr>
        <p:spPr>
          <a:xfrm>
            <a:off x="1163327" y="4114810"/>
            <a:ext cx="12294262"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041" indent="0" algn="ctr">
              <a:buNone/>
              <a:defRPr>
                <a:solidFill>
                  <a:schemeClr val="tx1">
                    <a:tint val="75000"/>
                  </a:schemeClr>
                </a:solidFill>
              </a:defRPr>
            </a:lvl2pPr>
            <a:lvl3pPr marL="1462080" indent="0" algn="ctr">
              <a:buNone/>
              <a:defRPr>
                <a:solidFill>
                  <a:schemeClr val="tx1">
                    <a:tint val="75000"/>
                  </a:schemeClr>
                </a:solidFill>
              </a:defRPr>
            </a:lvl3pPr>
            <a:lvl4pPr marL="2193118" indent="0" algn="ctr">
              <a:buNone/>
              <a:defRPr>
                <a:solidFill>
                  <a:schemeClr val="tx1">
                    <a:tint val="75000"/>
                  </a:schemeClr>
                </a:solidFill>
              </a:defRPr>
            </a:lvl4pPr>
            <a:lvl5pPr marL="2924159" indent="0" algn="ctr">
              <a:buNone/>
              <a:defRPr>
                <a:solidFill>
                  <a:schemeClr val="tx1">
                    <a:tint val="75000"/>
                  </a:schemeClr>
                </a:solidFill>
              </a:defRPr>
            </a:lvl5pPr>
            <a:lvl6pPr marL="3655201" indent="0" algn="ctr">
              <a:buNone/>
              <a:defRPr>
                <a:solidFill>
                  <a:schemeClr val="tx1">
                    <a:tint val="75000"/>
                  </a:schemeClr>
                </a:solidFill>
              </a:defRPr>
            </a:lvl6pPr>
            <a:lvl7pPr marL="4386234" indent="0" algn="ctr">
              <a:buNone/>
              <a:defRPr>
                <a:solidFill>
                  <a:schemeClr val="tx1">
                    <a:tint val="75000"/>
                  </a:schemeClr>
                </a:solidFill>
              </a:defRPr>
            </a:lvl7pPr>
            <a:lvl8pPr marL="5117277" indent="0" algn="ctr">
              <a:buNone/>
              <a:defRPr>
                <a:solidFill>
                  <a:schemeClr val="tx1">
                    <a:tint val="75000"/>
                  </a:schemeClr>
                </a:solidFill>
              </a:defRPr>
            </a:lvl8pPr>
            <a:lvl9pPr marL="5848317"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2793152584"/>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6865" y="1438276"/>
            <a:ext cx="6701630" cy="1632446"/>
          </a:xfrm>
        </p:spPr>
        <p:txBody>
          <a:bodyPr/>
          <a:lstStyle>
            <a:lvl1pPr marL="407760" indent="-407760">
              <a:lnSpc>
                <a:spcPct val="90000"/>
              </a:lnSpc>
              <a:defRPr sz="2400"/>
            </a:lvl1pPr>
            <a:lvl2pPr marL="807591" indent="-390309">
              <a:lnSpc>
                <a:spcPct val="90000"/>
              </a:lnSpc>
              <a:defRPr sz="2200"/>
            </a:lvl2pPr>
            <a:lvl3pPr marL="1143955" indent="-345883">
              <a:lnSpc>
                <a:spcPct val="90000"/>
              </a:lnSpc>
              <a:defRPr sz="1900"/>
            </a:lvl3pPr>
            <a:lvl4pPr marL="1472384" indent="-328431">
              <a:lnSpc>
                <a:spcPct val="90000"/>
              </a:lnSpc>
              <a:defRPr sz="1800"/>
            </a:lvl4pPr>
            <a:lvl5pPr marL="1818267" indent="-336361">
              <a:lnSpc>
                <a:spcPct val="90000"/>
              </a:lnSpc>
              <a:defRPr sz="18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420003" y="1438276"/>
            <a:ext cx="6768323" cy="1632446"/>
          </a:xfrm>
        </p:spPr>
        <p:txBody>
          <a:bodyPr/>
          <a:lstStyle>
            <a:lvl1pPr marL="417278" indent="-417278">
              <a:lnSpc>
                <a:spcPct val="90000"/>
              </a:lnSpc>
              <a:defRPr sz="2400"/>
            </a:lvl1pPr>
            <a:lvl2pPr marL="807591" indent="-407760">
              <a:lnSpc>
                <a:spcPct val="90000"/>
              </a:lnSpc>
              <a:defRPr sz="2200"/>
            </a:lvl2pPr>
            <a:lvl3pPr marL="1153473" indent="-363335">
              <a:lnSpc>
                <a:spcPct val="90000"/>
              </a:lnSpc>
              <a:defRPr sz="1900"/>
            </a:lvl3pPr>
            <a:lvl4pPr marL="1472384" indent="-318912">
              <a:lnSpc>
                <a:spcPct val="90000"/>
              </a:lnSpc>
              <a:defRPr sz="1800"/>
            </a:lvl4pPr>
            <a:lvl5pPr marL="1818267" indent="-328431">
              <a:lnSpc>
                <a:spcPct val="90000"/>
              </a:lnSpc>
              <a:defRPr sz="18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8" y="7613938"/>
            <a:ext cx="1646349" cy="524227"/>
          </a:xfrm>
          <a:prstGeom prst="rect">
            <a:avLst/>
          </a:prstGeom>
        </p:spPr>
      </p:pic>
    </p:spTree>
    <p:extLst>
      <p:ext uri="{BB962C8B-B14F-4D97-AF65-F5344CB8AC3E}">
        <p14:creationId xmlns:p14="http://schemas.microsoft.com/office/powerpoint/2010/main" val="1560734986"/>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390789139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623097" y="1737359"/>
            <a:ext cx="13382301" cy="1135696"/>
          </a:xfrm>
        </p:spPr>
        <p:txBody>
          <a:bodyPr/>
          <a:lstStyle>
            <a:lvl1pPr marL="3810" indent="0">
              <a:spcBef>
                <a:spcPts val="0"/>
              </a:spcBef>
              <a:spcAft>
                <a:spcPts val="1080"/>
              </a:spcAft>
              <a:buSzPct val="80000"/>
              <a:buFont typeface="Arial" pitchFamily="34" charset="0"/>
              <a:buNone/>
              <a:defRPr sz="4800" spc="-120" baseline="0">
                <a:gradFill>
                  <a:gsLst>
                    <a:gs pos="0">
                      <a:srgbClr val="595959"/>
                    </a:gs>
                    <a:gs pos="86000">
                      <a:srgbClr val="595959"/>
                    </a:gs>
                  </a:gsLst>
                  <a:lin ang="5400000" scaled="0"/>
                </a:gradFill>
                <a:latin typeface="Segoe UI Light" pitchFamily="34" charset="0"/>
              </a:defRPr>
            </a:lvl1pPr>
            <a:lvl2pPr marL="3810" indent="0">
              <a:spcBef>
                <a:spcPts val="0"/>
              </a:spcBef>
              <a:buSzPct val="80000"/>
              <a:buFont typeface="Arial" pitchFamily="34" charset="0"/>
              <a:buNone/>
              <a:defRPr sz="2400" spc="-60" baseline="0">
                <a:gradFill>
                  <a:gsLst>
                    <a:gs pos="0">
                      <a:srgbClr val="595959"/>
                    </a:gs>
                    <a:gs pos="86000">
                      <a:srgbClr val="595959"/>
                    </a:gs>
                  </a:gsLst>
                  <a:lin ang="5400000" scaled="0"/>
                </a:gradFill>
              </a:defRPr>
            </a:lvl2pPr>
            <a:lvl3pPr marL="1510666" indent="-48387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925956" indent="-41529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2329816" indent="-40386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smtClean="0"/>
              <a:t>Click to edit Master text styles</a:t>
            </a:r>
          </a:p>
          <a:p>
            <a:pPr lvl="1"/>
            <a:r>
              <a:rPr lang="en-US" dirty="0"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622564" y="7647056"/>
            <a:ext cx="2018831" cy="234601"/>
          </a:xfrm>
          <a:prstGeom prst="rect">
            <a:avLst/>
          </a:prstGeom>
        </p:spPr>
      </p:pic>
    </p:spTree>
    <p:extLst>
      <p:ext uri="{BB962C8B-B14F-4D97-AF65-F5344CB8AC3E}">
        <p14:creationId xmlns:p14="http://schemas.microsoft.com/office/powerpoint/2010/main" val="96885253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Accent Color 2">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5420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2"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smtClean="0"/>
              <a:t>Click to edit Master text styles</a:t>
            </a:r>
          </a:p>
          <a:p>
            <a:pPr lvl="1"/>
            <a:r>
              <a:rPr lang="en-US" dirty="0" smtClean="0"/>
              <a:t>Second level</a:t>
            </a:r>
          </a:p>
        </p:txBody>
      </p:sp>
    </p:spTree>
    <p:extLst>
      <p:ext uri="{BB962C8B-B14F-4D97-AF65-F5344CB8AC3E}">
        <p14:creationId xmlns:p14="http://schemas.microsoft.com/office/powerpoint/2010/main" val="4290780048"/>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2" y="1737363"/>
            <a:ext cx="13382301" cy="240527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3235894"/>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23102" y="1737363"/>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1520869"/>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481314998"/>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871500"/>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99894625"/>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819" tIns="91408" rIns="182819" bIns="91408"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4003874833"/>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8" y="274322"/>
            <a:ext cx="13382301" cy="897476"/>
          </a:xfrm>
        </p:spPr>
        <p:txBody>
          <a:bodyPr/>
          <a:lstStyle>
            <a:lvl1pPr>
              <a:defRPr sz="65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623098" y="1737359"/>
            <a:ext cx="13382301" cy="1249060"/>
          </a:xfrm>
        </p:spPr>
        <p:txBody>
          <a:bodyPr/>
          <a:lstStyle>
            <a:lvl1pPr marL="3811" indent="0">
              <a:spcBef>
                <a:spcPts val="0"/>
              </a:spcBef>
              <a:spcAft>
                <a:spcPts val="1080"/>
              </a:spcAft>
              <a:buSzPct val="80000"/>
              <a:buFont typeface="Arial" pitchFamily="34" charset="0"/>
              <a:buNone/>
              <a:defRPr sz="4800" spc="-120" baseline="0">
                <a:gradFill>
                  <a:gsLst>
                    <a:gs pos="0">
                      <a:srgbClr val="595959"/>
                    </a:gs>
                    <a:gs pos="86000">
                      <a:srgbClr val="595959"/>
                    </a:gs>
                  </a:gsLst>
                  <a:lin ang="5400000" scaled="0"/>
                </a:gradFill>
                <a:latin typeface="Segoe UI Light" pitchFamily="34" charset="0"/>
              </a:defRPr>
            </a:lvl1pPr>
            <a:lvl2pPr marL="3811" indent="0">
              <a:spcBef>
                <a:spcPts val="0"/>
              </a:spcBef>
              <a:buSzPct val="80000"/>
              <a:buFont typeface="Arial" pitchFamily="34" charset="0"/>
              <a:buNone/>
              <a:defRPr sz="2400" spc="-60" baseline="0">
                <a:gradFill>
                  <a:gsLst>
                    <a:gs pos="0">
                      <a:srgbClr val="595959"/>
                    </a:gs>
                    <a:gs pos="86000">
                      <a:srgbClr val="595959"/>
                    </a:gs>
                  </a:gsLst>
                  <a:lin ang="5400000" scaled="0"/>
                </a:gradFill>
              </a:defRPr>
            </a:lvl2pPr>
            <a:lvl3pPr marL="1510746" indent="-483897">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926058" indent="-415312">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2329940" indent="-403882">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smtClean="0"/>
              <a:t>Click to edit Master text styles</a:t>
            </a:r>
          </a:p>
          <a:p>
            <a:pPr lvl="1"/>
            <a:r>
              <a:rPr lang="en-US" dirty="0"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622565" y="7647057"/>
            <a:ext cx="2018831" cy="234601"/>
          </a:xfrm>
          <a:prstGeom prst="rect">
            <a:avLst/>
          </a:prstGeom>
        </p:spPr>
      </p:pic>
    </p:spTree>
    <p:extLst>
      <p:ext uri="{BB962C8B-B14F-4D97-AF65-F5344CB8AC3E}">
        <p14:creationId xmlns:p14="http://schemas.microsoft.com/office/powerpoint/2010/main" val="1969810489"/>
      </p:ext>
    </p:extLst>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smtClean="0"/>
              <a:t>Click to edit Master text styles</a:t>
            </a:r>
          </a:p>
          <a:p>
            <a:pPr lvl="1"/>
            <a:r>
              <a:rPr lang="en-US" dirty="0" smtClean="0"/>
              <a:t>Second level</a:t>
            </a:r>
          </a:p>
        </p:txBody>
      </p:sp>
    </p:spTree>
    <p:extLst>
      <p:ext uri="{BB962C8B-B14F-4D97-AF65-F5344CB8AC3E}">
        <p14:creationId xmlns:p14="http://schemas.microsoft.com/office/powerpoint/2010/main" val="345693396"/>
      </p:ext>
    </p:extLst>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2365066"/>
      </p:ext>
    </p:extLst>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6"/>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615477" y="5212148"/>
            <a:ext cx="9018714"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647"/>
            <a:ext cx="1915282" cy="322040"/>
          </a:xfrm>
          <a:prstGeom prst="rect">
            <a:avLst/>
          </a:prstGeom>
          <a:noFill/>
          <a:ln>
            <a:noFill/>
          </a:ln>
        </p:spPr>
      </p:pic>
      <p:pic>
        <p:nvPicPr>
          <p:cNvPr id="7" name="Picture 6"/>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099" y="274322"/>
            <a:ext cx="2998173" cy="348406"/>
          </a:xfrm>
          <a:prstGeom prst="rect">
            <a:avLst/>
          </a:prstGeom>
        </p:spPr>
      </p:pic>
    </p:spTree>
    <p:extLst>
      <p:ext uri="{BB962C8B-B14F-4D97-AF65-F5344CB8AC3E}">
        <p14:creationId xmlns:p14="http://schemas.microsoft.com/office/powerpoint/2010/main" val="175376436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2_Title Slide 3">
    <p:bg>
      <p:bgPr>
        <a:solidFill>
          <a:schemeClr val="bg1"/>
        </a:solidFill>
        <a:effectLst/>
      </p:bgPr>
    </p:bg>
    <p:spTree>
      <p:nvGrpSpPr>
        <p:cNvPr id="1" name=""/>
        <p:cNvGrpSpPr/>
        <p:nvPr/>
      </p:nvGrpSpPr>
      <p:grpSpPr>
        <a:xfrm>
          <a:off x="0" y="0"/>
          <a:ext cx="0" cy="0"/>
          <a:chOff x="0" y="0"/>
          <a:chExt cx="0" cy="0"/>
        </a:xfrm>
      </p:grpSpPr>
      <p:grpSp>
        <p:nvGrpSpPr>
          <p:cNvPr id="8" name="Group 7"/>
          <p:cNvGrpSpPr/>
          <p:nvPr/>
        </p:nvGrpSpPr>
        <p:grpSpPr>
          <a:xfrm>
            <a:off x="12888084" y="515391"/>
            <a:ext cx="1299463" cy="214946"/>
            <a:chOff x="3602038" y="1063626"/>
            <a:chExt cx="4365626" cy="722312"/>
          </a:xfrm>
        </p:grpSpPr>
        <p:sp>
          <p:nvSpPr>
            <p:cNvPr id="9" name="Freeform 8"/>
            <p:cNvSpPr>
              <a:spLocks/>
            </p:cNvSpPr>
            <p:nvPr/>
          </p:nvSpPr>
          <p:spPr bwMode="auto">
            <a:xfrm>
              <a:off x="3602038" y="1074738"/>
              <a:ext cx="884238" cy="679450"/>
            </a:xfrm>
            <a:custGeom>
              <a:avLst/>
              <a:gdLst>
                <a:gd name="T0" fmla="*/ 0 w 557"/>
                <a:gd name="T1" fmla="*/ 428 h 428"/>
                <a:gd name="T2" fmla="*/ 93 w 557"/>
                <a:gd name="T3" fmla="*/ 0 h 428"/>
                <a:gd name="T4" fmla="*/ 265 w 557"/>
                <a:gd name="T5" fmla="*/ 0 h 428"/>
                <a:gd name="T6" fmla="*/ 273 w 557"/>
                <a:gd name="T7" fmla="*/ 238 h 428"/>
                <a:gd name="T8" fmla="*/ 385 w 557"/>
                <a:gd name="T9" fmla="*/ 0 h 428"/>
                <a:gd name="T10" fmla="*/ 557 w 557"/>
                <a:gd name="T11" fmla="*/ 0 h 428"/>
                <a:gd name="T12" fmla="*/ 459 w 557"/>
                <a:gd name="T13" fmla="*/ 428 h 428"/>
                <a:gd name="T14" fmla="*/ 339 w 557"/>
                <a:gd name="T15" fmla="*/ 428 h 428"/>
                <a:gd name="T16" fmla="*/ 389 w 557"/>
                <a:gd name="T17" fmla="*/ 199 h 428"/>
                <a:gd name="T18" fmla="*/ 273 w 557"/>
                <a:gd name="T19" fmla="*/ 428 h 428"/>
                <a:gd name="T20" fmla="*/ 187 w 557"/>
                <a:gd name="T21" fmla="*/ 428 h 428"/>
                <a:gd name="T22" fmla="*/ 179 w 557"/>
                <a:gd name="T23" fmla="*/ 199 h 428"/>
                <a:gd name="T24" fmla="*/ 125 w 557"/>
                <a:gd name="T25" fmla="*/ 428 h 428"/>
                <a:gd name="T26" fmla="*/ 0 w 557"/>
                <a:gd name="T27" fmla="*/ 428 h 428"/>
                <a:gd name="T28" fmla="*/ 0 w 557"/>
                <a:gd name="T29" fmla="*/ 42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7" h="428">
                  <a:moveTo>
                    <a:pt x="0" y="428"/>
                  </a:moveTo>
                  <a:lnTo>
                    <a:pt x="93" y="0"/>
                  </a:lnTo>
                  <a:lnTo>
                    <a:pt x="265" y="0"/>
                  </a:lnTo>
                  <a:lnTo>
                    <a:pt x="273" y="238"/>
                  </a:lnTo>
                  <a:lnTo>
                    <a:pt x="385" y="0"/>
                  </a:lnTo>
                  <a:lnTo>
                    <a:pt x="557" y="0"/>
                  </a:lnTo>
                  <a:lnTo>
                    <a:pt x="459" y="428"/>
                  </a:lnTo>
                  <a:lnTo>
                    <a:pt x="339" y="428"/>
                  </a:lnTo>
                  <a:lnTo>
                    <a:pt x="389" y="199"/>
                  </a:lnTo>
                  <a:lnTo>
                    <a:pt x="273" y="428"/>
                  </a:lnTo>
                  <a:lnTo>
                    <a:pt x="187" y="428"/>
                  </a:lnTo>
                  <a:lnTo>
                    <a:pt x="179" y="199"/>
                  </a:lnTo>
                  <a:lnTo>
                    <a:pt x="125" y="428"/>
                  </a:lnTo>
                  <a:lnTo>
                    <a:pt x="0" y="428"/>
                  </a:lnTo>
                  <a:lnTo>
                    <a:pt x="0" y="428"/>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0" name="Freeform 9"/>
            <p:cNvSpPr>
              <a:spLocks/>
            </p:cNvSpPr>
            <p:nvPr/>
          </p:nvSpPr>
          <p:spPr bwMode="auto">
            <a:xfrm>
              <a:off x="4510088" y="1074738"/>
              <a:ext cx="204788" cy="111125"/>
            </a:xfrm>
            <a:custGeom>
              <a:avLst/>
              <a:gdLst>
                <a:gd name="T0" fmla="*/ 0 w 129"/>
                <a:gd name="T1" fmla="*/ 70 h 70"/>
                <a:gd name="T2" fmla="*/ 113 w 129"/>
                <a:gd name="T3" fmla="*/ 70 h 70"/>
                <a:gd name="T4" fmla="*/ 129 w 129"/>
                <a:gd name="T5" fmla="*/ 0 h 70"/>
                <a:gd name="T6" fmla="*/ 16 w 129"/>
                <a:gd name="T7" fmla="*/ 0 h 70"/>
                <a:gd name="T8" fmla="*/ 0 w 129"/>
                <a:gd name="T9" fmla="*/ 70 h 70"/>
                <a:gd name="T10" fmla="*/ 0 w 129"/>
                <a:gd name="T11" fmla="*/ 70 h 70"/>
              </a:gdLst>
              <a:ahLst/>
              <a:cxnLst>
                <a:cxn ang="0">
                  <a:pos x="T0" y="T1"/>
                </a:cxn>
                <a:cxn ang="0">
                  <a:pos x="T2" y="T3"/>
                </a:cxn>
                <a:cxn ang="0">
                  <a:pos x="T4" y="T5"/>
                </a:cxn>
                <a:cxn ang="0">
                  <a:pos x="T6" y="T7"/>
                </a:cxn>
                <a:cxn ang="0">
                  <a:pos x="T8" y="T9"/>
                </a:cxn>
                <a:cxn ang="0">
                  <a:pos x="T10" y="T11"/>
                </a:cxn>
              </a:cxnLst>
              <a:rect l="0" t="0" r="r" b="b"/>
              <a:pathLst>
                <a:path w="129" h="70">
                  <a:moveTo>
                    <a:pt x="0" y="70"/>
                  </a:moveTo>
                  <a:lnTo>
                    <a:pt x="113" y="70"/>
                  </a:lnTo>
                  <a:lnTo>
                    <a:pt x="129" y="0"/>
                  </a:lnTo>
                  <a:lnTo>
                    <a:pt x="16" y="0"/>
                  </a:lnTo>
                  <a:lnTo>
                    <a:pt x="0" y="70"/>
                  </a:lnTo>
                  <a:lnTo>
                    <a:pt x="0" y="70"/>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1" name="Freeform 10"/>
            <p:cNvSpPr>
              <a:spLocks/>
            </p:cNvSpPr>
            <p:nvPr/>
          </p:nvSpPr>
          <p:spPr bwMode="auto">
            <a:xfrm>
              <a:off x="4381501" y="1247776"/>
              <a:ext cx="296863" cy="506413"/>
            </a:xfrm>
            <a:custGeom>
              <a:avLst/>
              <a:gdLst>
                <a:gd name="T0" fmla="*/ 116 w 187"/>
                <a:gd name="T1" fmla="*/ 319 h 319"/>
                <a:gd name="T2" fmla="*/ 0 w 187"/>
                <a:gd name="T3" fmla="*/ 319 h 319"/>
                <a:gd name="T4" fmla="*/ 70 w 187"/>
                <a:gd name="T5" fmla="*/ 0 h 319"/>
                <a:gd name="T6" fmla="*/ 187 w 187"/>
                <a:gd name="T7" fmla="*/ 0 h 319"/>
                <a:gd name="T8" fmla="*/ 116 w 187"/>
                <a:gd name="T9" fmla="*/ 319 h 319"/>
                <a:gd name="T10" fmla="*/ 116 w 187"/>
                <a:gd name="T11" fmla="*/ 319 h 319"/>
              </a:gdLst>
              <a:ahLst/>
              <a:cxnLst>
                <a:cxn ang="0">
                  <a:pos x="T0" y="T1"/>
                </a:cxn>
                <a:cxn ang="0">
                  <a:pos x="T2" y="T3"/>
                </a:cxn>
                <a:cxn ang="0">
                  <a:pos x="T4" y="T5"/>
                </a:cxn>
                <a:cxn ang="0">
                  <a:pos x="T6" y="T7"/>
                </a:cxn>
                <a:cxn ang="0">
                  <a:pos x="T8" y="T9"/>
                </a:cxn>
                <a:cxn ang="0">
                  <a:pos x="T10" y="T11"/>
                </a:cxn>
              </a:cxnLst>
              <a:rect l="0" t="0" r="r" b="b"/>
              <a:pathLst>
                <a:path w="187" h="319">
                  <a:moveTo>
                    <a:pt x="116" y="319"/>
                  </a:moveTo>
                  <a:lnTo>
                    <a:pt x="0" y="319"/>
                  </a:lnTo>
                  <a:lnTo>
                    <a:pt x="70" y="0"/>
                  </a:lnTo>
                  <a:lnTo>
                    <a:pt x="187" y="0"/>
                  </a:lnTo>
                  <a:lnTo>
                    <a:pt x="116" y="319"/>
                  </a:lnTo>
                  <a:lnTo>
                    <a:pt x="116" y="319"/>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2" name="Freeform 11"/>
            <p:cNvSpPr>
              <a:spLocks/>
            </p:cNvSpPr>
            <p:nvPr/>
          </p:nvSpPr>
          <p:spPr bwMode="auto">
            <a:xfrm>
              <a:off x="5148263" y="1241426"/>
              <a:ext cx="431800" cy="512763"/>
            </a:xfrm>
            <a:custGeom>
              <a:avLst/>
              <a:gdLst>
                <a:gd name="T0" fmla="*/ 19 w 70"/>
                <a:gd name="T1" fmla="*/ 1 h 83"/>
                <a:gd name="T2" fmla="*/ 45 w 70"/>
                <a:gd name="T3" fmla="*/ 1 h 83"/>
                <a:gd name="T4" fmla="*/ 43 w 70"/>
                <a:gd name="T5" fmla="*/ 12 h 83"/>
                <a:gd name="T6" fmla="*/ 56 w 70"/>
                <a:gd name="T7" fmla="*/ 2 h 83"/>
                <a:gd name="T8" fmla="*/ 70 w 70"/>
                <a:gd name="T9" fmla="*/ 0 h 83"/>
                <a:gd name="T10" fmla="*/ 64 w 70"/>
                <a:gd name="T11" fmla="*/ 27 h 83"/>
                <a:gd name="T12" fmla="*/ 35 w 70"/>
                <a:gd name="T13" fmla="*/ 54 h 83"/>
                <a:gd name="T14" fmla="*/ 28 w 70"/>
                <a:gd name="T15" fmla="*/ 83 h 83"/>
                <a:gd name="T16" fmla="*/ 0 w 70"/>
                <a:gd name="T17" fmla="*/ 83 h 83"/>
                <a:gd name="T18" fmla="*/ 19 w 70"/>
                <a:gd name="T19"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83">
                  <a:moveTo>
                    <a:pt x="19" y="1"/>
                  </a:moveTo>
                  <a:cubicBezTo>
                    <a:pt x="45" y="1"/>
                    <a:pt x="45" y="1"/>
                    <a:pt x="45" y="1"/>
                  </a:cubicBezTo>
                  <a:cubicBezTo>
                    <a:pt x="43" y="12"/>
                    <a:pt x="43" y="12"/>
                    <a:pt x="43" y="12"/>
                  </a:cubicBezTo>
                  <a:cubicBezTo>
                    <a:pt x="46" y="7"/>
                    <a:pt x="51" y="4"/>
                    <a:pt x="56" y="2"/>
                  </a:cubicBezTo>
                  <a:cubicBezTo>
                    <a:pt x="61" y="1"/>
                    <a:pt x="65" y="0"/>
                    <a:pt x="70" y="0"/>
                  </a:cubicBezTo>
                  <a:cubicBezTo>
                    <a:pt x="64" y="27"/>
                    <a:pt x="64" y="27"/>
                    <a:pt x="64" y="27"/>
                  </a:cubicBezTo>
                  <a:cubicBezTo>
                    <a:pt x="62" y="27"/>
                    <a:pt x="41" y="23"/>
                    <a:pt x="35" y="54"/>
                  </a:cubicBezTo>
                  <a:cubicBezTo>
                    <a:pt x="28" y="83"/>
                    <a:pt x="28" y="83"/>
                    <a:pt x="28" y="83"/>
                  </a:cubicBezTo>
                  <a:cubicBezTo>
                    <a:pt x="0" y="83"/>
                    <a:pt x="0" y="83"/>
                    <a:pt x="0" y="83"/>
                  </a:cubicBezTo>
                  <a:cubicBezTo>
                    <a:pt x="19" y="1"/>
                    <a:pt x="19" y="1"/>
                    <a:pt x="19" y="1"/>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3" name="Freeform 12"/>
            <p:cNvSpPr>
              <a:spLocks/>
            </p:cNvSpPr>
            <p:nvPr/>
          </p:nvSpPr>
          <p:spPr bwMode="auto">
            <a:xfrm>
              <a:off x="4510088" y="1217613"/>
              <a:ext cx="700088" cy="555625"/>
            </a:xfrm>
            <a:custGeom>
              <a:avLst/>
              <a:gdLst>
                <a:gd name="T0" fmla="*/ 106 w 113"/>
                <a:gd name="T1" fmla="*/ 57 h 90"/>
                <a:gd name="T2" fmla="*/ 56 w 113"/>
                <a:gd name="T3" fmla="*/ 90 h 90"/>
                <a:gd name="T4" fmla="*/ 77 w 113"/>
                <a:gd name="T5" fmla="*/ 3 h 90"/>
                <a:gd name="T6" fmla="*/ 111 w 113"/>
                <a:gd name="T7" fmla="*/ 36 h 90"/>
                <a:gd name="T8" fmla="*/ 80 w 113"/>
                <a:gd name="T9" fmla="*/ 36 h 90"/>
                <a:gd name="T10" fmla="*/ 72 w 113"/>
                <a:gd name="T11" fmla="*/ 23 h 90"/>
                <a:gd name="T12" fmla="*/ 61 w 113"/>
                <a:gd name="T13" fmla="*/ 69 h 90"/>
                <a:gd name="T14" fmla="*/ 75 w 113"/>
                <a:gd name="T15" fmla="*/ 57 h 90"/>
                <a:gd name="T16" fmla="*/ 106 w 113"/>
                <a:gd name="T17" fmla="*/ 5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90">
                  <a:moveTo>
                    <a:pt x="106" y="57"/>
                  </a:moveTo>
                  <a:cubicBezTo>
                    <a:pt x="106" y="58"/>
                    <a:pt x="97" y="90"/>
                    <a:pt x="56" y="90"/>
                  </a:cubicBezTo>
                  <a:cubicBezTo>
                    <a:pt x="0" y="88"/>
                    <a:pt x="15" y="0"/>
                    <a:pt x="77" y="3"/>
                  </a:cubicBezTo>
                  <a:cubicBezTo>
                    <a:pt x="113" y="5"/>
                    <a:pt x="111" y="35"/>
                    <a:pt x="111" y="36"/>
                  </a:cubicBezTo>
                  <a:cubicBezTo>
                    <a:pt x="80" y="36"/>
                    <a:pt x="80" y="36"/>
                    <a:pt x="80" y="36"/>
                  </a:cubicBezTo>
                  <a:cubicBezTo>
                    <a:pt x="80" y="35"/>
                    <a:pt x="81" y="22"/>
                    <a:pt x="72" y="23"/>
                  </a:cubicBezTo>
                  <a:cubicBezTo>
                    <a:pt x="54" y="23"/>
                    <a:pt x="41" y="68"/>
                    <a:pt x="61" y="69"/>
                  </a:cubicBezTo>
                  <a:cubicBezTo>
                    <a:pt x="70" y="69"/>
                    <a:pt x="74" y="58"/>
                    <a:pt x="75" y="57"/>
                  </a:cubicBezTo>
                  <a:cubicBezTo>
                    <a:pt x="106" y="57"/>
                    <a:pt x="106" y="57"/>
                    <a:pt x="106" y="5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4" name="Freeform 13"/>
            <p:cNvSpPr>
              <a:spLocks noEditPoints="1"/>
            </p:cNvSpPr>
            <p:nvPr/>
          </p:nvSpPr>
          <p:spPr bwMode="auto">
            <a:xfrm>
              <a:off x="6427788" y="1211263"/>
              <a:ext cx="846138" cy="574675"/>
            </a:xfrm>
            <a:custGeom>
              <a:avLst/>
              <a:gdLst>
                <a:gd name="T0" fmla="*/ 60 w 137"/>
                <a:gd name="T1" fmla="*/ 91 h 93"/>
                <a:gd name="T2" fmla="*/ 79 w 137"/>
                <a:gd name="T3" fmla="*/ 3 h 93"/>
                <a:gd name="T4" fmla="*/ 60 w 137"/>
                <a:gd name="T5" fmla="*/ 91 h 93"/>
                <a:gd name="T6" fmla="*/ 77 w 137"/>
                <a:gd name="T7" fmla="*/ 22 h 93"/>
                <a:gd name="T8" fmla="*/ 61 w 137"/>
                <a:gd name="T9" fmla="*/ 70 h 93"/>
                <a:gd name="T10" fmla="*/ 77 w 137"/>
                <a:gd name="T11" fmla="*/ 22 h 93"/>
              </a:gdLst>
              <a:ahLst/>
              <a:cxnLst>
                <a:cxn ang="0">
                  <a:pos x="T0" y="T1"/>
                </a:cxn>
                <a:cxn ang="0">
                  <a:pos x="T2" y="T3"/>
                </a:cxn>
                <a:cxn ang="0">
                  <a:pos x="T4" y="T5"/>
                </a:cxn>
                <a:cxn ang="0">
                  <a:pos x="T6" y="T7"/>
                </a:cxn>
                <a:cxn ang="0">
                  <a:pos x="T8" y="T9"/>
                </a:cxn>
                <a:cxn ang="0">
                  <a:pos x="T10" y="T11"/>
                </a:cxn>
              </a:cxnLst>
              <a:rect l="0" t="0" r="r" b="b"/>
              <a:pathLst>
                <a:path w="137" h="93">
                  <a:moveTo>
                    <a:pt x="60" y="91"/>
                  </a:moveTo>
                  <a:cubicBezTo>
                    <a:pt x="0" y="88"/>
                    <a:pt x="18" y="0"/>
                    <a:pt x="79" y="3"/>
                  </a:cubicBezTo>
                  <a:cubicBezTo>
                    <a:pt x="137" y="6"/>
                    <a:pt x="120" y="93"/>
                    <a:pt x="60" y="91"/>
                  </a:cubicBezTo>
                  <a:close/>
                  <a:moveTo>
                    <a:pt x="77" y="22"/>
                  </a:moveTo>
                  <a:cubicBezTo>
                    <a:pt x="57" y="18"/>
                    <a:pt x="43" y="66"/>
                    <a:pt x="61" y="70"/>
                  </a:cubicBezTo>
                  <a:cubicBezTo>
                    <a:pt x="82"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5" name="Freeform 14"/>
            <p:cNvSpPr>
              <a:spLocks/>
            </p:cNvSpPr>
            <p:nvPr/>
          </p:nvSpPr>
          <p:spPr bwMode="auto">
            <a:xfrm>
              <a:off x="7126288" y="1063626"/>
              <a:ext cx="655638" cy="703263"/>
            </a:xfrm>
            <a:custGeom>
              <a:avLst/>
              <a:gdLst>
                <a:gd name="T0" fmla="*/ 59 w 106"/>
                <a:gd name="T1" fmla="*/ 18 h 114"/>
                <a:gd name="T2" fmla="*/ 48 w 106"/>
                <a:gd name="T3" fmla="*/ 28 h 114"/>
                <a:gd name="T4" fmla="*/ 47 w 106"/>
                <a:gd name="T5" fmla="*/ 30 h 114"/>
                <a:gd name="T6" fmla="*/ 64 w 106"/>
                <a:gd name="T7" fmla="*/ 30 h 114"/>
                <a:gd name="T8" fmla="*/ 69 w 106"/>
                <a:gd name="T9" fmla="*/ 11 h 114"/>
                <a:gd name="T10" fmla="*/ 96 w 106"/>
                <a:gd name="T11" fmla="*/ 11 h 114"/>
                <a:gd name="T12" fmla="*/ 92 w 106"/>
                <a:gd name="T13" fmla="*/ 30 h 114"/>
                <a:gd name="T14" fmla="*/ 106 w 106"/>
                <a:gd name="T15" fmla="*/ 30 h 114"/>
                <a:gd name="T16" fmla="*/ 101 w 106"/>
                <a:gd name="T17" fmla="*/ 49 h 114"/>
                <a:gd name="T18" fmla="*/ 87 w 106"/>
                <a:gd name="T19" fmla="*/ 49 h 114"/>
                <a:gd name="T20" fmla="*/ 80 w 106"/>
                <a:gd name="T21" fmla="*/ 85 h 114"/>
                <a:gd name="T22" fmla="*/ 79 w 106"/>
                <a:gd name="T23" fmla="*/ 91 h 114"/>
                <a:gd name="T24" fmla="*/ 92 w 106"/>
                <a:gd name="T25" fmla="*/ 93 h 114"/>
                <a:gd name="T26" fmla="*/ 88 w 106"/>
                <a:gd name="T27" fmla="*/ 112 h 114"/>
                <a:gd name="T28" fmla="*/ 56 w 106"/>
                <a:gd name="T29" fmla="*/ 109 h 114"/>
                <a:gd name="T30" fmla="*/ 51 w 106"/>
                <a:gd name="T31" fmla="*/ 91 h 114"/>
                <a:gd name="T32" fmla="*/ 60 w 106"/>
                <a:gd name="T33" fmla="*/ 49 h 114"/>
                <a:gd name="T34" fmla="*/ 44 w 106"/>
                <a:gd name="T35" fmla="*/ 49 h 114"/>
                <a:gd name="T36" fmla="*/ 30 w 106"/>
                <a:gd name="T37" fmla="*/ 112 h 114"/>
                <a:gd name="T38" fmla="*/ 1 w 106"/>
                <a:gd name="T39" fmla="*/ 112 h 114"/>
                <a:gd name="T40" fmla="*/ 15 w 106"/>
                <a:gd name="T41" fmla="*/ 49 h 114"/>
                <a:gd name="T42" fmla="*/ 0 w 106"/>
                <a:gd name="T43" fmla="*/ 49 h 114"/>
                <a:gd name="T44" fmla="*/ 4 w 106"/>
                <a:gd name="T45" fmla="*/ 30 h 114"/>
                <a:gd name="T46" fmla="*/ 18 w 106"/>
                <a:gd name="T47" fmla="*/ 30 h 114"/>
                <a:gd name="T48" fmla="*/ 30 w 106"/>
                <a:gd name="T49" fmla="*/ 7 h 114"/>
                <a:gd name="T50" fmla="*/ 62 w 106"/>
                <a:gd name="T51" fmla="*/ 3 h 114"/>
                <a:gd name="T52" fmla="*/ 59 w 106"/>
                <a:gd name="T53" fmla="*/ 1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 h="114">
                  <a:moveTo>
                    <a:pt x="59" y="18"/>
                  </a:moveTo>
                  <a:cubicBezTo>
                    <a:pt x="50" y="18"/>
                    <a:pt x="49" y="22"/>
                    <a:pt x="48" y="28"/>
                  </a:cubicBezTo>
                  <a:cubicBezTo>
                    <a:pt x="47" y="30"/>
                    <a:pt x="47" y="30"/>
                    <a:pt x="47" y="30"/>
                  </a:cubicBezTo>
                  <a:cubicBezTo>
                    <a:pt x="64" y="30"/>
                    <a:pt x="64" y="30"/>
                    <a:pt x="64" y="30"/>
                  </a:cubicBezTo>
                  <a:cubicBezTo>
                    <a:pt x="69" y="11"/>
                    <a:pt x="69" y="11"/>
                    <a:pt x="69" y="11"/>
                  </a:cubicBezTo>
                  <a:cubicBezTo>
                    <a:pt x="96" y="11"/>
                    <a:pt x="96" y="11"/>
                    <a:pt x="96" y="11"/>
                  </a:cubicBezTo>
                  <a:cubicBezTo>
                    <a:pt x="92" y="30"/>
                    <a:pt x="92" y="30"/>
                    <a:pt x="92" y="30"/>
                  </a:cubicBezTo>
                  <a:cubicBezTo>
                    <a:pt x="106" y="30"/>
                    <a:pt x="106" y="30"/>
                    <a:pt x="106" y="30"/>
                  </a:cubicBezTo>
                  <a:cubicBezTo>
                    <a:pt x="101" y="49"/>
                    <a:pt x="101" y="49"/>
                    <a:pt x="101" y="49"/>
                  </a:cubicBezTo>
                  <a:cubicBezTo>
                    <a:pt x="87" y="49"/>
                    <a:pt x="87" y="49"/>
                    <a:pt x="87" y="49"/>
                  </a:cubicBezTo>
                  <a:cubicBezTo>
                    <a:pt x="80" y="85"/>
                    <a:pt x="80" y="85"/>
                    <a:pt x="80" y="85"/>
                  </a:cubicBezTo>
                  <a:cubicBezTo>
                    <a:pt x="79" y="87"/>
                    <a:pt x="79" y="89"/>
                    <a:pt x="79" y="91"/>
                  </a:cubicBezTo>
                  <a:cubicBezTo>
                    <a:pt x="81" y="94"/>
                    <a:pt x="92" y="93"/>
                    <a:pt x="92" y="93"/>
                  </a:cubicBezTo>
                  <a:cubicBezTo>
                    <a:pt x="88" y="112"/>
                    <a:pt x="88" y="112"/>
                    <a:pt x="88" y="112"/>
                  </a:cubicBezTo>
                  <a:cubicBezTo>
                    <a:pt x="88" y="112"/>
                    <a:pt x="64" y="114"/>
                    <a:pt x="56" y="109"/>
                  </a:cubicBezTo>
                  <a:cubicBezTo>
                    <a:pt x="52" y="106"/>
                    <a:pt x="49" y="101"/>
                    <a:pt x="51" y="91"/>
                  </a:cubicBezTo>
                  <a:cubicBezTo>
                    <a:pt x="60" y="49"/>
                    <a:pt x="60" y="49"/>
                    <a:pt x="60" y="49"/>
                  </a:cubicBezTo>
                  <a:cubicBezTo>
                    <a:pt x="44" y="49"/>
                    <a:pt x="44" y="49"/>
                    <a:pt x="44" y="49"/>
                  </a:cubicBezTo>
                  <a:cubicBezTo>
                    <a:pt x="30" y="112"/>
                    <a:pt x="30" y="112"/>
                    <a:pt x="30" y="112"/>
                  </a:cubicBezTo>
                  <a:cubicBezTo>
                    <a:pt x="1" y="112"/>
                    <a:pt x="1" y="112"/>
                    <a:pt x="1" y="112"/>
                  </a:cubicBezTo>
                  <a:cubicBezTo>
                    <a:pt x="15" y="49"/>
                    <a:pt x="15" y="49"/>
                    <a:pt x="15" y="49"/>
                  </a:cubicBezTo>
                  <a:cubicBezTo>
                    <a:pt x="0" y="49"/>
                    <a:pt x="0" y="49"/>
                    <a:pt x="0" y="49"/>
                  </a:cubicBezTo>
                  <a:cubicBezTo>
                    <a:pt x="4" y="30"/>
                    <a:pt x="4" y="30"/>
                    <a:pt x="4" y="30"/>
                  </a:cubicBezTo>
                  <a:cubicBezTo>
                    <a:pt x="18" y="30"/>
                    <a:pt x="18" y="30"/>
                    <a:pt x="18" y="30"/>
                  </a:cubicBezTo>
                  <a:cubicBezTo>
                    <a:pt x="21" y="20"/>
                    <a:pt x="23" y="13"/>
                    <a:pt x="30" y="7"/>
                  </a:cubicBezTo>
                  <a:cubicBezTo>
                    <a:pt x="39" y="0"/>
                    <a:pt x="62" y="3"/>
                    <a:pt x="62" y="3"/>
                  </a:cubicBezTo>
                  <a:cubicBezTo>
                    <a:pt x="59" y="18"/>
                    <a:pt x="59" y="18"/>
                    <a:pt x="59" y="18"/>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6" name="Freeform 15"/>
            <p:cNvSpPr>
              <a:spLocks noEditPoints="1"/>
            </p:cNvSpPr>
            <p:nvPr/>
          </p:nvSpPr>
          <p:spPr bwMode="auto">
            <a:xfrm>
              <a:off x="5338763" y="1211263"/>
              <a:ext cx="1274763" cy="568325"/>
            </a:xfrm>
            <a:custGeom>
              <a:avLst/>
              <a:gdLst>
                <a:gd name="T0" fmla="*/ 85 w 206"/>
                <a:gd name="T1" fmla="*/ 60 h 92"/>
                <a:gd name="T2" fmla="*/ 141 w 206"/>
                <a:gd name="T3" fmla="*/ 60 h 92"/>
                <a:gd name="T4" fmla="*/ 154 w 206"/>
                <a:gd name="T5" fmla="*/ 72 h 92"/>
                <a:gd name="T6" fmla="*/ 154 w 206"/>
                <a:gd name="T7" fmla="*/ 56 h 92"/>
                <a:gd name="T8" fmla="*/ 121 w 206"/>
                <a:gd name="T9" fmla="*/ 27 h 92"/>
                <a:gd name="T10" fmla="*/ 164 w 206"/>
                <a:gd name="T11" fmla="*/ 3 h 92"/>
                <a:gd name="T12" fmla="*/ 199 w 206"/>
                <a:gd name="T13" fmla="*/ 30 h 92"/>
                <a:gd name="T14" fmla="*/ 170 w 206"/>
                <a:gd name="T15" fmla="*/ 30 h 92"/>
                <a:gd name="T16" fmla="*/ 161 w 206"/>
                <a:gd name="T17" fmla="*/ 20 h 92"/>
                <a:gd name="T18" fmla="*/ 159 w 206"/>
                <a:gd name="T19" fmla="*/ 33 h 92"/>
                <a:gd name="T20" fmla="*/ 196 w 206"/>
                <a:gd name="T21" fmla="*/ 59 h 92"/>
                <a:gd name="T22" fmla="*/ 150 w 206"/>
                <a:gd name="T23" fmla="*/ 91 h 92"/>
                <a:gd name="T24" fmla="*/ 109 w 206"/>
                <a:gd name="T25" fmla="*/ 63 h 92"/>
                <a:gd name="T26" fmla="*/ 60 w 206"/>
                <a:gd name="T27" fmla="*/ 91 h 92"/>
                <a:gd name="T28" fmla="*/ 79 w 206"/>
                <a:gd name="T29" fmla="*/ 3 h 92"/>
                <a:gd name="T30" fmla="*/ 115 w 206"/>
                <a:gd name="T31" fmla="*/ 47 h 92"/>
                <a:gd name="T32" fmla="*/ 113 w 206"/>
                <a:gd name="T33" fmla="*/ 51 h 92"/>
                <a:gd name="T34" fmla="*/ 85 w 206"/>
                <a:gd name="T35" fmla="*/ 60 h 92"/>
                <a:gd name="T36" fmla="*/ 77 w 206"/>
                <a:gd name="T37" fmla="*/ 22 h 92"/>
                <a:gd name="T38" fmla="*/ 62 w 206"/>
                <a:gd name="T39" fmla="*/ 70 h 92"/>
                <a:gd name="T40" fmla="*/ 77 w 206"/>
                <a:gd name="T41" fmla="*/ 2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6" h="92">
                  <a:moveTo>
                    <a:pt x="85" y="60"/>
                  </a:moveTo>
                  <a:cubicBezTo>
                    <a:pt x="141" y="60"/>
                    <a:pt x="141" y="60"/>
                    <a:pt x="141" y="60"/>
                  </a:cubicBezTo>
                  <a:cubicBezTo>
                    <a:pt x="141" y="60"/>
                    <a:pt x="136" y="72"/>
                    <a:pt x="154" y="72"/>
                  </a:cubicBezTo>
                  <a:cubicBezTo>
                    <a:pt x="166" y="72"/>
                    <a:pt x="170" y="59"/>
                    <a:pt x="154" y="56"/>
                  </a:cubicBezTo>
                  <a:cubicBezTo>
                    <a:pt x="147" y="54"/>
                    <a:pt x="118" y="50"/>
                    <a:pt x="121" y="27"/>
                  </a:cubicBezTo>
                  <a:cubicBezTo>
                    <a:pt x="124" y="9"/>
                    <a:pt x="143" y="3"/>
                    <a:pt x="164" y="3"/>
                  </a:cubicBezTo>
                  <a:cubicBezTo>
                    <a:pt x="206" y="4"/>
                    <a:pt x="198" y="29"/>
                    <a:pt x="199" y="30"/>
                  </a:cubicBezTo>
                  <a:cubicBezTo>
                    <a:pt x="170" y="30"/>
                    <a:pt x="170" y="30"/>
                    <a:pt x="170" y="30"/>
                  </a:cubicBezTo>
                  <a:cubicBezTo>
                    <a:pt x="170" y="30"/>
                    <a:pt x="173" y="20"/>
                    <a:pt x="161" y="20"/>
                  </a:cubicBezTo>
                  <a:cubicBezTo>
                    <a:pt x="149" y="20"/>
                    <a:pt x="146" y="30"/>
                    <a:pt x="159" y="33"/>
                  </a:cubicBezTo>
                  <a:cubicBezTo>
                    <a:pt x="176" y="37"/>
                    <a:pt x="195" y="37"/>
                    <a:pt x="196" y="59"/>
                  </a:cubicBezTo>
                  <a:cubicBezTo>
                    <a:pt x="196" y="64"/>
                    <a:pt x="193" y="92"/>
                    <a:pt x="150" y="91"/>
                  </a:cubicBezTo>
                  <a:cubicBezTo>
                    <a:pt x="110" y="90"/>
                    <a:pt x="108" y="72"/>
                    <a:pt x="109" y="63"/>
                  </a:cubicBezTo>
                  <a:cubicBezTo>
                    <a:pt x="102" y="78"/>
                    <a:pt x="84" y="92"/>
                    <a:pt x="60" y="91"/>
                  </a:cubicBezTo>
                  <a:cubicBezTo>
                    <a:pt x="0" y="89"/>
                    <a:pt x="18" y="0"/>
                    <a:pt x="79" y="3"/>
                  </a:cubicBezTo>
                  <a:cubicBezTo>
                    <a:pt x="107" y="5"/>
                    <a:pt x="118" y="26"/>
                    <a:pt x="115" y="47"/>
                  </a:cubicBezTo>
                  <a:cubicBezTo>
                    <a:pt x="114" y="50"/>
                    <a:pt x="114" y="51"/>
                    <a:pt x="113" y="51"/>
                  </a:cubicBezTo>
                  <a:cubicBezTo>
                    <a:pt x="85" y="60"/>
                    <a:pt x="85" y="60"/>
                    <a:pt x="85" y="60"/>
                  </a:cubicBezTo>
                  <a:close/>
                  <a:moveTo>
                    <a:pt x="77" y="22"/>
                  </a:moveTo>
                  <a:cubicBezTo>
                    <a:pt x="58" y="18"/>
                    <a:pt x="43" y="66"/>
                    <a:pt x="62" y="70"/>
                  </a:cubicBezTo>
                  <a:cubicBezTo>
                    <a:pt x="83"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7" name="Freeform 16"/>
            <p:cNvSpPr>
              <a:spLocks noEditPoints="1"/>
            </p:cNvSpPr>
            <p:nvPr/>
          </p:nvSpPr>
          <p:spPr bwMode="auto">
            <a:xfrm>
              <a:off x="7794626" y="1247776"/>
              <a:ext cx="173038" cy="130175"/>
            </a:xfrm>
            <a:custGeom>
              <a:avLst/>
              <a:gdLst>
                <a:gd name="T0" fmla="*/ 14 w 28"/>
                <a:gd name="T1" fmla="*/ 0 h 21"/>
                <a:gd name="T2" fmla="*/ 14 w 28"/>
                <a:gd name="T3" fmla="*/ 21 h 21"/>
                <a:gd name="T4" fmla="*/ 14 w 28"/>
                <a:gd name="T5" fmla="*/ 0 h 21"/>
                <a:gd name="T6" fmla="*/ 14 w 28"/>
                <a:gd name="T7" fmla="*/ 2 h 21"/>
                <a:gd name="T8" fmla="*/ 14 w 28"/>
                <a:gd name="T9" fmla="*/ 19 h 21"/>
                <a:gd name="T10" fmla="*/ 14 w 28"/>
                <a:gd name="T11" fmla="*/ 2 h 21"/>
                <a:gd name="T12" fmla="*/ 16 w 28"/>
                <a:gd name="T13" fmla="*/ 12 h 21"/>
                <a:gd name="T14" fmla="*/ 18 w 28"/>
                <a:gd name="T15" fmla="*/ 16 h 21"/>
                <a:gd name="T16" fmla="*/ 15 w 28"/>
                <a:gd name="T17" fmla="*/ 16 h 21"/>
                <a:gd name="T18" fmla="*/ 14 w 28"/>
                <a:gd name="T19" fmla="*/ 12 h 21"/>
                <a:gd name="T20" fmla="*/ 12 w 28"/>
                <a:gd name="T21" fmla="*/ 12 h 21"/>
                <a:gd name="T22" fmla="*/ 12 w 28"/>
                <a:gd name="T23" fmla="*/ 17 h 21"/>
                <a:gd name="T24" fmla="*/ 9 w 28"/>
                <a:gd name="T25" fmla="*/ 17 h 21"/>
                <a:gd name="T26" fmla="*/ 11 w 28"/>
                <a:gd name="T27" fmla="*/ 5 h 21"/>
                <a:gd name="T28" fmla="*/ 16 w 28"/>
                <a:gd name="T29" fmla="*/ 5 h 21"/>
                <a:gd name="T30" fmla="*/ 19 w 28"/>
                <a:gd name="T31" fmla="*/ 9 h 21"/>
                <a:gd name="T32" fmla="*/ 16 w 28"/>
                <a:gd name="T33" fmla="*/ 12 h 21"/>
                <a:gd name="T34" fmla="*/ 15 w 28"/>
                <a:gd name="T35" fmla="*/ 7 h 21"/>
                <a:gd name="T36" fmla="*/ 13 w 28"/>
                <a:gd name="T37" fmla="*/ 7 h 21"/>
                <a:gd name="T38" fmla="*/ 13 w 28"/>
                <a:gd name="T39" fmla="*/ 11 h 21"/>
                <a:gd name="T40" fmla="*/ 15 w 28"/>
                <a:gd name="T41" fmla="*/ 11 h 21"/>
                <a:gd name="T42" fmla="*/ 17 w 28"/>
                <a:gd name="T43" fmla="*/ 9 h 21"/>
                <a:gd name="T44" fmla="*/ 15 w 28"/>
                <a:gd name="T4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1">
                  <a:moveTo>
                    <a:pt x="14" y="0"/>
                  </a:moveTo>
                  <a:cubicBezTo>
                    <a:pt x="28" y="0"/>
                    <a:pt x="28" y="21"/>
                    <a:pt x="14" y="21"/>
                  </a:cubicBezTo>
                  <a:cubicBezTo>
                    <a:pt x="0" y="21"/>
                    <a:pt x="0" y="0"/>
                    <a:pt x="14" y="0"/>
                  </a:cubicBezTo>
                  <a:close/>
                  <a:moveTo>
                    <a:pt x="14" y="2"/>
                  </a:moveTo>
                  <a:cubicBezTo>
                    <a:pt x="2" y="2"/>
                    <a:pt x="2" y="19"/>
                    <a:pt x="14" y="19"/>
                  </a:cubicBezTo>
                  <a:cubicBezTo>
                    <a:pt x="26" y="19"/>
                    <a:pt x="26" y="2"/>
                    <a:pt x="14" y="2"/>
                  </a:cubicBezTo>
                  <a:close/>
                  <a:moveTo>
                    <a:pt x="16" y="12"/>
                  </a:moveTo>
                  <a:cubicBezTo>
                    <a:pt x="18" y="16"/>
                    <a:pt x="18" y="16"/>
                    <a:pt x="18" y="16"/>
                  </a:cubicBezTo>
                  <a:cubicBezTo>
                    <a:pt x="15" y="16"/>
                    <a:pt x="15" y="16"/>
                    <a:pt x="15" y="16"/>
                  </a:cubicBezTo>
                  <a:cubicBezTo>
                    <a:pt x="14" y="12"/>
                    <a:pt x="14" y="12"/>
                    <a:pt x="14" y="12"/>
                  </a:cubicBezTo>
                  <a:cubicBezTo>
                    <a:pt x="12" y="12"/>
                    <a:pt x="12" y="12"/>
                    <a:pt x="12" y="12"/>
                  </a:cubicBezTo>
                  <a:cubicBezTo>
                    <a:pt x="12" y="17"/>
                    <a:pt x="12" y="17"/>
                    <a:pt x="12" y="17"/>
                  </a:cubicBezTo>
                  <a:cubicBezTo>
                    <a:pt x="9" y="17"/>
                    <a:pt x="9" y="17"/>
                    <a:pt x="9" y="17"/>
                  </a:cubicBezTo>
                  <a:cubicBezTo>
                    <a:pt x="11" y="5"/>
                    <a:pt x="11" y="5"/>
                    <a:pt x="11" y="5"/>
                  </a:cubicBezTo>
                  <a:cubicBezTo>
                    <a:pt x="16" y="5"/>
                    <a:pt x="16" y="5"/>
                    <a:pt x="16" y="5"/>
                  </a:cubicBezTo>
                  <a:cubicBezTo>
                    <a:pt x="16" y="5"/>
                    <a:pt x="19" y="6"/>
                    <a:pt x="19" y="9"/>
                  </a:cubicBezTo>
                  <a:cubicBezTo>
                    <a:pt x="19" y="12"/>
                    <a:pt x="16" y="12"/>
                    <a:pt x="16" y="12"/>
                  </a:cubicBezTo>
                  <a:close/>
                  <a:moveTo>
                    <a:pt x="15" y="7"/>
                  </a:moveTo>
                  <a:cubicBezTo>
                    <a:pt x="13" y="7"/>
                    <a:pt x="13" y="7"/>
                    <a:pt x="13" y="7"/>
                  </a:cubicBezTo>
                  <a:cubicBezTo>
                    <a:pt x="13" y="11"/>
                    <a:pt x="13" y="11"/>
                    <a:pt x="13" y="11"/>
                  </a:cubicBezTo>
                  <a:cubicBezTo>
                    <a:pt x="15" y="11"/>
                    <a:pt x="15" y="11"/>
                    <a:pt x="15" y="11"/>
                  </a:cubicBezTo>
                  <a:cubicBezTo>
                    <a:pt x="15" y="11"/>
                    <a:pt x="17" y="11"/>
                    <a:pt x="17" y="9"/>
                  </a:cubicBezTo>
                  <a:cubicBezTo>
                    <a:pt x="17" y="7"/>
                    <a:pt x="15" y="7"/>
                    <a:pt x="15" y="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grpSp>
      <p:sp>
        <p:nvSpPr>
          <p:cNvPr id="2" name="Title 1"/>
          <p:cNvSpPr>
            <a:spLocks noGrp="1"/>
          </p:cNvSpPr>
          <p:nvPr>
            <p:ph type="ctrTitle"/>
          </p:nvPr>
        </p:nvSpPr>
        <p:spPr>
          <a:xfrm>
            <a:off x="5920476" y="2345371"/>
            <a:ext cx="8267851" cy="1162601"/>
          </a:xfrm>
        </p:spPr>
        <p:txBody>
          <a:bodyPr anchor="b">
            <a:noAutofit/>
          </a:bodyPr>
          <a:lstStyle>
            <a:lvl1pPr>
              <a:lnSpc>
                <a:spcPct val="90000"/>
              </a:lnSpc>
              <a:defRPr sz="4800" baseline="0"/>
            </a:lvl1pPr>
          </a:lstStyle>
          <a:p>
            <a:r>
              <a:rPr lang="en-US" dirty="0" smtClean="0"/>
              <a:t>Click to edit Master title style</a:t>
            </a:r>
            <a:endParaRPr lang="en-US" dirty="0"/>
          </a:p>
        </p:txBody>
      </p:sp>
      <p:sp>
        <p:nvSpPr>
          <p:cNvPr id="3" name="Subtitle 2"/>
          <p:cNvSpPr>
            <a:spLocks noGrp="1"/>
          </p:cNvSpPr>
          <p:nvPr>
            <p:ph type="subTitle" idx="1"/>
          </p:nvPr>
        </p:nvSpPr>
        <p:spPr>
          <a:xfrm>
            <a:off x="5920205" y="3574474"/>
            <a:ext cx="8268120" cy="555906"/>
          </a:xfrm>
        </p:spPr>
        <p:txBody>
          <a:bodyPr anchor="ctr">
            <a:noAutofit/>
          </a:bodyPr>
          <a:lstStyle>
            <a:lvl1pPr marL="0" indent="0" algn="l">
              <a:lnSpc>
                <a:spcPct val="90000"/>
              </a:lnSpc>
              <a:spcBef>
                <a:spcPts val="0"/>
              </a:spcBef>
              <a:buNone/>
              <a:defRPr sz="2400">
                <a:solidFill>
                  <a:schemeClr val="tx2">
                    <a:alpha val="99000"/>
                  </a:schemeClr>
                </a:solidFill>
              </a:defRPr>
            </a:lvl1pPr>
            <a:lvl2pPr marL="548461" indent="0" algn="ctr">
              <a:buNone/>
              <a:defRPr>
                <a:solidFill>
                  <a:schemeClr val="tx1">
                    <a:tint val="75000"/>
                  </a:schemeClr>
                </a:solidFill>
              </a:defRPr>
            </a:lvl2pPr>
            <a:lvl3pPr marL="1096920" indent="0" algn="ctr">
              <a:buNone/>
              <a:defRPr>
                <a:solidFill>
                  <a:schemeClr val="tx1">
                    <a:tint val="75000"/>
                  </a:schemeClr>
                </a:solidFill>
              </a:defRPr>
            </a:lvl3pPr>
            <a:lvl4pPr marL="1645382" indent="0" algn="ctr">
              <a:buNone/>
              <a:defRPr>
                <a:solidFill>
                  <a:schemeClr val="tx1">
                    <a:tint val="75000"/>
                  </a:schemeClr>
                </a:solidFill>
              </a:defRPr>
            </a:lvl4pPr>
            <a:lvl5pPr marL="2193843" indent="0" algn="ctr">
              <a:buNone/>
              <a:defRPr>
                <a:solidFill>
                  <a:schemeClr val="tx1">
                    <a:tint val="75000"/>
                  </a:schemeClr>
                </a:solidFill>
              </a:defRPr>
            </a:lvl5pPr>
            <a:lvl6pPr marL="2742305" indent="0" algn="ctr">
              <a:buNone/>
              <a:defRPr>
                <a:solidFill>
                  <a:schemeClr val="tx1">
                    <a:tint val="75000"/>
                  </a:schemeClr>
                </a:solidFill>
              </a:defRPr>
            </a:lvl6pPr>
            <a:lvl7pPr marL="3290764" indent="0" algn="ctr">
              <a:buNone/>
              <a:defRPr>
                <a:solidFill>
                  <a:schemeClr val="tx1">
                    <a:tint val="75000"/>
                  </a:schemeClr>
                </a:solidFill>
              </a:defRPr>
            </a:lvl7pPr>
            <a:lvl8pPr marL="3839224" indent="0" algn="ctr">
              <a:buNone/>
              <a:defRPr>
                <a:solidFill>
                  <a:schemeClr val="tx1">
                    <a:tint val="75000"/>
                  </a:schemeClr>
                </a:solidFill>
              </a:defRPr>
            </a:lvl8pPr>
            <a:lvl9pPr marL="4387684" indent="0" algn="ctr">
              <a:buNone/>
              <a:defRPr>
                <a:solidFill>
                  <a:schemeClr val="tx1">
                    <a:tint val="75000"/>
                  </a:schemeClr>
                </a:solidFill>
              </a:defRPr>
            </a:lvl9pPr>
          </a:lstStyle>
          <a:p>
            <a:r>
              <a:rPr lang="en-US" smtClean="0"/>
              <a:t>Click to edit Master subtitle style</a:t>
            </a:r>
            <a:endParaRPr lang="en-US" dirty="0"/>
          </a:p>
        </p:txBody>
      </p:sp>
      <p:cxnSp>
        <p:nvCxnSpPr>
          <p:cNvPr id="7" name="Straight Connector 6"/>
          <p:cNvCxnSpPr/>
          <p:nvPr/>
        </p:nvCxnSpPr>
        <p:spPr>
          <a:xfrm>
            <a:off x="5118136" y="2427316"/>
            <a:ext cx="0" cy="1978430"/>
          </a:xfrm>
          <a:prstGeom prst="line">
            <a:avLst/>
          </a:prstGeom>
          <a:ln w="28575" cap="rnd">
            <a:solidFill>
              <a:srgbClr val="EE7816"/>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07843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506862" y="1438281"/>
            <a:ext cx="13681462"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4" name="Picture 3"/>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
        <p:nvSpPr>
          <p:cNvPr id="5" name="Slide Number Placeholder 4"/>
          <p:cNvSpPr>
            <a:spLocks noGrp="1"/>
          </p:cNvSpPr>
          <p:nvPr>
            <p:ph type="sldNum" sz="quarter" idx="4"/>
          </p:nvPr>
        </p:nvSpPr>
        <p:spPr>
          <a:xfrm>
            <a:off x="347666" y="7525085"/>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24537957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6862" y="1438276"/>
            <a:ext cx="6701631" cy="1591820"/>
          </a:xfrm>
        </p:spPr>
        <p:txBody>
          <a:bodyPr/>
          <a:lstStyle>
            <a:lvl1pPr marL="407853" indent="-407853">
              <a:lnSpc>
                <a:spcPct val="90000"/>
              </a:lnSpc>
              <a:defRPr sz="2400"/>
            </a:lvl1pPr>
            <a:lvl2pPr marL="807773" indent="-390396">
              <a:lnSpc>
                <a:spcPct val="90000"/>
              </a:lnSpc>
              <a:defRPr sz="2200"/>
            </a:lvl2pPr>
            <a:lvl3pPr marL="1144214" indent="-345961">
              <a:lnSpc>
                <a:spcPct val="90000"/>
              </a:lnSpc>
              <a:defRPr sz="1900"/>
            </a:lvl3pPr>
            <a:lvl4pPr marL="1472717" indent="-328506">
              <a:lnSpc>
                <a:spcPct val="90000"/>
              </a:lnSpc>
              <a:defRPr sz="1700"/>
            </a:lvl4pPr>
            <a:lvl5pPr marL="1818680" indent="-336439">
              <a:lnSpc>
                <a:spcPct val="90000"/>
              </a:lnSpc>
              <a:defRPr sz="17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420002" y="1438276"/>
            <a:ext cx="6768323" cy="1591820"/>
          </a:xfrm>
        </p:spPr>
        <p:txBody>
          <a:bodyPr/>
          <a:lstStyle>
            <a:lvl1pPr marL="417374" indent="-417374">
              <a:lnSpc>
                <a:spcPct val="90000"/>
              </a:lnSpc>
              <a:defRPr sz="2400"/>
            </a:lvl1pPr>
            <a:lvl2pPr marL="807773" indent="-407853">
              <a:lnSpc>
                <a:spcPct val="90000"/>
              </a:lnSpc>
              <a:defRPr sz="2200"/>
            </a:lvl2pPr>
            <a:lvl3pPr marL="1153735" indent="-363419">
              <a:lnSpc>
                <a:spcPct val="90000"/>
              </a:lnSpc>
              <a:defRPr sz="1900"/>
            </a:lvl3pPr>
            <a:lvl4pPr marL="1472717" indent="-318984">
              <a:lnSpc>
                <a:spcPct val="90000"/>
              </a:lnSpc>
              <a:defRPr sz="1700"/>
            </a:lvl4pPr>
            <a:lvl5pPr marL="1818680" indent="-328506">
              <a:lnSpc>
                <a:spcPct val="90000"/>
              </a:lnSpc>
              <a:defRPr sz="17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122241721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63" y="1487597"/>
            <a:ext cx="6686418" cy="415498"/>
          </a:xfrm>
        </p:spPr>
        <p:txBody>
          <a:bodyPr anchor="b"/>
          <a:lstStyle>
            <a:lvl1pPr marL="0" indent="0">
              <a:lnSpc>
                <a:spcPct val="90000"/>
              </a:lnSpc>
              <a:spcBef>
                <a:spcPts val="0"/>
              </a:spcBef>
              <a:buNone/>
              <a:defRPr sz="3000" b="0">
                <a:latin typeface="Segoe UI Semibold" pitchFamily="34" charset="0"/>
              </a:defRPr>
            </a:lvl1pPr>
            <a:lvl2pPr marL="548461" indent="0">
              <a:buNone/>
              <a:defRPr sz="2400" b="1"/>
            </a:lvl2pPr>
            <a:lvl3pPr marL="1096920" indent="0">
              <a:buNone/>
              <a:defRPr sz="2200" b="1"/>
            </a:lvl3pPr>
            <a:lvl4pPr marL="1645382" indent="0">
              <a:buNone/>
              <a:defRPr sz="1900" b="1"/>
            </a:lvl4pPr>
            <a:lvl5pPr marL="2193843" indent="0">
              <a:buNone/>
              <a:defRPr sz="1900" b="1"/>
            </a:lvl5pPr>
            <a:lvl6pPr marL="2742305" indent="0">
              <a:buNone/>
              <a:defRPr sz="1900" b="1"/>
            </a:lvl6pPr>
            <a:lvl7pPr marL="3290764" indent="0">
              <a:buNone/>
              <a:defRPr sz="1900" b="1"/>
            </a:lvl7pPr>
            <a:lvl8pPr marL="3839224" indent="0">
              <a:buNone/>
              <a:defRPr sz="1900" b="1"/>
            </a:lvl8pPr>
            <a:lvl9pPr marL="4387684" indent="0">
              <a:buNone/>
              <a:defRPr sz="1900" b="1"/>
            </a:lvl9pPr>
          </a:lstStyle>
          <a:p>
            <a:pPr lvl="0"/>
            <a:r>
              <a:rPr lang="en-US" smtClean="0"/>
              <a:t>Click to edit Master text styles</a:t>
            </a:r>
          </a:p>
        </p:txBody>
      </p:sp>
      <p:sp>
        <p:nvSpPr>
          <p:cNvPr id="4" name="Content Placeholder 3"/>
          <p:cNvSpPr>
            <a:spLocks noGrp="1"/>
          </p:cNvSpPr>
          <p:nvPr>
            <p:ph sz="half" idx="2"/>
          </p:nvPr>
        </p:nvSpPr>
        <p:spPr>
          <a:xfrm>
            <a:off x="493394" y="2286000"/>
            <a:ext cx="6699886" cy="1673074"/>
          </a:xfrm>
        </p:spPr>
        <p:txBody>
          <a:bodyPr/>
          <a:lstStyle>
            <a:lvl1pPr marL="338027" indent="-338027">
              <a:defRPr sz="2400"/>
            </a:lvl1pPr>
            <a:lvl2pPr marL="674468" indent="-318984">
              <a:defRPr sz="2200"/>
            </a:lvl2pPr>
            <a:lvl3pPr marL="975995" indent="-292004">
              <a:defRPr sz="1900"/>
            </a:lvl3pPr>
            <a:lvl4pPr marL="1260064" indent="-274548">
              <a:defRPr sz="1900"/>
            </a:lvl4pPr>
            <a:lvl5pPr marL="1534612" indent="-247570">
              <a:defRPr sz="1900"/>
            </a:lvl5pPr>
            <a:lvl6pPr>
              <a:defRPr sz="1900"/>
            </a:lvl6pPr>
            <a:lvl7pPr>
              <a:defRPr sz="1900"/>
            </a:lvl7pPr>
            <a:lvl8pPr>
              <a:defRPr sz="1900"/>
            </a:lvl8pPr>
            <a:lvl9pPr>
              <a:defRPr sz="1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420002" y="1487597"/>
            <a:ext cx="6768323" cy="415498"/>
          </a:xfrm>
        </p:spPr>
        <p:txBody>
          <a:bodyPr anchor="b"/>
          <a:lstStyle>
            <a:lvl1pPr marL="0" indent="0">
              <a:lnSpc>
                <a:spcPct val="90000"/>
              </a:lnSpc>
              <a:spcBef>
                <a:spcPts val="0"/>
              </a:spcBef>
              <a:buNone/>
              <a:defRPr sz="3000" b="1"/>
            </a:lvl1pPr>
            <a:lvl2pPr marL="548461" indent="0">
              <a:buNone/>
              <a:defRPr sz="2400" b="1"/>
            </a:lvl2pPr>
            <a:lvl3pPr marL="1096920" indent="0">
              <a:buNone/>
              <a:defRPr sz="2200" b="1"/>
            </a:lvl3pPr>
            <a:lvl4pPr marL="1645382" indent="0">
              <a:buNone/>
              <a:defRPr sz="1900" b="1"/>
            </a:lvl4pPr>
            <a:lvl5pPr marL="2193843" indent="0">
              <a:buNone/>
              <a:defRPr sz="1900" b="1"/>
            </a:lvl5pPr>
            <a:lvl6pPr marL="2742305" indent="0">
              <a:buNone/>
              <a:defRPr sz="1900" b="1"/>
            </a:lvl6pPr>
            <a:lvl7pPr marL="3290764" indent="0">
              <a:buNone/>
              <a:defRPr sz="1900" b="1"/>
            </a:lvl7pPr>
            <a:lvl8pPr marL="3839224" indent="0">
              <a:buNone/>
              <a:defRPr sz="1900" b="1"/>
            </a:lvl8pPr>
            <a:lvl9pPr marL="4387684" indent="0">
              <a:buNone/>
              <a:defRPr sz="1900" b="1"/>
            </a:lvl9pPr>
          </a:lstStyle>
          <a:p>
            <a:pPr lvl="0"/>
            <a:r>
              <a:rPr lang="en-US" smtClean="0"/>
              <a:t>Click to edit Master text styles</a:t>
            </a:r>
          </a:p>
        </p:txBody>
      </p:sp>
      <p:sp>
        <p:nvSpPr>
          <p:cNvPr id="6" name="Content Placeholder 5"/>
          <p:cNvSpPr>
            <a:spLocks noGrp="1"/>
          </p:cNvSpPr>
          <p:nvPr>
            <p:ph sz="quarter" idx="4"/>
          </p:nvPr>
        </p:nvSpPr>
        <p:spPr>
          <a:xfrm>
            <a:off x="7420006" y="2286001"/>
            <a:ext cx="6731945" cy="1673074"/>
          </a:xfrm>
        </p:spPr>
        <p:txBody>
          <a:bodyPr/>
          <a:lstStyle>
            <a:lvl1pPr marL="355482" indent="-355482">
              <a:defRPr sz="2400"/>
            </a:lvl1pPr>
            <a:lvl2pPr marL="683988" indent="-328506">
              <a:defRPr sz="2200"/>
            </a:lvl2pPr>
            <a:lvl3pPr marL="985515" indent="-293591">
              <a:defRPr sz="1900"/>
            </a:lvl3pPr>
            <a:lvl4pPr marL="1260064" indent="-284071">
              <a:defRPr sz="1900"/>
            </a:lvl4pPr>
            <a:lvl5pPr marL="1534612" indent="-265027">
              <a:defRPr sz="1900"/>
            </a:lvl5pPr>
            <a:lvl6pPr>
              <a:defRPr sz="1900"/>
            </a:lvl6pPr>
            <a:lvl7pPr>
              <a:defRPr sz="1900"/>
            </a:lvl7pPr>
            <a:lvl8pPr>
              <a:defRPr sz="1900"/>
            </a:lvl8pPr>
            <a:lvl9pPr>
              <a:defRPr sz="1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1314957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alpha val="99000"/>
                  </a:schemeClr>
                </a:solidFill>
              </a:defRPr>
            </a:lvl1pPr>
          </a:lstStyle>
          <a:p>
            <a:r>
              <a:rPr lang="en-US" dirty="0" smtClean="0"/>
              <a:t>Click to edit Master title style</a:t>
            </a:r>
            <a:endParaRPr lang="en-US" dirty="0"/>
          </a:p>
        </p:txBody>
      </p:sp>
      <p:pic>
        <p:nvPicPr>
          <p:cNvPr id="3" name="Picture 2"/>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
        <p:nvSpPr>
          <p:cNvPr id="4" name="Slide Number Placeholder 4"/>
          <p:cNvSpPr>
            <a:spLocks noGrp="1"/>
          </p:cNvSpPr>
          <p:nvPr>
            <p:ph type="sldNum" sz="quarter" idx="4"/>
          </p:nvPr>
        </p:nvSpPr>
        <p:spPr>
          <a:xfrm>
            <a:off x="14075538" y="7708936"/>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6907702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286753625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3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09600" y="1693869"/>
            <a:ext cx="13411201" cy="1601977"/>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7486654"/>
            <a:ext cx="14630401" cy="742950"/>
          </a:xfrm>
          <a:solidFill>
            <a:srgbClr val="FFFF99"/>
          </a:solidFill>
        </p:spPr>
        <p:txBody>
          <a:bodyPr wrap="square" lIns="182819" tIns="91410" rIns="182819" bIns="91410" anchor="b" anchorCtr="0">
            <a:noAutofit/>
          </a:bodyPr>
          <a:lstStyle>
            <a:lvl1pPr algn="r">
              <a:buFont typeface="Arial" pitchFamily="34" charset="0"/>
              <a:buNone/>
              <a:defRPr>
                <a:solidFill>
                  <a:srgbClr val="000000"/>
                </a:solidFill>
                <a:effectLst/>
                <a:latin typeface="Segoe Semibold" pitchFamily="34" charset="0"/>
              </a:defRPr>
            </a:lvl1pPr>
          </a:lstStyle>
          <a:p>
            <a:pPr lvl="0"/>
            <a:r>
              <a:rPr lang="en-US" smtClean="0"/>
              <a:t>Click to edit Master text styles</a:t>
            </a:r>
          </a:p>
        </p:txBody>
      </p:sp>
    </p:spTree>
    <p:extLst>
      <p:ext uri="{BB962C8B-B14F-4D97-AF65-F5344CB8AC3E}">
        <p14:creationId xmlns:p14="http://schemas.microsoft.com/office/powerpoint/2010/main" val="190074445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79" y="1693125"/>
            <a:ext cx="12294260" cy="1828196"/>
          </a:xfrm>
        </p:spPr>
        <p:txBody>
          <a:bodyPr>
            <a:noAutofit/>
          </a:bodyPr>
          <a:lstStyle>
            <a:lvl1pPr>
              <a:lnSpc>
                <a:spcPct val="90000"/>
              </a:lnSpc>
              <a:defRPr sz="7100"/>
            </a:lvl1pPr>
          </a:lstStyle>
          <a:p>
            <a:r>
              <a:rPr lang="en-US" smtClean="0"/>
              <a:t>Click to edit Master title style</a:t>
            </a:r>
            <a:endParaRPr lang="en-US" dirty="0"/>
          </a:p>
        </p:txBody>
      </p:sp>
      <p:sp>
        <p:nvSpPr>
          <p:cNvPr id="13" name="Subtitle 2"/>
          <p:cNvSpPr>
            <a:spLocks noGrp="1"/>
          </p:cNvSpPr>
          <p:nvPr>
            <p:ph type="subTitle" idx="1"/>
          </p:nvPr>
        </p:nvSpPr>
        <p:spPr>
          <a:xfrm>
            <a:off x="1163325" y="4114810"/>
            <a:ext cx="12294263"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206" indent="0" algn="ctr">
              <a:buNone/>
              <a:defRPr>
                <a:solidFill>
                  <a:schemeClr val="tx1">
                    <a:tint val="75000"/>
                  </a:schemeClr>
                </a:solidFill>
              </a:defRPr>
            </a:lvl2pPr>
            <a:lvl3pPr marL="1462411" indent="0" algn="ctr">
              <a:buNone/>
              <a:defRPr>
                <a:solidFill>
                  <a:schemeClr val="tx1">
                    <a:tint val="75000"/>
                  </a:schemeClr>
                </a:solidFill>
              </a:defRPr>
            </a:lvl3pPr>
            <a:lvl4pPr marL="2193616" indent="0" algn="ctr">
              <a:buNone/>
              <a:defRPr>
                <a:solidFill>
                  <a:schemeClr val="tx1">
                    <a:tint val="75000"/>
                  </a:schemeClr>
                </a:solidFill>
              </a:defRPr>
            </a:lvl4pPr>
            <a:lvl5pPr marL="2924823" indent="0" algn="ctr">
              <a:buNone/>
              <a:defRPr>
                <a:solidFill>
                  <a:schemeClr val="tx1">
                    <a:tint val="75000"/>
                  </a:schemeClr>
                </a:solidFill>
              </a:defRPr>
            </a:lvl5pPr>
            <a:lvl6pPr marL="3656028" indent="0" algn="ctr">
              <a:buNone/>
              <a:defRPr>
                <a:solidFill>
                  <a:schemeClr val="tx1">
                    <a:tint val="75000"/>
                  </a:schemeClr>
                </a:solidFill>
              </a:defRPr>
            </a:lvl6pPr>
            <a:lvl7pPr marL="4387229" indent="0" algn="ctr">
              <a:buNone/>
              <a:defRPr>
                <a:solidFill>
                  <a:schemeClr val="tx1">
                    <a:tint val="75000"/>
                  </a:schemeClr>
                </a:solidFill>
              </a:defRPr>
            </a:lvl7pPr>
            <a:lvl8pPr marL="5118437" indent="0" algn="ctr">
              <a:buNone/>
              <a:defRPr>
                <a:solidFill>
                  <a:schemeClr val="tx1">
                    <a:tint val="75000"/>
                  </a:schemeClr>
                </a:solidFill>
              </a:defRPr>
            </a:lvl8pPr>
            <a:lvl9pPr marL="5849643"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153909763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0">
                      <a:srgbClr val="FFFFFF"/>
                    </a:gs>
                    <a:gs pos="100000">
                      <a:srgbClr val="F8F57B"/>
                    </a:gs>
                  </a:gsLst>
                  <a:lin ang="5400000" scaled="0"/>
                  <a:tileRect/>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2" y="1737364"/>
            <a:ext cx="13382301" cy="1601977"/>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7622633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2267545" y="3196647"/>
            <a:ext cx="11190979" cy="779929"/>
          </a:xfrm>
        </p:spPr>
        <p:txBody>
          <a:bodyPr anchor="t" anchorCtr="0">
            <a:noAutofit/>
          </a:bodyPr>
          <a:lstStyle>
            <a:lvl1pPr>
              <a:lnSpc>
                <a:spcPct val="90000"/>
              </a:lnSpc>
              <a:defRPr sz="6400"/>
            </a:lvl1pPr>
          </a:lstStyle>
          <a:p>
            <a:r>
              <a:rPr lang="en-US" smtClean="0"/>
              <a:t>Click to edit Master title style</a:t>
            </a:r>
            <a:endParaRPr lang="en-US" dirty="0"/>
          </a:p>
        </p:txBody>
      </p:sp>
      <p:sp>
        <p:nvSpPr>
          <p:cNvPr id="3" name="Subtitle 2"/>
          <p:cNvSpPr>
            <a:spLocks noGrp="1"/>
          </p:cNvSpPr>
          <p:nvPr>
            <p:ph type="subTitle" idx="1"/>
          </p:nvPr>
        </p:nvSpPr>
        <p:spPr>
          <a:xfrm>
            <a:off x="2267551" y="4658092"/>
            <a:ext cx="11190981" cy="553998"/>
          </a:xfrm>
        </p:spPr>
        <p:txBody>
          <a:bodyPr>
            <a:noAutofit/>
          </a:bodyPr>
          <a:lstStyle>
            <a:lvl1pPr marL="0" indent="0" algn="l">
              <a:lnSpc>
                <a:spcPct val="90000"/>
              </a:lnSpc>
              <a:spcBef>
                <a:spcPts val="0"/>
              </a:spcBef>
              <a:buNone/>
              <a:defRPr sz="4400">
                <a:gradFill>
                  <a:gsLst>
                    <a:gs pos="0">
                      <a:schemeClr val="tx1"/>
                    </a:gs>
                    <a:gs pos="86000">
                      <a:schemeClr val="tx1"/>
                    </a:gs>
                  </a:gsLst>
                  <a:lin ang="5400000" scaled="0"/>
                </a:gradFill>
              </a:defRPr>
            </a:lvl1pPr>
            <a:lvl2pPr marL="731206" indent="0" algn="ctr">
              <a:buNone/>
              <a:defRPr>
                <a:solidFill>
                  <a:schemeClr val="tx1">
                    <a:tint val="75000"/>
                  </a:schemeClr>
                </a:solidFill>
              </a:defRPr>
            </a:lvl2pPr>
            <a:lvl3pPr marL="1462411" indent="0" algn="ctr">
              <a:buNone/>
              <a:defRPr>
                <a:solidFill>
                  <a:schemeClr val="tx1">
                    <a:tint val="75000"/>
                  </a:schemeClr>
                </a:solidFill>
              </a:defRPr>
            </a:lvl3pPr>
            <a:lvl4pPr marL="2193616" indent="0" algn="ctr">
              <a:buNone/>
              <a:defRPr>
                <a:solidFill>
                  <a:schemeClr val="tx1">
                    <a:tint val="75000"/>
                  </a:schemeClr>
                </a:solidFill>
              </a:defRPr>
            </a:lvl4pPr>
            <a:lvl5pPr marL="2924823" indent="0" algn="ctr">
              <a:buNone/>
              <a:defRPr>
                <a:solidFill>
                  <a:schemeClr val="tx1">
                    <a:tint val="75000"/>
                  </a:schemeClr>
                </a:solidFill>
              </a:defRPr>
            </a:lvl5pPr>
            <a:lvl6pPr marL="3656028" indent="0" algn="ctr">
              <a:buNone/>
              <a:defRPr>
                <a:solidFill>
                  <a:schemeClr val="tx1">
                    <a:tint val="75000"/>
                  </a:schemeClr>
                </a:solidFill>
              </a:defRPr>
            </a:lvl6pPr>
            <a:lvl7pPr marL="4387229" indent="0" algn="ctr">
              <a:buNone/>
              <a:defRPr>
                <a:solidFill>
                  <a:schemeClr val="tx1">
                    <a:tint val="75000"/>
                  </a:schemeClr>
                </a:solidFill>
              </a:defRPr>
            </a:lvl7pPr>
            <a:lvl8pPr marL="5118437" indent="0" algn="ctr">
              <a:buNone/>
              <a:defRPr>
                <a:solidFill>
                  <a:schemeClr val="tx1">
                    <a:tint val="75000"/>
                  </a:schemeClr>
                </a:solidFill>
              </a:defRPr>
            </a:lvl8pPr>
            <a:lvl9pPr marL="5849643"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164263" y="1737360"/>
            <a:ext cx="12294263" cy="1097280"/>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9600" b="0" i="0" u="none" strike="noStrike" kern="1200" cap="none" spc="-240" normalizeH="0" baseline="0" noProof="0" dirty="0" smtClean="0">
                <a:ln w="11430"/>
                <a:gradFill>
                  <a:gsLst>
                    <a:gs pos="0">
                      <a:schemeClr val="tx1"/>
                    </a:gs>
                    <a:gs pos="88000">
                      <a:schemeClr val="tx1"/>
                    </a:gs>
                  </a:gsLst>
                  <a:lin ang="5400000"/>
                </a:gradFill>
                <a:effectLst/>
                <a:uLnTx/>
                <a:uFillTx/>
                <a:latin typeface="Segoe UI" pitchFamily="34" charset="0"/>
                <a:ea typeface="+mn-ea"/>
                <a:cs typeface="+mn-cs"/>
              </a:defRPr>
            </a:lvl1pPr>
          </a:lstStyle>
          <a:p>
            <a:pPr lvl="0"/>
            <a:r>
              <a:rPr lang="en-US" dirty="0" smtClean="0"/>
              <a:t>click to…</a:t>
            </a:r>
          </a:p>
        </p:txBody>
      </p:sp>
    </p:spTree>
    <p:extLst>
      <p:ext uri="{BB962C8B-B14F-4D97-AF65-F5344CB8AC3E}">
        <p14:creationId xmlns:p14="http://schemas.microsoft.com/office/powerpoint/2010/main" val="233684678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smtClean="0"/>
              <a:t>Click to edit Master subtitle style</a:t>
            </a:r>
            <a:endParaRPr lang="en-US" dirty="0"/>
          </a:p>
        </p:txBody>
      </p:sp>
      <p:sp>
        <p:nvSpPr>
          <p:cNvPr id="5" name="Date Placeholder 3"/>
          <p:cNvSpPr txBox="1">
            <a:spLocks/>
          </p:cNvSpPr>
          <p:nvPr userDrawn="1"/>
        </p:nvSpPr>
        <p:spPr>
          <a:xfrm>
            <a:off x="981156" y="7525955"/>
            <a:ext cx="5119393" cy="404386"/>
          </a:xfrm>
          <a:prstGeom prst="rect">
            <a:avLst/>
          </a:prstGeom>
        </p:spPr>
        <p:txBody>
          <a:bodyPr lIns="0" tIns="54855" rIns="0" bIns="5485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solidFill>
                  <a:srgbClr val="525051">
                    <a:alpha val="99000"/>
                  </a:srgbClr>
                </a:solidFill>
              </a:rPr>
              <a:t>|  Copyright© 2011 Microsoft Corporation</a:t>
            </a:r>
          </a:p>
          <a:p>
            <a:r>
              <a:rPr lang="en-US" sz="1200" dirty="0" smtClean="0">
                <a:solidFill>
                  <a:srgbClr val="525051">
                    <a:alpha val="99000"/>
                  </a:srgbClr>
                </a:solidFill>
              </a:rPr>
              <a:t>| Microsoft Confidential – Signed NDA Required</a:t>
            </a:r>
            <a:endParaRPr lang="en-US" sz="1200" dirty="0">
              <a:solidFill>
                <a:srgbClr val="525051">
                  <a:alpha val="99000"/>
                </a:srgbClr>
              </a:solidFill>
            </a:endParaRPr>
          </a:p>
        </p:txBody>
      </p:sp>
    </p:spTree>
    <p:extLst>
      <p:ext uri="{BB962C8B-B14F-4D97-AF65-F5344CB8AC3E}">
        <p14:creationId xmlns:p14="http://schemas.microsoft.com/office/powerpoint/2010/main" val="30870874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smtClean="0"/>
              <a:t>Click to edit Master subtitle style</a:t>
            </a:r>
            <a:endParaRPr lang="en-US" dirty="0"/>
          </a:p>
        </p:txBody>
      </p:sp>
      <p:sp>
        <p:nvSpPr>
          <p:cNvPr id="3" name="Footer Placeholder 3"/>
          <p:cNvSpPr>
            <a:spLocks noGrp="1"/>
          </p:cNvSpPr>
          <p:nvPr>
            <p:ph type="ftr" sz="quarter" idx="3"/>
          </p:nvPr>
        </p:nvSpPr>
        <p:spPr>
          <a:xfrm>
            <a:off x="4999038" y="7851231"/>
            <a:ext cx="4632326" cy="303950"/>
          </a:xfrm>
          <a:prstGeom prst="rect">
            <a:avLst/>
          </a:prstGeom>
        </p:spPr>
        <p:txBody>
          <a:bodyPr vert="horz" lIns="91408" tIns="45702" rIns="91408" bIns="45702" rtlCol="0" anchor="ctr"/>
          <a:lstStyle>
            <a:lvl1pPr algn="ctr">
              <a:defRPr sz="1200">
                <a:solidFill>
                  <a:schemeClr val="tx1">
                    <a:tint val="75000"/>
                  </a:schemeClr>
                </a:solidFill>
              </a:defRPr>
            </a:lvl1pPr>
          </a:lstStyle>
          <a:p>
            <a:r>
              <a:rPr lang="en-US" smtClean="0">
                <a:solidFill>
                  <a:prstClr val="black">
                    <a:tint val="75000"/>
                  </a:prstClr>
                </a:solidFill>
              </a:rPr>
              <a:t>Microsoft Confidential - Signed NDA Required</a:t>
            </a:r>
            <a:endParaRPr lang="en-US" dirty="0">
              <a:solidFill>
                <a:prstClr val="black">
                  <a:tint val="75000"/>
                </a:prstClr>
              </a:solidFill>
            </a:endParaRPr>
          </a:p>
        </p:txBody>
      </p:sp>
    </p:spTree>
    <p:extLst>
      <p:ext uri="{BB962C8B-B14F-4D97-AF65-F5344CB8AC3E}">
        <p14:creationId xmlns:p14="http://schemas.microsoft.com/office/powerpoint/2010/main" val="2053638370"/>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smtClean="0"/>
              <a:t>Click to edit Master subtitle style</a:t>
            </a:r>
            <a:endParaRPr lang="en-US" dirty="0"/>
          </a:p>
        </p:txBody>
      </p:sp>
    </p:spTree>
    <p:extLst>
      <p:ext uri="{BB962C8B-B14F-4D97-AF65-F5344CB8AC3E}">
        <p14:creationId xmlns:p14="http://schemas.microsoft.com/office/powerpoint/2010/main" val="2848377157"/>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smtClean="0"/>
              <a:t>Click to edit Master subtitle style</a:t>
            </a:r>
            <a:endParaRPr lang="en-US" dirty="0"/>
          </a:p>
        </p:txBody>
      </p:sp>
    </p:spTree>
    <p:extLst>
      <p:ext uri="{BB962C8B-B14F-4D97-AF65-F5344CB8AC3E}">
        <p14:creationId xmlns:p14="http://schemas.microsoft.com/office/powerpoint/2010/main" val="426814931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smtClean="0"/>
              <a:t>Click to edit Master subtitle style</a:t>
            </a:r>
            <a:endParaRPr lang="en-US" dirty="0"/>
          </a:p>
        </p:txBody>
      </p:sp>
    </p:spTree>
    <p:extLst>
      <p:ext uri="{BB962C8B-B14F-4D97-AF65-F5344CB8AC3E}">
        <p14:creationId xmlns:p14="http://schemas.microsoft.com/office/powerpoint/2010/main" val="66722417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4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612143" y="270516"/>
            <a:ext cx="13411202" cy="664798"/>
          </a:xfrm>
        </p:spPr>
        <p:txBody>
          <a:bodyPr/>
          <a:lstStyle>
            <a:lvl1pPr>
              <a:defRPr>
                <a:solidFill>
                  <a:schemeClr val="tx1"/>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09602" y="1693874"/>
            <a:ext cx="13411202" cy="1591820"/>
          </a:xfrm>
        </p:spPr>
        <p:txBody>
          <a:bodyPr/>
          <a:lstStyle>
            <a:lvl1pPr>
              <a:buClr>
                <a:schemeClr val="tx1"/>
              </a:buClr>
              <a:buSzPct val="70000"/>
              <a:buFont typeface="Wingdings" pitchFamily="2" charset="2"/>
              <a:buChar char="l"/>
              <a:defRPr>
                <a:solidFill>
                  <a:srgbClr val="FFFFFF"/>
                </a:solidFill>
              </a:defRPr>
            </a:lvl1pPr>
            <a:lvl2pPr>
              <a:buClr>
                <a:schemeClr val="tx1"/>
              </a:buClr>
              <a:buSzPct val="70000"/>
              <a:buFont typeface="Wingdings" pitchFamily="2" charset="2"/>
              <a:buChar char="l"/>
              <a:defRPr>
                <a:solidFill>
                  <a:srgbClr val="FFFFFF"/>
                </a:solidFill>
              </a:defRPr>
            </a:lvl2pPr>
            <a:lvl3pPr>
              <a:buClr>
                <a:schemeClr val="tx1"/>
              </a:buClr>
              <a:buSzPct val="70000"/>
              <a:buFont typeface="Wingdings" pitchFamily="2" charset="2"/>
              <a:buChar char="l"/>
              <a:defRPr>
                <a:solidFill>
                  <a:srgbClr val="FFFFFF"/>
                </a:solidFill>
              </a:defRPr>
            </a:lvl3pPr>
            <a:lvl4pPr>
              <a:buClr>
                <a:schemeClr val="tx1"/>
              </a:buClr>
              <a:buSzPct val="70000"/>
              <a:buFont typeface="Wingdings" pitchFamily="2" charset="2"/>
              <a:buChar char="l"/>
              <a:defRPr>
                <a:solidFill>
                  <a:srgbClr val="FFFFFF"/>
                </a:solidFill>
              </a:defRPr>
            </a:lvl4pPr>
            <a:lvl5pPr>
              <a:buClr>
                <a:schemeClr val="tx1"/>
              </a:buClr>
              <a:buSzPct val="70000"/>
              <a:buFont typeface="Wingdings" pitchFamily="2" charset="2"/>
              <a:buChar char="l"/>
              <a:defRPr>
                <a:solidFill>
                  <a:srgbClr val="FFFFFF"/>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156843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6861" y="523700"/>
            <a:ext cx="13681464" cy="664798"/>
          </a:xfrm>
        </p:spPr>
        <p:txBody>
          <a:bodyPr/>
          <a:lstStyle>
            <a:lvl1pPr algn="l" defTabSz="1097045" rtl="0" eaLnBrk="1" latinLnBrk="0" hangingPunct="1">
              <a:lnSpc>
                <a:spcPct val="90000"/>
              </a:lnSpc>
              <a:spcBef>
                <a:spcPct val="0"/>
              </a:spcBef>
              <a:buNone/>
              <a:defRPr lang="en-US" sz="4800" b="0" kern="1200" cap="none" spc="-120" baseline="0" dirty="0">
                <a:ln w="3175">
                  <a:noFill/>
                </a:ln>
                <a:solidFill>
                  <a:schemeClr val="tx2">
                    <a:alpha val="99000"/>
                  </a:schemeClr>
                </a:solidFill>
                <a:effectLst/>
                <a:latin typeface="Segoe UI Light" pitchFamily="34" charset="0"/>
                <a:ea typeface="+mn-ea"/>
                <a:cs typeface="Arial" charset="0"/>
              </a:defRPr>
            </a:lvl1pPr>
          </a:lstStyle>
          <a:p>
            <a:r>
              <a:rPr lang="en-US" dirty="0" smtClean="0"/>
              <a:t>Click to edit Master title style</a:t>
            </a:r>
            <a:endParaRPr lang="en-US" dirty="0"/>
          </a:p>
        </p:txBody>
      </p:sp>
      <p:sp>
        <p:nvSpPr>
          <p:cNvPr id="3" name="Slide Number Placeholder 2"/>
          <p:cNvSpPr>
            <a:spLocks noGrp="1"/>
          </p:cNvSpPr>
          <p:nvPr>
            <p:ph type="sldNum" sz="quarter" idx="10"/>
          </p:nvPr>
        </p:nvSpPr>
        <p:spPr>
          <a:xfrm>
            <a:off x="14123038" y="7750714"/>
            <a:ext cx="478453" cy="438150"/>
          </a:xfrm>
        </p:spPr>
        <p:txBody>
          <a:body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87992093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bg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bg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127495773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smtClean="0"/>
              <a:t>Click to edit Master text styles</a:t>
            </a:r>
          </a:p>
          <a:p>
            <a:pPr lvl="1"/>
            <a:r>
              <a:rPr lang="en-US" dirty="0" smtClean="0"/>
              <a:t>Second level</a:t>
            </a:r>
          </a:p>
        </p:txBody>
      </p:sp>
    </p:spTree>
    <p:extLst>
      <p:ext uri="{BB962C8B-B14F-4D97-AF65-F5344CB8AC3E}">
        <p14:creationId xmlns:p14="http://schemas.microsoft.com/office/powerpoint/2010/main" val="2501337114"/>
      </p:ext>
    </p:extLst>
  </p:cSld>
  <p:clrMapOvr>
    <a:masterClrMapping/>
  </p:clrMapOvr>
  <p:transition>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45719110"/>
      </p:ext>
    </p:extLst>
  </p:cSld>
  <p:clrMapOvr>
    <a:masterClrMapping/>
  </p:clrMapOvr>
  <p:transition>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23104"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47010831"/>
      </p:ext>
    </p:extLst>
  </p:cSld>
  <p:clrMapOvr>
    <a:masterClrMapping/>
  </p:clrMapOvr>
  <p:transition>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3439094303"/>
      </p:ext>
    </p:extLst>
  </p:cSld>
  <p:clrMapOvr>
    <a:masterClrMapping/>
  </p:clrMapOvr>
  <p:transition>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5409180"/>
      </p:ext>
    </p:extLst>
  </p:cSld>
  <p:clrMapOvr>
    <a:masterClrMapping/>
  </p:clrMapOvr>
  <p:transition>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46273211"/>
      </p:ext>
    </p:extLst>
  </p:cSld>
  <p:clrMapOvr>
    <a:masterClrMapping/>
  </p:clrMapOvr>
  <p:transition>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99" tIns="91401" rIns="182799" bIns="91401"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2084687527"/>
      </p:ext>
    </p:extLst>
  </p:cSld>
  <p:clrMapOvr>
    <a:masterClrMapping/>
  </p:clrMapOvr>
  <p:transition>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85" y="1693129"/>
            <a:ext cx="12294260" cy="1828198"/>
          </a:xfrm>
        </p:spPr>
        <p:txBody>
          <a:bodyPr>
            <a:noAutofit/>
          </a:bodyPr>
          <a:lstStyle>
            <a:lvl1pPr>
              <a:lnSpc>
                <a:spcPct val="90000"/>
              </a:lnSpc>
              <a:defRPr sz="7000"/>
            </a:lvl1pPr>
          </a:lstStyle>
          <a:p>
            <a:r>
              <a:rPr lang="en-US" smtClean="0"/>
              <a:t>Click to edit Master title style</a:t>
            </a:r>
            <a:endParaRPr lang="en-US" dirty="0"/>
          </a:p>
        </p:txBody>
      </p:sp>
      <p:sp>
        <p:nvSpPr>
          <p:cNvPr id="13" name="Subtitle 2"/>
          <p:cNvSpPr>
            <a:spLocks noGrp="1"/>
          </p:cNvSpPr>
          <p:nvPr>
            <p:ph type="subTitle" idx="1"/>
          </p:nvPr>
        </p:nvSpPr>
        <p:spPr>
          <a:xfrm>
            <a:off x="1163327" y="4114810"/>
            <a:ext cx="12294262"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041" indent="0" algn="ctr">
              <a:buNone/>
              <a:defRPr>
                <a:solidFill>
                  <a:schemeClr val="tx1">
                    <a:tint val="75000"/>
                  </a:schemeClr>
                </a:solidFill>
              </a:defRPr>
            </a:lvl2pPr>
            <a:lvl3pPr marL="1462080" indent="0" algn="ctr">
              <a:buNone/>
              <a:defRPr>
                <a:solidFill>
                  <a:schemeClr val="tx1">
                    <a:tint val="75000"/>
                  </a:schemeClr>
                </a:solidFill>
              </a:defRPr>
            </a:lvl3pPr>
            <a:lvl4pPr marL="2193118" indent="0" algn="ctr">
              <a:buNone/>
              <a:defRPr>
                <a:solidFill>
                  <a:schemeClr val="tx1">
                    <a:tint val="75000"/>
                  </a:schemeClr>
                </a:solidFill>
              </a:defRPr>
            </a:lvl4pPr>
            <a:lvl5pPr marL="2924159" indent="0" algn="ctr">
              <a:buNone/>
              <a:defRPr>
                <a:solidFill>
                  <a:schemeClr val="tx1">
                    <a:tint val="75000"/>
                  </a:schemeClr>
                </a:solidFill>
              </a:defRPr>
            </a:lvl5pPr>
            <a:lvl6pPr marL="3655201" indent="0" algn="ctr">
              <a:buNone/>
              <a:defRPr>
                <a:solidFill>
                  <a:schemeClr val="tx1">
                    <a:tint val="75000"/>
                  </a:schemeClr>
                </a:solidFill>
              </a:defRPr>
            </a:lvl6pPr>
            <a:lvl7pPr marL="4386234" indent="0" algn="ctr">
              <a:buNone/>
              <a:defRPr>
                <a:solidFill>
                  <a:schemeClr val="tx1">
                    <a:tint val="75000"/>
                  </a:schemeClr>
                </a:solidFill>
              </a:defRPr>
            </a:lvl7pPr>
            <a:lvl8pPr marL="5117277" indent="0" algn="ctr">
              <a:buNone/>
              <a:defRPr>
                <a:solidFill>
                  <a:schemeClr val="tx1">
                    <a:tint val="75000"/>
                  </a:schemeClr>
                </a:solidFill>
              </a:defRPr>
            </a:lvl8pPr>
            <a:lvl9pPr marL="5848317"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430496763"/>
      </p:ext>
    </p:extLst>
  </p:cSld>
  <p:clrMapOvr>
    <a:masterClrMapping/>
  </p:clrMapOvr>
  <p:transition>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6865" y="1438276"/>
            <a:ext cx="6701630" cy="1632446"/>
          </a:xfrm>
        </p:spPr>
        <p:txBody>
          <a:bodyPr/>
          <a:lstStyle>
            <a:lvl1pPr marL="407760" indent="-407760">
              <a:lnSpc>
                <a:spcPct val="90000"/>
              </a:lnSpc>
              <a:defRPr sz="2400"/>
            </a:lvl1pPr>
            <a:lvl2pPr marL="807591" indent="-390309">
              <a:lnSpc>
                <a:spcPct val="90000"/>
              </a:lnSpc>
              <a:defRPr sz="2200"/>
            </a:lvl2pPr>
            <a:lvl3pPr marL="1143955" indent="-345883">
              <a:lnSpc>
                <a:spcPct val="90000"/>
              </a:lnSpc>
              <a:defRPr sz="1900"/>
            </a:lvl3pPr>
            <a:lvl4pPr marL="1472384" indent="-328431">
              <a:lnSpc>
                <a:spcPct val="90000"/>
              </a:lnSpc>
              <a:defRPr sz="1800"/>
            </a:lvl4pPr>
            <a:lvl5pPr marL="1818267" indent="-336361">
              <a:lnSpc>
                <a:spcPct val="90000"/>
              </a:lnSpc>
              <a:defRPr sz="18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420003" y="1438276"/>
            <a:ext cx="6768323" cy="1632446"/>
          </a:xfrm>
        </p:spPr>
        <p:txBody>
          <a:bodyPr/>
          <a:lstStyle>
            <a:lvl1pPr marL="417278" indent="-417278">
              <a:lnSpc>
                <a:spcPct val="90000"/>
              </a:lnSpc>
              <a:defRPr sz="2400"/>
            </a:lvl1pPr>
            <a:lvl2pPr marL="807591" indent="-407760">
              <a:lnSpc>
                <a:spcPct val="90000"/>
              </a:lnSpc>
              <a:defRPr sz="2200"/>
            </a:lvl2pPr>
            <a:lvl3pPr marL="1153473" indent="-363335">
              <a:lnSpc>
                <a:spcPct val="90000"/>
              </a:lnSpc>
              <a:defRPr sz="1900"/>
            </a:lvl3pPr>
            <a:lvl4pPr marL="1472384" indent="-318912">
              <a:lnSpc>
                <a:spcPct val="90000"/>
              </a:lnSpc>
              <a:defRPr sz="1800"/>
            </a:lvl4pPr>
            <a:lvl5pPr marL="1818267" indent="-328431">
              <a:lnSpc>
                <a:spcPct val="90000"/>
              </a:lnSpc>
              <a:defRPr sz="18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8" y="7613938"/>
            <a:ext cx="1646349" cy="524227"/>
          </a:xfrm>
          <a:prstGeom prst="rect">
            <a:avLst/>
          </a:prstGeom>
        </p:spPr>
      </p:pic>
    </p:spTree>
    <p:extLst>
      <p:ext uri="{BB962C8B-B14F-4D97-AF65-F5344CB8AC3E}">
        <p14:creationId xmlns:p14="http://schemas.microsoft.com/office/powerpoint/2010/main" val="2850265347"/>
      </p:ext>
    </p:extLst>
  </p:cSld>
  <p:clrMapOvr>
    <a:masterClrMapping/>
  </p:clrMapOvr>
  <p:transition>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344365050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Line with Subtitle">
    <p:spTree>
      <p:nvGrpSpPr>
        <p:cNvPr id="1" name=""/>
        <p:cNvGrpSpPr/>
        <p:nvPr/>
      </p:nvGrpSpPr>
      <p:grpSpPr>
        <a:xfrm>
          <a:off x="0" y="0"/>
          <a:ext cx="0" cy="0"/>
          <a:chOff x="0" y="0"/>
          <a:chExt cx="0" cy="0"/>
        </a:xfrm>
      </p:grpSpPr>
      <p:sp>
        <p:nvSpPr>
          <p:cNvPr id="7" name="Text Placeholder 12"/>
          <p:cNvSpPr>
            <a:spLocks noGrp="1"/>
          </p:cNvSpPr>
          <p:nvPr>
            <p:ph type="body" sz="quarter" idx="14" hasCustomPrompt="1"/>
          </p:nvPr>
        </p:nvSpPr>
        <p:spPr>
          <a:xfrm>
            <a:off x="574040" y="1215954"/>
            <a:ext cx="13392608" cy="471944"/>
          </a:xfrm>
          <a:prstGeom prst="rect">
            <a:avLst/>
          </a:prstGeom>
        </p:spPr>
        <p:txBody>
          <a:bodyPr>
            <a:noAutofit/>
          </a:bodyPr>
          <a:lstStyle>
            <a:lvl1pPr marL="0" indent="0">
              <a:lnSpc>
                <a:spcPct val="100000"/>
              </a:lnSpc>
              <a:buNone/>
              <a:defRPr lang="en-US" sz="3200" kern="1200" dirty="0" smtClean="0">
                <a:solidFill>
                  <a:srgbClr val="7B7B79"/>
                </a:solidFill>
                <a:latin typeface="Futura Bk" pitchFamily="34" charset="0"/>
                <a:ea typeface="+mn-ea"/>
                <a:cs typeface="+mn-cs"/>
              </a:defRPr>
            </a:lvl1pPr>
            <a:lvl2pPr>
              <a:defRPr lang="en-US" sz="3200" kern="1200" dirty="0" smtClean="0">
                <a:solidFill>
                  <a:srgbClr val="FFFFFF"/>
                </a:solidFill>
                <a:latin typeface="Futura Bk" pitchFamily="34" charset="0"/>
                <a:ea typeface="+mn-ea"/>
                <a:cs typeface="+mn-cs"/>
              </a:defRPr>
            </a:lvl2pPr>
            <a:lvl3pPr>
              <a:defRPr lang="en-US" sz="3200" kern="1200" dirty="0" smtClean="0">
                <a:solidFill>
                  <a:srgbClr val="FFFFFF"/>
                </a:solidFill>
                <a:latin typeface="Futura Bk" pitchFamily="34" charset="0"/>
                <a:ea typeface="+mn-ea"/>
                <a:cs typeface="+mn-cs"/>
              </a:defRPr>
            </a:lvl3pPr>
            <a:lvl4pPr>
              <a:defRPr lang="en-US" sz="3200" kern="1200" dirty="0" smtClean="0">
                <a:solidFill>
                  <a:srgbClr val="FFFFFF"/>
                </a:solidFill>
                <a:latin typeface="Futura Bk" pitchFamily="34" charset="0"/>
                <a:ea typeface="+mn-ea"/>
                <a:cs typeface="+mn-cs"/>
              </a:defRPr>
            </a:lvl4pPr>
            <a:lvl5pPr>
              <a:defRPr lang="en-US" sz="3200" kern="1200" dirty="0" smtClean="0">
                <a:solidFill>
                  <a:srgbClr val="FFFFFF"/>
                </a:solidFill>
                <a:latin typeface="Futura Bk" pitchFamily="34" charset="0"/>
                <a:ea typeface="+mn-ea"/>
                <a:cs typeface="+mn-cs"/>
              </a:defRPr>
            </a:lvl5pPr>
          </a:lstStyle>
          <a:p>
            <a:pPr lvl="0"/>
            <a:r>
              <a:rPr lang="en-US" dirty="0" smtClean="0"/>
              <a:t>Subtitle placeholder here</a:t>
            </a:r>
          </a:p>
        </p:txBody>
      </p:sp>
      <p:sp>
        <p:nvSpPr>
          <p:cNvPr id="11" name="Title 8"/>
          <p:cNvSpPr>
            <a:spLocks noGrp="1"/>
          </p:cNvSpPr>
          <p:nvPr>
            <p:ph type="title" hasCustomPrompt="1"/>
          </p:nvPr>
        </p:nvSpPr>
        <p:spPr>
          <a:xfrm>
            <a:off x="543562" y="487536"/>
            <a:ext cx="13401040" cy="751744"/>
          </a:xfrm>
          <a:prstGeom prst="rect">
            <a:avLst/>
          </a:prstGeom>
        </p:spPr>
        <p:txBody>
          <a:bodyPr anchor="t" anchorCtr="0">
            <a:noAutofit/>
          </a:bodyPr>
          <a:lstStyle>
            <a:lvl1pPr marL="0" marR="0" indent="0" algn="l" defTabSz="1462797" rtl="0" eaLnBrk="1" fontAlgn="auto" latinLnBrk="0" hangingPunct="1">
              <a:lnSpc>
                <a:spcPts val="5280"/>
              </a:lnSpc>
              <a:spcBef>
                <a:spcPct val="0"/>
              </a:spcBef>
              <a:spcAft>
                <a:spcPts val="0"/>
              </a:spcAft>
              <a:buClrTx/>
              <a:buSzTx/>
              <a:buFontTx/>
              <a:buNone/>
              <a:tabLst/>
              <a:defRPr sz="4500" baseline="0">
                <a:solidFill>
                  <a:schemeClr val="bg1"/>
                </a:solidFill>
                <a:latin typeface="Futura Bk" pitchFamily="34" charset="0"/>
              </a:defRPr>
            </a:lvl1pPr>
          </a:lstStyle>
          <a:p>
            <a:r>
              <a:rPr lang="en-US" dirty="0" smtClean="0"/>
              <a:t>Single line title</a:t>
            </a:r>
            <a:endParaRPr lang="en-US" dirty="0"/>
          </a:p>
        </p:txBody>
      </p:sp>
      <p:sp>
        <p:nvSpPr>
          <p:cNvPr id="2" name="Date Placeholder 1"/>
          <p:cNvSpPr>
            <a:spLocks noGrp="1"/>
          </p:cNvSpPr>
          <p:nvPr>
            <p:ph type="dt" sz="half" idx="15"/>
          </p:nvPr>
        </p:nvSpPr>
        <p:spPr>
          <a:xfrm>
            <a:off x="731520" y="7627623"/>
            <a:ext cx="3413760" cy="438150"/>
          </a:xfrm>
          <a:prstGeom prst="rect">
            <a:avLst/>
          </a:prstGeom>
        </p:spPr>
        <p:txBody>
          <a:bodyPr/>
          <a:lstStyle/>
          <a:p>
            <a:fld id="{15791F21-EEC4-42A2-9805-A86C273FE3AF}" type="datetime1">
              <a:rPr lang="en-US" smtClean="0">
                <a:solidFill>
                  <a:srgbClr val="000000">
                    <a:tint val="75000"/>
                  </a:srgbClr>
                </a:solidFill>
              </a:rPr>
              <a:pPr/>
              <a:t>1/8/2016</a:t>
            </a:fld>
            <a:endParaRPr lang="en-US" dirty="0">
              <a:solidFill>
                <a:srgbClr val="000000">
                  <a:tint val="75000"/>
                </a:srgbClr>
              </a:solidFill>
            </a:endParaRPr>
          </a:p>
        </p:txBody>
      </p:sp>
      <p:sp>
        <p:nvSpPr>
          <p:cNvPr id="3" name="Footer Placeholder 2"/>
          <p:cNvSpPr>
            <a:spLocks noGrp="1"/>
          </p:cNvSpPr>
          <p:nvPr>
            <p:ph type="ftr" sz="quarter" idx="16"/>
          </p:nvPr>
        </p:nvSpPr>
        <p:spPr>
          <a:xfrm>
            <a:off x="4998720" y="7627623"/>
            <a:ext cx="4632960" cy="438150"/>
          </a:xfrm>
          <a:prstGeom prst="rect">
            <a:avLst/>
          </a:prstGeom>
        </p:spPr>
        <p:txBody>
          <a:bodyPr/>
          <a:lstStyle/>
          <a:p>
            <a:r>
              <a:rPr lang="en-US" dirty="0" smtClean="0">
                <a:solidFill>
                  <a:srgbClr val="000000">
                    <a:tint val="75000"/>
                  </a:srgbClr>
                </a:solidFill>
              </a:rPr>
              <a:t>HP Confidential  |  NDA until October 13</a:t>
            </a:r>
            <a:endParaRPr lang="en-US" dirty="0">
              <a:solidFill>
                <a:srgbClr val="000000">
                  <a:tint val="75000"/>
                </a:srgbClr>
              </a:solidFill>
            </a:endParaRPr>
          </a:p>
        </p:txBody>
      </p:sp>
      <p:sp>
        <p:nvSpPr>
          <p:cNvPr id="4" name="Slide Number Placeholder 3"/>
          <p:cNvSpPr>
            <a:spLocks noGrp="1"/>
          </p:cNvSpPr>
          <p:nvPr>
            <p:ph type="sldNum" sz="quarter" idx="17"/>
          </p:nvPr>
        </p:nvSpPr>
        <p:spPr>
          <a:xfrm>
            <a:off x="13898884" y="7730069"/>
            <a:ext cx="594747" cy="438150"/>
          </a:xfrm>
          <a:prstGeom prst="rect">
            <a:avLst/>
          </a:prstGeom>
        </p:spPr>
        <p:txBody>
          <a:bodyPr/>
          <a:lstStyle/>
          <a:p>
            <a:fld id="{39FE57C1-99E3-4342-90AE-63D315326D4A}"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823355301"/>
      </p:ext>
    </p:extLst>
  </p:cSld>
  <p:clrMapOvr>
    <a:masterClrMapping/>
  </p:clrMapOvr>
  <p:transition>
    <p:fade thruBlk="1"/>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Section Divider">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5614" y="4161211"/>
            <a:ext cx="12835424" cy="1654373"/>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10600" b="0" i="0" u="none" strike="noStrike" kern="1200" cap="none" spc="-144" normalizeH="0" baseline="0" dirty="0" smtClean="0">
                <a:ln w="3175">
                  <a:noFill/>
                </a:ln>
                <a:solidFill>
                  <a:schemeClr val="tx1">
                    <a:alpha val="99000"/>
                  </a:schemeClr>
                </a:solidFill>
                <a:effectLst/>
                <a:uLnTx/>
                <a:uFillTx/>
                <a:latin typeface="Segoe UI Light"/>
                <a:ea typeface="+mn-ea"/>
                <a:cs typeface="Arial" charset="0"/>
              </a:defRPr>
            </a:lvl1pPr>
          </a:lstStyle>
          <a:p>
            <a:pPr lvl="0"/>
            <a:r>
              <a:rPr lang="en-US" dirty="0" smtClean="0"/>
              <a:t>Click to edit Master text styles</a:t>
            </a:r>
          </a:p>
        </p:txBody>
      </p:sp>
      <p:pic>
        <p:nvPicPr>
          <p:cNvPr id="8" name="Picture 7"/>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996742" y="7605658"/>
            <a:ext cx="3008657" cy="349624"/>
          </a:xfrm>
          <a:prstGeom prst="rect">
            <a:avLst/>
          </a:prstGeom>
        </p:spPr>
      </p:pic>
    </p:spTree>
    <p:extLst>
      <p:ext uri="{BB962C8B-B14F-4D97-AF65-F5344CB8AC3E}">
        <p14:creationId xmlns:p14="http://schemas.microsoft.com/office/powerpoint/2010/main" val="311458873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2"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smtClean="0"/>
              <a:t>Click to edit Master text styles</a:t>
            </a:r>
          </a:p>
          <a:p>
            <a:pPr lvl="1"/>
            <a:r>
              <a:rPr lang="en-US" dirty="0" smtClean="0"/>
              <a:t>Second level</a:t>
            </a:r>
          </a:p>
        </p:txBody>
      </p:sp>
    </p:spTree>
    <p:extLst>
      <p:ext uri="{BB962C8B-B14F-4D97-AF65-F5344CB8AC3E}">
        <p14:creationId xmlns:p14="http://schemas.microsoft.com/office/powerpoint/2010/main" val="3734403289"/>
      </p:ext>
    </p:extLst>
  </p:cSld>
  <p:clrMapOvr>
    <a:masterClrMapping/>
  </p:clrMapOvr>
  <p:transition>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2" y="1737363"/>
            <a:ext cx="13382301" cy="240527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92704876"/>
      </p:ext>
    </p:extLst>
  </p:cSld>
  <p:clrMapOvr>
    <a:masterClrMapping/>
  </p:clrMapOvr>
  <p:transition>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23102" y="1737363"/>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36496945"/>
      </p:ext>
    </p:extLst>
  </p:cSld>
  <p:clrMapOvr>
    <a:masterClrMapping/>
  </p:clrMapOvr>
  <p:transition>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3428751601"/>
      </p:ext>
    </p:extLst>
  </p:cSld>
  <p:clrMapOvr>
    <a:masterClrMapping/>
  </p:clrMapOvr>
  <p:transition>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663262"/>
      </p:ext>
    </p:extLst>
  </p:cSld>
  <p:clrMapOvr>
    <a:masterClrMapping/>
  </p:clrMapOvr>
  <p:transition>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376374"/>
      </p:ext>
    </p:extLst>
  </p:cSld>
  <p:clrMapOvr>
    <a:masterClrMapping/>
  </p:clrMapOvr>
  <p:transition>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819" tIns="91408" rIns="182819" bIns="91408"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2641870578"/>
      </p:ext>
    </p:extLst>
  </p:cSld>
  <p:clrMapOvr>
    <a:masterClrMapping/>
  </p:clrMapOvr>
  <p:transition>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5613" y="4161223"/>
            <a:ext cx="12835424" cy="1654373"/>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10600" b="0" i="0" u="none" strike="noStrike" kern="1200" cap="none" spc="-144" normalizeH="0" baseline="0" dirty="0" smtClean="0">
                <a:ln w="3175">
                  <a:noFill/>
                </a:ln>
                <a:solidFill>
                  <a:schemeClr val="tx1">
                    <a:alpha val="99000"/>
                  </a:schemeClr>
                </a:solidFill>
                <a:effectLst/>
                <a:uLnTx/>
                <a:uFillTx/>
                <a:latin typeface="Segoe UI Light"/>
                <a:ea typeface="+mn-ea"/>
                <a:cs typeface="Arial" charset="0"/>
              </a:defRPr>
            </a:lvl1pPr>
          </a:lstStyle>
          <a:p>
            <a:pPr lvl="0"/>
            <a:r>
              <a:rPr lang="en-US" dirty="0" smtClean="0"/>
              <a:t>Click to edit Master text styles</a:t>
            </a:r>
          </a:p>
        </p:txBody>
      </p:sp>
      <p:pic>
        <p:nvPicPr>
          <p:cNvPr id="8" name="Picture 7"/>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996741" y="7605722"/>
            <a:ext cx="3008656" cy="349624"/>
          </a:xfrm>
          <a:prstGeom prst="rect">
            <a:avLst/>
          </a:prstGeom>
        </p:spPr>
      </p:pic>
    </p:spTree>
    <p:extLst>
      <p:ext uri="{BB962C8B-B14F-4D97-AF65-F5344CB8AC3E}">
        <p14:creationId xmlns:p14="http://schemas.microsoft.com/office/powerpoint/2010/main" val="38886424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smtClean="0"/>
              <a:t>Click to edit Master text styles</a:t>
            </a:r>
          </a:p>
          <a:p>
            <a:pPr lvl="1"/>
            <a:r>
              <a:rPr lang="en-US" dirty="0" smtClean="0"/>
              <a:t>Second level</a:t>
            </a:r>
          </a:p>
        </p:txBody>
      </p:sp>
    </p:spTree>
    <p:extLst>
      <p:ext uri="{BB962C8B-B14F-4D97-AF65-F5344CB8AC3E}">
        <p14:creationId xmlns:p14="http://schemas.microsoft.com/office/powerpoint/2010/main" val="1223566656"/>
      </p:ext>
    </p:extLst>
  </p:cSld>
  <p:clrMapOvr>
    <a:masterClrMapping/>
  </p:clrMapOvr>
  <p:transition>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63223679"/>
      </p:ext>
    </p:extLst>
  </p:cSld>
  <p:clrMapOvr>
    <a:masterClrMapping/>
  </p:clrMapOvr>
  <p:transition>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6"/>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615477" y="5212148"/>
            <a:ext cx="9018714"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647"/>
            <a:ext cx="1915282" cy="322040"/>
          </a:xfrm>
          <a:prstGeom prst="rect">
            <a:avLst/>
          </a:prstGeom>
          <a:noFill/>
          <a:ln>
            <a:noFill/>
          </a:ln>
        </p:spPr>
      </p:pic>
      <p:pic>
        <p:nvPicPr>
          <p:cNvPr id="7" name="Picture 6"/>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099" y="274322"/>
            <a:ext cx="2998173" cy="348406"/>
          </a:xfrm>
          <a:prstGeom prst="rect">
            <a:avLst/>
          </a:prstGeom>
        </p:spPr>
      </p:pic>
    </p:spTree>
    <p:extLst>
      <p:ext uri="{BB962C8B-B14F-4D97-AF65-F5344CB8AC3E}">
        <p14:creationId xmlns:p14="http://schemas.microsoft.com/office/powerpoint/2010/main" val="359416773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5"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5"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smtClean="0"/>
              <a:t>Click to edit Master text styles</a:t>
            </a:r>
          </a:p>
          <a:p>
            <a:pPr lvl="1"/>
            <a:r>
              <a:rPr lang="en-US" dirty="0" smtClean="0"/>
              <a:t>Second level</a:t>
            </a:r>
          </a:p>
        </p:txBody>
      </p:sp>
    </p:spTree>
    <p:extLst>
      <p:ext uri="{BB962C8B-B14F-4D97-AF65-F5344CB8AC3E}">
        <p14:creationId xmlns:p14="http://schemas.microsoft.com/office/powerpoint/2010/main" val="571933850"/>
      </p:ext>
    </p:extLst>
  </p:cSld>
  <p:clrMapOvr>
    <a:masterClrMapping/>
  </p:clrMapOvr>
  <p:transition>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5" y="274323"/>
            <a:ext cx="13382301" cy="914096"/>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623105" y="1737364"/>
            <a:ext cx="13382301" cy="240527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65938063"/>
      </p:ext>
    </p:extLst>
  </p:cSld>
  <p:clrMapOvr>
    <a:masterClrMapping/>
  </p:clrMapOvr>
  <p:transition>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23105"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17540628"/>
      </p:ext>
    </p:extLst>
  </p:cSld>
  <p:clrMapOvr>
    <a:masterClrMapping/>
  </p:clrMapOvr>
  <p:transition>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164576097"/>
      </p:ext>
    </p:extLst>
  </p:cSld>
  <p:clrMapOvr>
    <a:masterClrMapping/>
  </p:clrMapOvr>
  <p:transition>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457344"/>
      </p:ext>
    </p:extLst>
  </p:cSld>
  <p:clrMapOvr>
    <a:masterClrMapping/>
  </p:clrMapOvr>
  <p:transition>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5"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26040875"/>
      </p:ext>
    </p:extLst>
  </p:cSld>
  <p:clrMapOvr>
    <a:masterClrMapping/>
  </p:clrMapOvr>
  <p:transition>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105"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78" tIns="91390" rIns="182778" bIns="91390"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4202441366"/>
      </p:ext>
    </p:extLst>
  </p:cSld>
  <p:clrMapOvr>
    <a:masterClrMapping/>
  </p:clrMapOvr>
  <p:transition>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6920"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615481"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6920"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3" y="274320"/>
            <a:ext cx="2998173" cy="348406"/>
          </a:xfrm>
          <a:prstGeom prst="rect">
            <a:avLst/>
          </a:prstGeom>
        </p:spPr>
      </p:pic>
    </p:spTree>
    <p:extLst>
      <p:ext uri="{BB962C8B-B14F-4D97-AF65-F5344CB8AC3E}">
        <p14:creationId xmlns:p14="http://schemas.microsoft.com/office/powerpoint/2010/main" val="383996063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Four Content + Item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193235" y="1438285"/>
            <a:ext cx="5015267" cy="1601977"/>
          </a:xfrm>
        </p:spPr>
        <p:txBody>
          <a:bodyPr/>
          <a:lstStyle>
            <a:lvl1pPr marL="407576" indent="-407576">
              <a:lnSpc>
                <a:spcPct val="90000"/>
              </a:lnSpc>
              <a:defRPr sz="2400"/>
            </a:lvl1pPr>
            <a:lvl2pPr marL="807225" indent="-390130">
              <a:lnSpc>
                <a:spcPct val="90000"/>
              </a:lnSpc>
              <a:defRPr sz="2200"/>
            </a:lvl2pPr>
            <a:lvl3pPr marL="1143437" indent="-345727">
              <a:lnSpc>
                <a:spcPct val="90000"/>
              </a:lnSpc>
              <a:defRPr sz="1900"/>
            </a:lvl3pPr>
            <a:lvl4pPr marL="1471716" indent="-328282">
              <a:lnSpc>
                <a:spcPct val="90000"/>
              </a:lnSpc>
              <a:defRPr sz="1700"/>
            </a:lvl4pPr>
            <a:lvl5pPr marL="1817442" indent="-336210">
              <a:lnSpc>
                <a:spcPct val="90000"/>
              </a:lnSpc>
              <a:defRPr sz="1700"/>
            </a:lvl5pPr>
            <a:lvl6pPr>
              <a:defRPr sz="2200"/>
            </a:lvl6pPr>
            <a:lvl7pPr>
              <a:defRPr sz="2200"/>
            </a:lvl7pPr>
            <a:lvl8pPr>
              <a:defRPr sz="2200"/>
            </a:lvl8pPr>
            <a:lvl9pPr>
              <a:defRPr sz="2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9123146" y="1438285"/>
            <a:ext cx="5065177" cy="1601977"/>
          </a:xfrm>
        </p:spPr>
        <p:txBody>
          <a:bodyPr/>
          <a:lstStyle>
            <a:lvl1pPr marL="417086" indent="-417086">
              <a:lnSpc>
                <a:spcPct val="90000"/>
              </a:lnSpc>
              <a:defRPr sz="2400"/>
            </a:lvl1pPr>
            <a:lvl2pPr marL="807225" indent="-407576">
              <a:lnSpc>
                <a:spcPct val="90000"/>
              </a:lnSpc>
              <a:defRPr sz="2200"/>
            </a:lvl2pPr>
            <a:lvl3pPr marL="1152951" indent="-363167">
              <a:lnSpc>
                <a:spcPct val="90000"/>
              </a:lnSpc>
              <a:defRPr sz="1900"/>
            </a:lvl3pPr>
            <a:lvl4pPr marL="1471716" indent="-318768">
              <a:lnSpc>
                <a:spcPct val="90000"/>
              </a:lnSpc>
              <a:defRPr sz="1700"/>
            </a:lvl4pPr>
            <a:lvl5pPr marL="1817442" indent="-328282">
              <a:lnSpc>
                <a:spcPct val="90000"/>
              </a:lnSpc>
              <a:defRPr sz="1700"/>
            </a:lvl5pPr>
            <a:lvl6pPr>
              <a:defRPr sz="2200"/>
            </a:lvl6pPr>
            <a:lvl7pPr>
              <a:defRPr sz="2200"/>
            </a:lvl7pPr>
            <a:lvl8pPr>
              <a:defRPr sz="2200"/>
            </a:lvl8pPr>
            <a:lvl9pPr>
              <a:defRPr sz="2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17" name="Group 16"/>
          <p:cNvGrpSpPr/>
          <p:nvPr userDrawn="1"/>
        </p:nvGrpSpPr>
        <p:grpSpPr>
          <a:xfrm>
            <a:off x="13019685" y="290775"/>
            <a:ext cx="1299463" cy="214946"/>
            <a:chOff x="3602038" y="1063626"/>
            <a:chExt cx="4365626" cy="722312"/>
          </a:xfrm>
        </p:grpSpPr>
        <p:sp>
          <p:nvSpPr>
            <p:cNvPr id="18" name="Freeform 17"/>
            <p:cNvSpPr>
              <a:spLocks/>
            </p:cNvSpPr>
            <p:nvPr/>
          </p:nvSpPr>
          <p:spPr bwMode="auto">
            <a:xfrm>
              <a:off x="3602038" y="1074738"/>
              <a:ext cx="884238" cy="679450"/>
            </a:xfrm>
            <a:custGeom>
              <a:avLst/>
              <a:gdLst>
                <a:gd name="T0" fmla="*/ 0 w 557"/>
                <a:gd name="T1" fmla="*/ 428 h 428"/>
                <a:gd name="T2" fmla="*/ 93 w 557"/>
                <a:gd name="T3" fmla="*/ 0 h 428"/>
                <a:gd name="T4" fmla="*/ 265 w 557"/>
                <a:gd name="T5" fmla="*/ 0 h 428"/>
                <a:gd name="T6" fmla="*/ 273 w 557"/>
                <a:gd name="T7" fmla="*/ 238 h 428"/>
                <a:gd name="T8" fmla="*/ 385 w 557"/>
                <a:gd name="T9" fmla="*/ 0 h 428"/>
                <a:gd name="T10" fmla="*/ 557 w 557"/>
                <a:gd name="T11" fmla="*/ 0 h 428"/>
                <a:gd name="T12" fmla="*/ 459 w 557"/>
                <a:gd name="T13" fmla="*/ 428 h 428"/>
                <a:gd name="T14" fmla="*/ 339 w 557"/>
                <a:gd name="T15" fmla="*/ 428 h 428"/>
                <a:gd name="T16" fmla="*/ 389 w 557"/>
                <a:gd name="T17" fmla="*/ 199 h 428"/>
                <a:gd name="T18" fmla="*/ 273 w 557"/>
                <a:gd name="T19" fmla="*/ 428 h 428"/>
                <a:gd name="T20" fmla="*/ 187 w 557"/>
                <a:gd name="T21" fmla="*/ 428 h 428"/>
                <a:gd name="T22" fmla="*/ 179 w 557"/>
                <a:gd name="T23" fmla="*/ 199 h 428"/>
                <a:gd name="T24" fmla="*/ 125 w 557"/>
                <a:gd name="T25" fmla="*/ 428 h 428"/>
                <a:gd name="T26" fmla="*/ 0 w 557"/>
                <a:gd name="T27" fmla="*/ 428 h 428"/>
                <a:gd name="T28" fmla="*/ 0 w 557"/>
                <a:gd name="T29" fmla="*/ 42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7" h="428">
                  <a:moveTo>
                    <a:pt x="0" y="428"/>
                  </a:moveTo>
                  <a:lnTo>
                    <a:pt x="93" y="0"/>
                  </a:lnTo>
                  <a:lnTo>
                    <a:pt x="265" y="0"/>
                  </a:lnTo>
                  <a:lnTo>
                    <a:pt x="273" y="238"/>
                  </a:lnTo>
                  <a:lnTo>
                    <a:pt x="385" y="0"/>
                  </a:lnTo>
                  <a:lnTo>
                    <a:pt x="557" y="0"/>
                  </a:lnTo>
                  <a:lnTo>
                    <a:pt x="459" y="428"/>
                  </a:lnTo>
                  <a:lnTo>
                    <a:pt x="339" y="428"/>
                  </a:lnTo>
                  <a:lnTo>
                    <a:pt x="389" y="199"/>
                  </a:lnTo>
                  <a:lnTo>
                    <a:pt x="273" y="428"/>
                  </a:lnTo>
                  <a:lnTo>
                    <a:pt x="187" y="428"/>
                  </a:lnTo>
                  <a:lnTo>
                    <a:pt x="179" y="199"/>
                  </a:lnTo>
                  <a:lnTo>
                    <a:pt x="125" y="428"/>
                  </a:lnTo>
                  <a:lnTo>
                    <a:pt x="0" y="428"/>
                  </a:lnTo>
                  <a:lnTo>
                    <a:pt x="0" y="428"/>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19" name="Freeform 18"/>
            <p:cNvSpPr>
              <a:spLocks/>
            </p:cNvSpPr>
            <p:nvPr/>
          </p:nvSpPr>
          <p:spPr bwMode="auto">
            <a:xfrm>
              <a:off x="4510088" y="1074738"/>
              <a:ext cx="204788" cy="111125"/>
            </a:xfrm>
            <a:custGeom>
              <a:avLst/>
              <a:gdLst>
                <a:gd name="T0" fmla="*/ 0 w 129"/>
                <a:gd name="T1" fmla="*/ 70 h 70"/>
                <a:gd name="T2" fmla="*/ 113 w 129"/>
                <a:gd name="T3" fmla="*/ 70 h 70"/>
                <a:gd name="T4" fmla="*/ 129 w 129"/>
                <a:gd name="T5" fmla="*/ 0 h 70"/>
                <a:gd name="T6" fmla="*/ 16 w 129"/>
                <a:gd name="T7" fmla="*/ 0 h 70"/>
                <a:gd name="T8" fmla="*/ 0 w 129"/>
                <a:gd name="T9" fmla="*/ 70 h 70"/>
                <a:gd name="T10" fmla="*/ 0 w 129"/>
                <a:gd name="T11" fmla="*/ 70 h 70"/>
              </a:gdLst>
              <a:ahLst/>
              <a:cxnLst>
                <a:cxn ang="0">
                  <a:pos x="T0" y="T1"/>
                </a:cxn>
                <a:cxn ang="0">
                  <a:pos x="T2" y="T3"/>
                </a:cxn>
                <a:cxn ang="0">
                  <a:pos x="T4" y="T5"/>
                </a:cxn>
                <a:cxn ang="0">
                  <a:pos x="T6" y="T7"/>
                </a:cxn>
                <a:cxn ang="0">
                  <a:pos x="T8" y="T9"/>
                </a:cxn>
                <a:cxn ang="0">
                  <a:pos x="T10" y="T11"/>
                </a:cxn>
              </a:cxnLst>
              <a:rect l="0" t="0" r="r" b="b"/>
              <a:pathLst>
                <a:path w="129" h="70">
                  <a:moveTo>
                    <a:pt x="0" y="70"/>
                  </a:moveTo>
                  <a:lnTo>
                    <a:pt x="113" y="70"/>
                  </a:lnTo>
                  <a:lnTo>
                    <a:pt x="129" y="0"/>
                  </a:lnTo>
                  <a:lnTo>
                    <a:pt x="16" y="0"/>
                  </a:lnTo>
                  <a:lnTo>
                    <a:pt x="0" y="70"/>
                  </a:lnTo>
                  <a:lnTo>
                    <a:pt x="0" y="70"/>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0" name="Freeform 19"/>
            <p:cNvSpPr>
              <a:spLocks/>
            </p:cNvSpPr>
            <p:nvPr/>
          </p:nvSpPr>
          <p:spPr bwMode="auto">
            <a:xfrm>
              <a:off x="4381501" y="1247776"/>
              <a:ext cx="296863" cy="506413"/>
            </a:xfrm>
            <a:custGeom>
              <a:avLst/>
              <a:gdLst>
                <a:gd name="T0" fmla="*/ 116 w 187"/>
                <a:gd name="T1" fmla="*/ 319 h 319"/>
                <a:gd name="T2" fmla="*/ 0 w 187"/>
                <a:gd name="T3" fmla="*/ 319 h 319"/>
                <a:gd name="T4" fmla="*/ 70 w 187"/>
                <a:gd name="T5" fmla="*/ 0 h 319"/>
                <a:gd name="T6" fmla="*/ 187 w 187"/>
                <a:gd name="T7" fmla="*/ 0 h 319"/>
                <a:gd name="T8" fmla="*/ 116 w 187"/>
                <a:gd name="T9" fmla="*/ 319 h 319"/>
                <a:gd name="T10" fmla="*/ 116 w 187"/>
                <a:gd name="T11" fmla="*/ 319 h 319"/>
              </a:gdLst>
              <a:ahLst/>
              <a:cxnLst>
                <a:cxn ang="0">
                  <a:pos x="T0" y="T1"/>
                </a:cxn>
                <a:cxn ang="0">
                  <a:pos x="T2" y="T3"/>
                </a:cxn>
                <a:cxn ang="0">
                  <a:pos x="T4" y="T5"/>
                </a:cxn>
                <a:cxn ang="0">
                  <a:pos x="T6" y="T7"/>
                </a:cxn>
                <a:cxn ang="0">
                  <a:pos x="T8" y="T9"/>
                </a:cxn>
                <a:cxn ang="0">
                  <a:pos x="T10" y="T11"/>
                </a:cxn>
              </a:cxnLst>
              <a:rect l="0" t="0" r="r" b="b"/>
              <a:pathLst>
                <a:path w="187" h="319">
                  <a:moveTo>
                    <a:pt x="116" y="319"/>
                  </a:moveTo>
                  <a:lnTo>
                    <a:pt x="0" y="319"/>
                  </a:lnTo>
                  <a:lnTo>
                    <a:pt x="70" y="0"/>
                  </a:lnTo>
                  <a:lnTo>
                    <a:pt x="187" y="0"/>
                  </a:lnTo>
                  <a:lnTo>
                    <a:pt x="116" y="319"/>
                  </a:lnTo>
                  <a:lnTo>
                    <a:pt x="116" y="319"/>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1" name="Freeform 20"/>
            <p:cNvSpPr>
              <a:spLocks/>
            </p:cNvSpPr>
            <p:nvPr/>
          </p:nvSpPr>
          <p:spPr bwMode="auto">
            <a:xfrm>
              <a:off x="5148263" y="1241426"/>
              <a:ext cx="431800" cy="512763"/>
            </a:xfrm>
            <a:custGeom>
              <a:avLst/>
              <a:gdLst>
                <a:gd name="T0" fmla="*/ 19 w 70"/>
                <a:gd name="T1" fmla="*/ 1 h 83"/>
                <a:gd name="T2" fmla="*/ 45 w 70"/>
                <a:gd name="T3" fmla="*/ 1 h 83"/>
                <a:gd name="T4" fmla="*/ 43 w 70"/>
                <a:gd name="T5" fmla="*/ 12 h 83"/>
                <a:gd name="T6" fmla="*/ 56 w 70"/>
                <a:gd name="T7" fmla="*/ 2 h 83"/>
                <a:gd name="T8" fmla="*/ 70 w 70"/>
                <a:gd name="T9" fmla="*/ 0 h 83"/>
                <a:gd name="T10" fmla="*/ 64 w 70"/>
                <a:gd name="T11" fmla="*/ 27 h 83"/>
                <a:gd name="T12" fmla="*/ 35 w 70"/>
                <a:gd name="T13" fmla="*/ 54 h 83"/>
                <a:gd name="T14" fmla="*/ 28 w 70"/>
                <a:gd name="T15" fmla="*/ 83 h 83"/>
                <a:gd name="T16" fmla="*/ 0 w 70"/>
                <a:gd name="T17" fmla="*/ 83 h 83"/>
                <a:gd name="T18" fmla="*/ 19 w 70"/>
                <a:gd name="T19"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83">
                  <a:moveTo>
                    <a:pt x="19" y="1"/>
                  </a:moveTo>
                  <a:cubicBezTo>
                    <a:pt x="45" y="1"/>
                    <a:pt x="45" y="1"/>
                    <a:pt x="45" y="1"/>
                  </a:cubicBezTo>
                  <a:cubicBezTo>
                    <a:pt x="43" y="12"/>
                    <a:pt x="43" y="12"/>
                    <a:pt x="43" y="12"/>
                  </a:cubicBezTo>
                  <a:cubicBezTo>
                    <a:pt x="46" y="7"/>
                    <a:pt x="51" y="4"/>
                    <a:pt x="56" y="2"/>
                  </a:cubicBezTo>
                  <a:cubicBezTo>
                    <a:pt x="61" y="1"/>
                    <a:pt x="65" y="0"/>
                    <a:pt x="70" y="0"/>
                  </a:cubicBezTo>
                  <a:cubicBezTo>
                    <a:pt x="64" y="27"/>
                    <a:pt x="64" y="27"/>
                    <a:pt x="64" y="27"/>
                  </a:cubicBezTo>
                  <a:cubicBezTo>
                    <a:pt x="62" y="27"/>
                    <a:pt x="41" y="23"/>
                    <a:pt x="35" y="54"/>
                  </a:cubicBezTo>
                  <a:cubicBezTo>
                    <a:pt x="28" y="83"/>
                    <a:pt x="28" y="83"/>
                    <a:pt x="28" y="83"/>
                  </a:cubicBezTo>
                  <a:cubicBezTo>
                    <a:pt x="0" y="83"/>
                    <a:pt x="0" y="83"/>
                    <a:pt x="0" y="83"/>
                  </a:cubicBezTo>
                  <a:cubicBezTo>
                    <a:pt x="19" y="1"/>
                    <a:pt x="19" y="1"/>
                    <a:pt x="19" y="1"/>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2" name="Freeform 21"/>
            <p:cNvSpPr>
              <a:spLocks/>
            </p:cNvSpPr>
            <p:nvPr/>
          </p:nvSpPr>
          <p:spPr bwMode="auto">
            <a:xfrm>
              <a:off x="4510088" y="1217613"/>
              <a:ext cx="700088" cy="555625"/>
            </a:xfrm>
            <a:custGeom>
              <a:avLst/>
              <a:gdLst>
                <a:gd name="T0" fmla="*/ 106 w 113"/>
                <a:gd name="T1" fmla="*/ 57 h 90"/>
                <a:gd name="T2" fmla="*/ 56 w 113"/>
                <a:gd name="T3" fmla="*/ 90 h 90"/>
                <a:gd name="T4" fmla="*/ 77 w 113"/>
                <a:gd name="T5" fmla="*/ 3 h 90"/>
                <a:gd name="T6" fmla="*/ 111 w 113"/>
                <a:gd name="T7" fmla="*/ 36 h 90"/>
                <a:gd name="T8" fmla="*/ 80 w 113"/>
                <a:gd name="T9" fmla="*/ 36 h 90"/>
                <a:gd name="T10" fmla="*/ 72 w 113"/>
                <a:gd name="T11" fmla="*/ 23 h 90"/>
                <a:gd name="T12" fmla="*/ 61 w 113"/>
                <a:gd name="T13" fmla="*/ 69 h 90"/>
                <a:gd name="T14" fmla="*/ 75 w 113"/>
                <a:gd name="T15" fmla="*/ 57 h 90"/>
                <a:gd name="T16" fmla="*/ 106 w 113"/>
                <a:gd name="T17" fmla="*/ 5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90">
                  <a:moveTo>
                    <a:pt x="106" y="57"/>
                  </a:moveTo>
                  <a:cubicBezTo>
                    <a:pt x="106" y="58"/>
                    <a:pt x="97" y="90"/>
                    <a:pt x="56" y="90"/>
                  </a:cubicBezTo>
                  <a:cubicBezTo>
                    <a:pt x="0" y="88"/>
                    <a:pt x="15" y="0"/>
                    <a:pt x="77" y="3"/>
                  </a:cubicBezTo>
                  <a:cubicBezTo>
                    <a:pt x="113" y="5"/>
                    <a:pt x="111" y="35"/>
                    <a:pt x="111" y="36"/>
                  </a:cubicBezTo>
                  <a:cubicBezTo>
                    <a:pt x="80" y="36"/>
                    <a:pt x="80" y="36"/>
                    <a:pt x="80" y="36"/>
                  </a:cubicBezTo>
                  <a:cubicBezTo>
                    <a:pt x="80" y="35"/>
                    <a:pt x="81" y="22"/>
                    <a:pt x="72" y="23"/>
                  </a:cubicBezTo>
                  <a:cubicBezTo>
                    <a:pt x="54" y="23"/>
                    <a:pt x="41" y="68"/>
                    <a:pt x="61" y="69"/>
                  </a:cubicBezTo>
                  <a:cubicBezTo>
                    <a:pt x="70" y="69"/>
                    <a:pt x="74" y="58"/>
                    <a:pt x="75" y="57"/>
                  </a:cubicBezTo>
                  <a:cubicBezTo>
                    <a:pt x="106" y="57"/>
                    <a:pt x="106" y="57"/>
                    <a:pt x="106" y="5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3" name="Freeform 22"/>
            <p:cNvSpPr>
              <a:spLocks noEditPoints="1"/>
            </p:cNvSpPr>
            <p:nvPr/>
          </p:nvSpPr>
          <p:spPr bwMode="auto">
            <a:xfrm>
              <a:off x="6427788" y="1211263"/>
              <a:ext cx="846138" cy="574675"/>
            </a:xfrm>
            <a:custGeom>
              <a:avLst/>
              <a:gdLst>
                <a:gd name="T0" fmla="*/ 60 w 137"/>
                <a:gd name="T1" fmla="*/ 91 h 93"/>
                <a:gd name="T2" fmla="*/ 79 w 137"/>
                <a:gd name="T3" fmla="*/ 3 h 93"/>
                <a:gd name="T4" fmla="*/ 60 w 137"/>
                <a:gd name="T5" fmla="*/ 91 h 93"/>
                <a:gd name="T6" fmla="*/ 77 w 137"/>
                <a:gd name="T7" fmla="*/ 22 h 93"/>
                <a:gd name="T8" fmla="*/ 61 w 137"/>
                <a:gd name="T9" fmla="*/ 70 h 93"/>
                <a:gd name="T10" fmla="*/ 77 w 137"/>
                <a:gd name="T11" fmla="*/ 22 h 93"/>
              </a:gdLst>
              <a:ahLst/>
              <a:cxnLst>
                <a:cxn ang="0">
                  <a:pos x="T0" y="T1"/>
                </a:cxn>
                <a:cxn ang="0">
                  <a:pos x="T2" y="T3"/>
                </a:cxn>
                <a:cxn ang="0">
                  <a:pos x="T4" y="T5"/>
                </a:cxn>
                <a:cxn ang="0">
                  <a:pos x="T6" y="T7"/>
                </a:cxn>
                <a:cxn ang="0">
                  <a:pos x="T8" y="T9"/>
                </a:cxn>
                <a:cxn ang="0">
                  <a:pos x="T10" y="T11"/>
                </a:cxn>
              </a:cxnLst>
              <a:rect l="0" t="0" r="r" b="b"/>
              <a:pathLst>
                <a:path w="137" h="93">
                  <a:moveTo>
                    <a:pt x="60" y="91"/>
                  </a:moveTo>
                  <a:cubicBezTo>
                    <a:pt x="0" y="88"/>
                    <a:pt x="18" y="0"/>
                    <a:pt x="79" y="3"/>
                  </a:cubicBezTo>
                  <a:cubicBezTo>
                    <a:pt x="137" y="6"/>
                    <a:pt x="120" y="93"/>
                    <a:pt x="60" y="91"/>
                  </a:cubicBezTo>
                  <a:close/>
                  <a:moveTo>
                    <a:pt x="77" y="22"/>
                  </a:moveTo>
                  <a:cubicBezTo>
                    <a:pt x="57" y="18"/>
                    <a:pt x="43" y="66"/>
                    <a:pt x="61" y="70"/>
                  </a:cubicBezTo>
                  <a:cubicBezTo>
                    <a:pt x="82"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4" name="Freeform 23"/>
            <p:cNvSpPr>
              <a:spLocks/>
            </p:cNvSpPr>
            <p:nvPr/>
          </p:nvSpPr>
          <p:spPr bwMode="auto">
            <a:xfrm>
              <a:off x="7126288" y="1063626"/>
              <a:ext cx="655638" cy="703263"/>
            </a:xfrm>
            <a:custGeom>
              <a:avLst/>
              <a:gdLst>
                <a:gd name="T0" fmla="*/ 59 w 106"/>
                <a:gd name="T1" fmla="*/ 18 h 114"/>
                <a:gd name="T2" fmla="*/ 48 w 106"/>
                <a:gd name="T3" fmla="*/ 28 h 114"/>
                <a:gd name="T4" fmla="*/ 47 w 106"/>
                <a:gd name="T5" fmla="*/ 30 h 114"/>
                <a:gd name="T6" fmla="*/ 64 w 106"/>
                <a:gd name="T7" fmla="*/ 30 h 114"/>
                <a:gd name="T8" fmla="*/ 69 w 106"/>
                <a:gd name="T9" fmla="*/ 11 h 114"/>
                <a:gd name="T10" fmla="*/ 96 w 106"/>
                <a:gd name="T11" fmla="*/ 11 h 114"/>
                <a:gd name="T12" fmla="*/ 92 w 106"/>
                <a:gd name="T13" fmla="*/ 30 h 114"/>
                <a:gd name="T14" fmla="*/ 106 w 106"/>
                <a:gd name="T15" fmla="*/ 30 h 114"/>
                <a:gd name="T16" fmla="*/ 101 w 106"/>
                <a:gd name="T17" fmla="*/ 49 h 114"/>
                <a:gd name="T18" fmla="*/ 87 w 106"/>
                <a:gd name="T19" fmla="*/ 49 h 114"/>
                <a:gd name="T20" fmla="*/ 80 w 106"/>
                <a:gd name="T21" fmla="*/ 85 h 114"/>
                <a:gd name="T22" fmla="*/ 79 w 106"/>
                <a:gd name="T23" fmla="*/ 91 h 114"/>
                <a:gd name="T24" fmla="*/ 92 w 106"/>
                <a:gd name="T25" fmla="*/ 93 h 114"/>
                <a:gd name="T26" fmla="*/ 88 w 106"/>
                <a:gd name="T27" fmla="*/ 112 h 114"/>
                <a:gd name="T28" fmla="*/ 56 w 106"/>
                <a:gd name="T29" fmla="*/ 109 h 114"/>
                <a:gd name="T30" fmla="*/ 51 w 106"/>
                <a:gd name="T31" fmla="*/ 91 h 114"/>
                <a:gd name="T32" fmla="*/ 60 w 106"/>
                <a:gd name="T33" fmla="*/ 49 h 114"/>
                <a:gd name="T34" fmla="*/ 44 w 106"/>
                <a:gd name="T35" fmla="*/ 49 h 114"/>
                <a:gd name="T36" fmla="*/ 30 w 106"/>
                <a:gd name="T37" fmla="*/ 112 h 114"/>
                <a:gd name="T38" fmla="*/ 1 w 106"/>
                <a:gd name="T39" fmla="*/ 112 h 114"/>
                <a:gd name="T40" fmla="*/ 15 w 106"/>
                <a:gd name="T41" fmla="*/ 49 h 114"/>
                <a:gd name="T42" fmla="*/ 0 w 106"/>
                <a:gd name="T43" fmla="*/ 49 h 114"/>
                <a:gd name="T44" fmla="*/ 4 w 106"/>
                <a:gd name="T45" fmla="*/ 30 h 114"/>
                <a:gd name="T46" fmla="*/ 18 w 106"/>
                <a:gd name="T47" fmla="*/ 30 h 114"/>
                <a:gd name="T48" fmla="*/ 30 w 106"/>
                <a:gd name="T49" fmla="*/ 7 h 114"/>
                <a:gd name="T50" fmla="*/ 62 w 106"/>
                <a:gd name="T51" fmla="*/ 3 h 114"/>
                <a:gd name="T52" fmla="*/ 59 w 106"/>
                <a:gd name="T53" fmla="*/ 1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 h="114">
                  <a:moveTo>
                    <a:pt x="59" y="18"/>
                  </a:moveTo>
                  <a:cubicBezTo>
                    <a:pt x="50" y="18"/>
                    <a:pt x="49" y="22"/>
                    <a:pt x="48" y="28"/>
                  </a:cubicBezTo>
                  <a:cubicBezTo>
                    <a:pt x="47" y="30"/>
                    <a:pt x="47" y="30"/>
                    <a:pt x="47" y="30"/>
                  </a:cubicBezTo>
                  <a:cubicBezTo>
                    <a:pt x="64" y="30"/>
                    <a:pt x="64" y="30"/>
                    <a:pt x="64" y="30"/>
                  </a:cubicBezTo>
                  <a:cubicBezTo>
                    <a:pt x="69" y="11"/>
                    <a:pt x="69" y="11"/>
                    <a:pt x="69" y="11"/>
                  </a:cubicBezTo>
                  <a:cubicBezTo>
                    <a:pt x="96" y="11"/>
                    <a:pt x="96" y="11"/>
                    <a:pt x="96" y="11"/>
                  </a:cubicBezTo>
                  <a:cubicBezTo>
                    <a:pt x="92" y="30"/>
                    <a:pt x="92" y="30"/>
                    <a:pt x="92" y="30"/>
                  </a:cubicBezTo>
                  <a:cubicBezTo>
                    <a:pt x="106" y="30"/>
                    <a:pt x="106" y="30"/>
                    <a:pt x="106" y="30"/>
                  </a:cubicBezTo>
                  <a:cubicBezTo>
                    <a:pt x="101" y="49"/>
                    <a:pt x="101" y="49"/>
                    <a:pt x="101" y="49"/>
                  </a:cubicBezTo>
                  <a:cubicBezTo>
                    <a:pt x="87" y="49"/>
                    <a:pt x="87" y="49"/>
                    <a:pt x="87" y="49"/>
                  </a:cubicBezTo>
                  <a:cubicBezTo>
                    <a:pt x="80" y="85"/>
                    <a:pt x="80" y="85"/>
                    <a:pt x="80" y="85"/>
                  </a:cubicBezTo>
                  <a:cubicBezTo>
                    <a:pt x="79" y="87"/>
                    <a:pt x="79" y="89"/>
                    <a:pt x="79" y="91"/>
                  </a:cubicBezTo>
                  <a:cubicBezTo>
                    <a:pt x="81" y="94"/>
                    <a:pt x="92" y="93"/>
                    <a:pt x="92" y="93"/>
                  </a:cubicBezTo>
                  <a:cubicBezTo>
                    <a:pt x="88" y="112"/>
                    <a:pt x="88" y="112"/>
                    <a:pt x="88" y="112"/>
                  </a:cubicBezTo>
                  <a:cubicBezTo>
                    <a:pt x="88" y="112"/>
                    <a:pt x="64" y="114"/>
                    <a:pt x="56" y="109"/>
                  </a:cubicBezTo>
                  <a:cubicBezTo>
                    <a:pt x="52" y="106"/>
                    <a:pt x="49" y="101"/>
                    <a:pt x="51" y="91"/>
                  </a:cubicBezTo>
                  <a:cubicBezTo>
                    <a:pt x="60" y="49"/>
                    <a:pt x="60" y="49"/>
                    <a:pt x="60" y="49"/>
                  </a:cubicBezTo>
                  <a:cubicBezTo>
                    <a:pt x="44" y="49"/>
                    <a:pt x="44" y="49"/>
                    <a:pt x="44" y="49"/>
                  </a:cubicBezTo>
                  <a:cubicBezTo>
                    <a:pt x="30" y="112"/>
                    <a:pt x="30" y="112"/>
                    <a:pt x="30" y="112"/>
                  </a:cubicBezTo>
                  <a:cubicBezTo>
                    <a:pt x="1" y="112"/>
                    <a:pt x="1" y="112"/>
                    <a:pt x="1" y="112"/>
                  </a:cubicBezTo>
                  <a:cubicBezTo>
                    <a:pt x="15" y="49"/>
                    <a:pt x="15" y="49"/>
                    <a:pt x="15" y="49"/>
                  </a:cubicBezTo>
                  <a:cubicBezTo>
                    <a:pt x="0" y="49"/>
                    <a:pt x="0" y="49"/>
                    <a:pt x="0" y="49"/>
                  </a:cubicBezTo>
                  <a:cubicBezTo>
                    <a:pt x="4" y="30"/>
                    <a:pt x="4" y="30"/>
                    <a:pt x="4" y="30"/>
                  </a:cubicBezTo>
                  <a:cubicBezTo>
                    <a:pt x="18" y="30"/>
                    <a:pt x="18" y="30"/>
                    <a:pt x="18" y="30"/>
                  </a:cubicBezTo>
                  <a:cubicBezTo>
                    <a:pt x="21" y="20"/>
                    <a:pt x="23" y="13"/>
                    <a:pt x="30" y="7"/>
                  </a:cubicBezTo>
                  <a:cubicBezTo>
                    <a:pt x="39" y="0"/>
                    <a:pt x="62" y="3"/>
                    <a:pt x="62" y="3"/>
                  </a:cubicBezTo>
                  <a:cubicBezTo>
                    <a:pt x="59" y="18"/>
                    <a:pt x="59" y="18"/>
                    <a:pt x="59" y="18"/>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5" name="Freeform 24"/>
            <p:cNvSpPr>
              <a:spLocks noEditPoints="1"/>
            </p:cNvSpPr>
            <p:nvPr/>
          </p:nvSpPr>
          <p:spPr bwMode="auto">
            <a:xfrm>
              <a:off x="5338763" y="1211263"/>
              <a:ext cx="1274763" cy="568325"/>
            </a:xfrm>
            <a:custGeom>
              <a:avLst/>
              <a:gdLst>
                <a:gd name="T0" fmla="*/ 85 w 206"/>
                <a:gd name="T1" fmla="*/ 60 h 92"/>
                <a:gd name="T2" fmla="*/ 141 w 206"/>
                <a:gd name="T3" fmla="*/ 60 h 92"/>
                <a:gd name="T4" fmla="*/ 154 w 206"/>
                <a:gd name="T5" fmla="*/ 72 h 92"/>
                <a:gd name="T6" fmla="*/ 154 w 206"/>
                <a:gd name="T7" fmla="*/ 56 h 92"/>
                <a:gd name="T8" fmla="*/ 121 w 206"/>
                <a:gd name="T9" fmla="*/ 27 h 92"/>
                <a:gd name="T10" fmla="*/ 164 w 206"/>
                <a:gd name="T11" fmla="*/ 3 h 92"/>
                <a:gd name="T12" fmla="*/ 199 w 206"/>
                <a:gd name="T13" fmla="*/ 30 h 92"/>
                <a:gd name="T14" fmla="*/ 170 w 206"/>
                <a:gd name="T15" fmla="*/ 30 h 92"/>
                <a:gd name="T16" fmla="*/ 161 w 206"/>
                <a:gd name="T17" fmla="*/ 20 h 92"/>
                <a:gd name="T18" fmla="*/ 159 w 206"/>
                <a:gd name="T19" fmla="*/ 33 h 92"/>
                <a:gd name="T20" fmla="*/ 196 w 206"/>
                <a:gd name="T21" fmla="*/ 59 h 92"/>
                <a:gd name="T22" fmla="*/ 150 w 206"/>
                <a:gd name="T23" fmla="*/ 91 h 92"/>
                <a:gd name="T24" fmla="*/ 109 w 206"/>
                <a:gd name="T25" fmla="*/ 63 h 92"/>
                <a:gd name="T26" fmla="*/ 60 w 206"/>
                <a:gd name="T27" fmla="*/ 91 h 92"/>
                <a:gd name="T28" fmla="*/ 79 w 206"/>
                <a:gd name="T29" fmla="*/ 3 h 92"/>
                <a:gd name="T30" fmla="*/ 115 w 206"/>
                <a:gd name="T31" fmla="*/ 47 h 92"/>
                <a:gd name="T32" fmla="*/ 113 w 206"/>
                <a:gd name="T33" fmla="*/ 51 h 92"/>
                <a:gd name="T34" fmla="*/ 85 w 206"/>
                <a:gd name="T35" fmla="*/ 60 h 92"/>
                <a:gd name="T36" fmla="*/ 77 w 206"/>
                <a:gd name="T37" fmla="*/ 22 h 92"/>
                <a:gd name="T38" fmla="*/ 62 w 206"/>
                <a:gd name="T39" fmla="*/ 70 h 92"/>
                <a:gd name="T40" fmla="*/ 77 w 206"/>
                <a:gd name="T41" fmla="*/ 2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6" h="92">
                  <a:moveTo>
                    <a:pt x="85" y="60"/>
                  </a:moveTo>
                  <a:cubicBezTo>
                    <a:pt x="141" y="60"/>
                    <a:pt x="141" y="60"/>
                    <a:pt x="141" y="60"/>
                  </a:cubicBezTo>
                  <a:cubicBezTo>
                    <a:pt x="141" y="60"/>
                    <a:pt x="136" y="72"/>
                    <a:pt x="154" y="72"/>
                  </a:cubicBezTo>
                  <a:cubicBezTo>
                    <a:pt x="166" y="72"/>
                    <a:pt x="170" y="59"/>
                    <a:pt x="154" y="56"/>
                  </a:cubicBezTo>
                  <a:cubicBezTo>
                    <a:pt x="147" y="54"/>
                    <a:pt x="118" y="50"/>
                    <a:pt x="121" y="27"/>
                  </a:cubicBezTo>
                  <a:cubicBezTo>
                    <a:pt x="124" y="9"/>
                    <a:pt x="143" y="3"/>
                    <a:pt x="164" y="3"/>
                  </a:cubicBezTo>
                  <a:cubicBezTo>
                    <a:pt x="206" y="4"/>
                    <a:pt x="198" y="29"/>
                    <a:pt x="199" y="30"/>
                  </a:cubicBezTo>
                  <a:cubicBezTo>
                    <a:pt x="170" y="30"/>
                    <a:pt x="170" y="30"/>
                    <a:pt x="170" y="30"/>
                  </a:cubicBezTo>
                  <a:cubicBezTo>
                    <a:pt x="170" y="30"/>
                    <a:pt x="173" y="20"/>
                    <a:pt x="161" y="20"/>
                  </a:cubicBezTo>
                  <a:cubicBezTo>
                    <a:pt x="149" y="20"/>
                    <a:pt x="146" y="30"/>
                    <a:pt x="159" y="33"/>
                  </a:cubicBezTo>
                  <a:cubicBezTo>
                    <a:pt x="176" y="37"/>
                    <a:pt x="195" y="37"/>
                    <a:pt x="196" y="59"/>
                  </a:cubicBezTo>
                  <a:cubicBezTo>
                    <a:pt x="196" y="64"/>
                    <a:pt x="193" y="92"/>
                    <a:pt x="150" y="91"/>
                  </a:cubicBezTo>
                  <a:cubicBezTo>
                    <a:pt x="110" y="90"/>
                    <a:pt x="108" y="72"/>
                    <a:pt x="109" y="63"/>
                  </a:cubicBezTo>
                  <a:cubicBezTo>
                    <a:pt x="102" y="78"/>
                    <a:pt x="84" y="92"/>
                    <a:pt x="60" y="91"/>
                  </a:cubicBezTo>
                  <a:cubicBezTo>
                    <a:pt x="0" y="89"/>
                    <a:pt x="18" y="0"/>
                    <a:pt x="79" y="3"/>
                  </a:cubicBezTo>
                  <a:cubicBezTo>
                    <a:pt x="107" y="5"/>
                    <a:pt x="118" y="26"/>
                    <a:pt x="115" y="47"/>
                  </a:cubicBezTo>
                  <a:cubicBezTo>
                    <a:pt x="114" y="50"/>
                    <a:pt x="114" y="51"/>
                    <a:pt x="113" y="51"/>
                  </a:cubicBezTo>
                  <a:cubicBezTo>
                    <a:pt x="85" y="60"/>
                    <a:pt x="85" y="60"/>
                    <a:pt x="85" y="60"/>
                  </a:cubicBezTo>
                  <a:close/>
                  <a:moveTo>
                    <a:pt x="77" y="22"/>
                  </a:moveTo>
                  <a:cubicBezTo>
                    <a:pt x="58" y="18"/>
                    <a:pt x="43" y="66"/>
                    <a:pt x="62" y="70"/>
                  </a:cubicBezTo>
                  <a:cubicBezTo>
                    <a:pt x="83"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6" name="Freeform 25"/>
            <p:cNvSpPr>
              <a:spLocks noEditPoints="1"/>
            </p:cNvSpPr>
            <p:nvPr/>
          </p:nvSpPr>
          <p:spPr bwMode="auto">
            <a:xfrm>
              <a:off x="7794626" y="1247776"/>
              <a:ext cx="173038" cy="130175"/>
            </a:xfrm>
            <a:custGeom>
              <a:avLst/>
              <a:gdLst>
                <a:gd name="T0" fmla="*/ 14 w 28"/>
                <a:gd name="T1" fmla="*/ 0 h 21"/>
                <a:gd name="T2" fmla="*/ 14 w 28"/>
                <a:gd name="T3" fmla="*/ 21 h 21"/>
                <a:gd name="T4" fmla="*/ 14 w 28"/>
                <a:gd name="T5" fmla="*/ 0 h 21"/>
                <a:gd name="T6" fmla="*/ 14 w 28"/>
                <a:gd name="T7" fmla="*/ 2 h 21"/>
                <a:gd name="T8" fmla="*/ 14 w 28"/>
                <a:gd name="T9" fmla="*/ 19 h 21"/>
                <a:gd name="T10" fmla="*/ 14 w 28"/>
                <a:gd name="T11" fmla="*/ 2 h 21"/>
                <a:gd name="T12" fmla="*/ 16 w 28"/>
                <a:gd name="T13" fmla="*/ 12 h 21"/>
                <a:gd name="T14" fmla="*/ 18 w 28"/>
                <a:gd name="T15" fmla="*/ 16 h 21"/>
                <a:gd name="T16" fmla="*/ 15 w 28"/>
                <a:gd name="T17" fmla="*/ 16 h 21"/>
                <a:gd name="T18" fmla="*/ 14 w 28"/>
                <a:gd name="T19" fmla="*/ 12 h 21"/>
                <a:gd name="T20" fmla="*/ 12 w 28"/>
                <a:gd name="T21" fmla="*/ 12 h 21"/>
                <a:gd name="T22" fmla="*/ 12 w 28"/>
                <a:gd name="T23" fmla="*/ 17 h 21"/>
                <a:gd name="T24" fmla="*/ 9 w 28"/>
                <a:gd name="T25" fmla="*/ 17 h 21"/>
                <a:gd name="T26" fmla="*/ 11 w 28"/>
                <a:gd name="T27" fmla="*/ 5 h 21"/>
                <a:gd name="T28" fmla="*/ 16 w 28"/>
                <a:gd name="T29" fmla="*/ 5 h 21"/>
                <a:gd name="T30" fmla="*/ 19 w 28"/>
                <a:gd name="T31" fmla="*/ 9 h 21"/>
                <a:gd name="T32" fmla="*/ 16 w 28"/>
                <a:gd name="T33" fmla="*/ 12 h 21"/>
                <a:gd name="T34" fmla="*/ 15 w 28"/>
                <a:gd name="T35" fmla="*/ 7 h 21"/>
                <a:gd name="T36" fmla="*/ 13 w 28"/>
                <a:gd name="T37" fmla="*/ 7 h 21"/>
                <a:gd name="T38" fmla="*/ 13 w 28"/>
                <a:gd name="T39" fmla="*/ 11 h 21"/>
                <a:gd name="T40" fmla="*/ 15 w 28"/>
                <a:gd name="T41" fmla="*/ 11 h 21"/>
                <a:gd name="T42" fmla="*/ 17 w 28"/>
                <a:gd name="T43" fmla="*/ 9 h 21"/>
                <a:gd name="T44" fmla="*/ 15 w 28"/>
                <a:gd name="T4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1">
                  <a:moveTo>
                    <a:pt x="14" y="0"/>
                  </a:moveTo>
                  <a:cubicBezTo>
                    <a:pt x="28" y="0"/>
                    <a:pt x="28" y="21"/>
                    <a:pt x="14" y="21"/>
                  </a:cubicBezTo>
                  <a:cubicBezTo>
                    <a:pt x="0" y="21"/>
                    <a:pt x="0" y="0"/>
                    <a:pt x="14" y="0"/>
                  </a:cubicBezTo>
                  <a:close/>
                  <a:moveTo>
                    <a:pt x="14" y="2"/>
                  </a:moveTo>
                  <a:cubicBezTo>
                    <a:pt x="2" y="2"/>
                    <a:pt x="2" y="19"/>
                    <a:pt x="14" y="19"/>
                  </a:cubicBezTo>
                  <a:cubicBezTo>
                    <a:pt x="26" y="19"/>
                    <a:pt x="26" y="2"/>
                    <a:pt x="14" y="2"/>
                  </a:cubicBezTo>
                  <a:close/>
                  <a:moveTo>
                    <a:pt x="16" y="12"/>
                  </a:moveTo>
                  <a:cubicBezTo>
                    <a:pt x="18" y="16"/>
                    <a:pt x="18" y="16"/>
                    <a:pt x="18" y="16"/>
                  </a:cubicBezTo>
                  <a:cubicBezTo>
                    <a:pt x="15" y="16"/>
                    <a:pt x="15" y="16"/>
                    <a:pt x="15" y="16"/>
                  </a:cubicBezTo>
                  <a:cubicBezTo>
                    <a:pt x="14" y="12"/>
                    <a:pt x="14" y="12"/>
                    <a:pt x="14" y="12"/>
                  </a:cubicBezTo>
                  <a:cubicBezTo>
                    <a:pt x="12" y="12"/>
                    <a:pt x="12" y="12"/>
                    <a:pt x="12" y="12"/>
                  </a:cubicBezTo>
                  <a:cubicBezTo>
                    <a:pt x="12" y="17"/>
                    <a:pt x="12" y="17"/>
                    <a:pt x="12" y="17"/>
                  </a:cubicBezTo>
                  <a:cubicBezTo>
                    <a:pt x="9" y="17"/>
                    <a:pt x="9" y="17"/>
                    <a:pt x="9" y="17"/>
                  </a:cubicBezTo>
                  <a:cubicBezTo>
                    <a:pt x="11" y="5"/>
                    <a:pt x="11" y="5"/>
                    <a:pt x="11" y="5"/>
                  </a:cubicBezTo>
                  <a:cubicBezTo>
                    <a:pt x="16" y="5"/>
                    <a:pt x="16" y="5"/>
                    <a:pt x="16" y="5"/>
                  </a:cubicBezTo>
                  <a:cubicBezTo>
                    <a:pt x="16" y="5"/>
                    <a:pt x="19" y="6"/>
                    <a:pt x="19" y="9"/>
                  </a:cubicBezTo>
                  <a:cubicBezTo>
                    <a:pt x="19" y="12"/>
                    <a:pt x="16" y="12"/>
                    <a:pt x="16" y="12"/>
                  </a:cubicBezTo>
                  <a:close/>
                  <a:moveTo>
                    <a:pt x="15" y="7"/>
                  </a:moveTo>
                  <a:cubicBezTo>
                    <a:pt x="13" y="7"/>
                    <a:pt x="13" y="7"/>
                    <a:pt x="13" y="7"/>
                  </a:cubicBezTo>
                  <a:cubicBezTo>
                    <a:pt x="13" y="11"/>
                    <a:pt x="13" y="11"/>
                    <a:pt x="13" y="11"/>
                  </a:cubicBezTo>
                  <a:cubicBezTo>
                    <a:pt x="15" y="11"/>
                    <a:pt x="15" y="11"/>
                    <a:pt x="15" y="11"/>
                  </a:cubicBezTo>
                  <a:cubicBezTo>
                    <a:pt x="15" y="11"/>
                    <a:pt x="17" y="11"/>
                    <a:pt x="17" y="9"/>
                  </a:cubicBezTo>
                  <a:cubicBezTo>
                    <a:pt x="17" y="7"/>
                    <a:pt x="15" y="7"/>
                    <a:pt x="15" y="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grpSp>
      <p:pic>
        <p:nvPicPr>
          <p:cNvPr id="27" name="Picture 2" descr="D:\User\Pictures\WinAzure_rg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72482" y="7631525"/>
            <a:ext cx="2411540" cy="373372"/>
          </a:xfrm>
          <a:prstGeom prst="rect">
            <a:avLst/>
          </a:prstGeom>
          <a:noFill/>
          <a:extLst>
            <a:ext uri="{909E8E84-426E-40DD-AFC4-6F175D3DCCD1}">
              <a14:hiddenFill xmlns:a14="http://schemas.microsoft.com/office/drawing/2010/main">
                <a:solidFill>
                  <a:srgbClr val="FFFFFF"/>
                </a:solidFill>
              </a14:hiddenFill>
            </a:ext>
          </a:extLst>
        </p:spPr>
      </p:pic>
      <p:sp>
        <p:nvSpPr>
          <p:cNvPr id="30" name="Content Placeholder 2"/>
          <p:cNvSpPr>
            <a:spLocks noGrp="1"/>
          </p:cNvSpPr>
          <p:nvPr>
            <p:ph sz="half" idx="10"/>
          </p:nvPr>
        </p:nvSpPr>
        <p:spPr>
          <a:xfrm>
            <a:off x="2200546" y="4114809"/>
            <a:ext cx="5015267" cy="1601977"/>
          </a:xfrm>
        </p:spPr>
        <p:txBody>
          <a:bodyPr/>
          <a:lstStyle>
            <a:lvl1pPr marL="407576" indent="-407576">
              <a:lnSpc>
                <a:spcPct val="90000"/>
              </a:lnSpc>
              <a:defRPr sz="2400"/>
            </a:lvl1pPr>
            <a:lvl2pPr marL="807225" indent="-390130">
              <a:lnSpc>
                <a:spcPct val="90000"/>
              </a:lnSpc>
              <a:defRPr sz="2200"/>
            </a:lvl2pPr>
            <a:lvl3pPr marL="1143437" indent="-345727">
              <a:lnSpc>
                <a:spcPct val="90000"/>
              </a:lnSpc>
              <a:defRPr sz="1900"/>
            </a:lvl3pPr>
            <a:lvl4pPr marL="1471716" indent="-328282">
              <a:lnSpc>
                <a:spcPct val="90000"/>
              </a:lnSpc>
              <a:defRPr sz="1700"/>
            </a:lvl4pPr>
            <a:lvl5pPr marL="1817442" indent="-336210">
              <a:lnSpc>
                <a:spcPct val="90000"/>
              </a:lnSpc>
              <a:defRPr sz="1700"/>
            </a:lvl5pPr>
            <a:lvl6pPr>
              <a:defRPr sz="2200"/>
            </a:lvl6pPr>
            <a:lvl7pPr>
              <a:defRPr sz="2200"/>
            </a:lvl7pPr>
            <a:lvl8pPr>
              <a:defRPr sz="2200"/>
            </a:lvl8pPr>
            <a:lvl9pPr>
              <a:defRPr sz="2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1" name="Content Placeholder 3"/>
          <p:cNvSpPr>
            <a:spLocks noGrp="1"/>
          </p:cNvSpPr>
          <p:nvPr>
            <p:ph sz="half" idx="11"/>
          </p:nvPr>
        </p:nvSpPr>
        <p:spPr>
          <a:xfrm>
            <a:off x="9130460" y="4114809"/>
            <a:ext cx="5065177" cy="1601977"/>
          </a:xfrm>
        </p:spPr>
        <p:txBody>
          <a:bodyPr/>
          <a:lstStyle>
            <a:lvl1pPr marL="417086" indent="-417086">
              <a:lnSpc>
                <a:spcPct val="90000"/>
              </a:lnSpc>
              <a:defRPr sz="2400"/>
            </a:lvl1pPr>
            <a:lvl2pPr marL="807225" indent="-407576">
              <a:lnSpc>
                <a:spcPct val="90000"/>
              </a:lnSpc>
              <a:defRPr sz="2200"/>
            </a:lvl2pPr>
            <a:lvl3pPr marL="1152951" indent="-363167">
              <a:lnSpc>
                <a:spcPct val="90000"/>
              </a:lnSpc>
              <a:defRPr sz="1900"/>
            </a:lvl3pPr>
            <a:lvl4pPr marL="1471716" indent="-318768">
              <a:lnSpc>
                <a:spcPct val="90000"/>
              </a:lnSpc>
              <a:defRPr sz="1700"/>
            </a:lvl4pPr>
            <a:lvl5pPr marL="1817442" indent="-328282">
              <a:lnSpc>
                <a:spcPct val="90000"/>
              </a:lnSpc>
              <a:defRPr sz="1700"/>
            </a:lvl5pPr>
            <a:lvl6pPr>
              <a:defRPr sz="2200"/>
            </a:lvl6pPr>
            <a:lvl7pPr>
              <a:defRPr sz="2200"/>
            </a:lvl7pPr>
            <a:lvl8pPr>
              <a:defRPr sz="2200"/>
            </a:lvl8pPr>
            <a:lvl9pPr>
              <a:defRPr sz="2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67806151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23097" y="3401568"/>
            <a:ext cx="13390303" cy="1218796"/>
          </a:xfrm>
        </p:spPr>
        <p:txBody>
          <a:bodyPr anchor="b" anchorCtr="0">
            <a:spAutoFit/>
          </a:bodyPr>
          <a:lstStyle>
            <a:lvl1pPr>
              <a:lnSpc>
                <a:spcPct val="100000"/>
              </a:lnSpc>
              <a:defRPr sz="792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623098" y="5157216"/>
            <a:ext cx="6546905" cy="1514261"/>
          </a:xfrm>
        </p:spPr>
        <p:txBody>
          <a:bodyPr/>
          <a:lstStyle>
            <a:lvl1pPr marL="0" indent="0">
              <a:lnSpc>
                <a:spcPct val="100000"/>
              </a:lnSpc>
              <a:spcBef>
                <a:spcPts val="720"/>
              </a:spcBef>
              <a:buFont typeface="Arial" pitchFamily="34" charset="0"/>
              <a:buNone/>
              <a:defRPr sz="2880">
                <a:solidFill>
                  <a:schemeClr val="bg1">
                    <a:alpha val="98000"/>
                  </a:schemeClr>
                </a:solidFill>
                <a:latin typeface="+mj-lt"/>
              </a:defRPr>
            </a:lvl1pPr>
            <a:lvl2pPr marL="552450" indent="0">
              <a:buFont typeface="Arial" pitchFamily="34" charset="0"/>
              <a:buNone/>
              <a:defRPr/>
            </a:lvl2pPr>
            <a:lvl3pPr marL="1026796" indent="0">
              <a:buFont typeface="Arial" pitchFamily="34" charset="0"/>
              <a:buNone/>
              <a:defRPr/>
            </a:lvl3pPr>
            <a:lvl4pPr marL="1510666" indent="0">
              <a:buFont typeface="Arial" pitchFamily="34" charset="0"/>
              <a:buNone/>
              <a:defRPr/>
            </a:lvl4pPr>
            <a:lvl5pPr marL="1925956" indent="0">
              <a:buFont typeface="Arial" pitchFamily="34" charset="0"/>
              <a:buNone/>
              <a:defRPr/>
            </a:lvl5pPr>
          </a:lstStyle>
          <a:p>
            <a:pPr lvl="0"/>
            <a:r>
              <a:rPr lang="en-US" dirty="0" smtClean="0"/>
              <a:t>Name </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3099" y="274320"/>
            <a:ext cx="2998173" cy="348406"/>
          </a:xfrm>
          <a:prstGeom prst="rect">
            <a:avLst/>
          </a:prstGeom>
        </p:spPr>
      </p:pic>
    </p:spTree>
    <p:extLst>
      <p:ext uri="{BB962C8B-B14F-4D97-AF65-F5344CB8AC3E}">
        <p14:creationId xmlns:p14="http://schemas.microsoft.com/office/powerpoint/2010/main" val="3478733659"/>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20048" y="3401542"/>
            <a:ext cx="13390303" cy="1462580"/>
          </a:xfrm>
        </p:spPr>
        <p:txBody>
          <a:bodyPr anchor="b"/>
          <a:lstStyle>
            <a:lvl1pPr marL="0" indent="0">
              <a:lnSpc>
                <a:spcPct val="100000"/>
              </a:lnSpc>
              <a:buNone/>
              <a:defRPr lang="en-US" sz="10560" i="0" kern="1200" spc="-120" baseline="0" dirty="0" smtClean="0">
                <a:solidFill>
                  <a:schemeClr val="bg1">
                    <a:alpha val="99000"/>
                  </a:schemeClr>
                </a:solidFill>
                <a:latin typeface="Segoe UI Light" pitchFamily="34" charset="0"/>
                <a:ea typeface="+mn-ea"/>
                <a:cs typeface="+mn-cs"/>
              </a:defRPr>
            </a:lvl1pPr>
          </a:lstStyle>
          <a:p>
            <a:pPr marL="0" lvl="0" indent="0" algn="l" defTabSz="1097236"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615476" y="5157216"/>
            <a:ext cx="9018713" cy="531812"/>
          </a:xfrm>
        </p:spPr>
        <p:txBody>
          <a:bodyPr/>
          <a:lstStyle>
            <a:lvl1pPr marL="0" indent="0">
              <a:lnSpc>
                <a:spcPct val="100000"/>
              </a:lnSpc>
              <a:buNone/>
              <a:defRPr lang="en-US" sz="3840" kern="1200" spc="-120" baseline="0" dirty="0">
                <a:solidFill>
                  <a:schemeClr val="bg1">
                    <a:alpha val="99000"/>
                  </a:schemeClr>
                </a:solidFill>
                <a:latin typeface="+mj-lt"/>
                <a:ea typeface="+mn-ea"/>
                <a:cs typeface="+mn-cs"/>
              </a:defRPr>
            </a:lvl1pPr>
          </a:lstStyle>
          <a:p>
            <a:pPr marL="0" lvl="0" indent="0" algn="l" defTabSz="1097236"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a:stretch/>
        </p:blipFill>
        <p:spPr bwMode="black">
          <a:xfrm>
            <a:off x="641817" y="7637581"/>
            <a:ext cx="1915281" cy="322039"/>
          </a:xfrm>
          <a:prstGeom prst="rect">
            <a:avLst/>
          </a:prstGeom>
          <a:noFill/>
          <a:ln>
            <a:noFill/>
          </a:ln>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23099" y="274320"/>
            <a:ext cx="2998173" cy="348406"/>
          </a:xfrm>
          <a:prstGeom prst="rect">
            <a:avLst/>
          </a:prstGeom>
        </p:spPr>
      </p:pic>
    </p:spTree>
    <p:extLst>
      <p:ext uri="{BB962C8B-B14F-4D97-AF65-F5344CB8AC3E}">
        <p14:creationId xmlns:p14="http://schemas.microsoft.com/office/powerpoint/2010/main" val="696324062"/>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0048" y="2304288"/>
            <a:ext cx="13390303" cy="3250121"/>
          </a:xfrm>
        </p:spPr>
        <p:txBody>
          <a:bodyPr anchor="ctr" anchorCtr="0">
            <a:spAutoFit/>
            <a:scene3d>
              <a:camera prst="orthographicFront"/>
              <a:lightRig rig="flat" dir="t"/>
            </a:scene3d>
            <a:sp3d>
              <a:contourClr>
                <a:schemeClr val="bg2"/>
              </a:contourClr>
            </a:sp3d>
          </a:bodyPr>
          <a:lstStyle>
            <a:lvl1pPr marL="0" indent="0" algn="l">
              <a:buFont typeface="Arial" pitchFamily="34" charset="0"/>
              <a:buNone/>
              <a:defRPr kumimoji="0" lang="en-US" sz="10560" b="0" i="0" u="none" strike="noStrike" kern="1200" cap="none" spc="-144"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dirty="0" smtClean="0"/>
              <a:t>Click to edit Master text styles</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96741" y="7605657"/>
            <a:ext cx="3008657" cy="349624"/>
          </a:xfrm>
          <a:prstGeom prst="rect">
            <a:avLst/>
          </a:prstGeom>
        </p:spPr>
      </p:pic>
    </p:spTree>
    <p:extLst>
      <p:ext uri="{BB962C8B-B14F-4D97-AF65-F5344CB8AC3E}">
        <p14:creationId xmlns:p14="http://schemas.microsoft.com/office/powerpoint/2010/main" val="1847351589"/>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623098" y="1737360"/>
            <a:ext cx="13382299" cy="62179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09685" tIns="54844" rIns="109685" bIns="54844" numCol="1" spcCol="0" rtlCol="0" anchor="ctr" anchorCtr="0" compatLnSpc="1">
            <a:prstTxWarp prst="textNoShape">
              <a:avLst/>
            </a:prstTxWarp>
          </a:bodyPr>
          <a:lstStyle/>
          <a:p>
            <a:pPr algn="ctr" defTabSz="1096546" fontAlgn="base">
              <a:spcBef>
                <a:spcPct val="0"/>
              </a:spcBef>
              <a:spcAft>
                <a:spcPct val="0"/>
              </a:spcAft>
            </a:pPr>
            <a:endParaRPr lang="en-US" sz="264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1097236" rtl="0" eaLnBrk="1" latinLnBrk="0" hangingPunct="1">
              <a:lnSpc>
                <a:spcPct val="90000"/>
              </a:lnSpc>
              <a:spcBef>
                <a:spcPct val="0"/>
              </a:spcBef>
              <a:buNone/>
              <a:defRPr lang="en-US" sz="6480" b="0" kern="1200" cap="none" spc="-12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4169651" y="4118364"/>
            <a:ext cx="8336545" cy="1455911"/>
          </a:xfrm>
        </p:spPr>
        <p:txBody>
          <a:bodyPr lIns="182880" tIns="182880" anchor="ctr" anchorCtr="0"/>
          <a:lstStyle>
            <a:lvl1pPr marL="689610" indent="-685800">
              <a:spcAft>
                <a:spcPts val="1440"/>
              </a:spcAft>
              <a:buNone/>
              <a:defRPr lang="en-US" sz="5280" kern="1200" spc="-120" baseline="0" dirty="0" smtClean="0">
                <a:gradFill>
                  <a:gsLst>
                    <a:gs pos="0">
                      <a:srgbClr val="595959"/>
                    </a:gs>
                    <a:gs pos="86000">
                      <a:srgbClr val="595959"/>
                    </a:gs>
                  </a:gsLst>
                  <a:lin ang="5400000" scaled="0"/>
                </a:gradFill>
                <a:latin typeface="Segoe UI Light" pitchFamily="34" charset="0"/>
                <a:ea typeface="+mn-ea"/>
                <a:cs typeface="+mn-cs"/>
              </a:defRPr>
            </a:lvl1pPr>
            <a:lvl2pPr marL="415290" indent="-411480">
              <a:buFont typeface="Arial" pitchFamily="34" charset="0"/>
              <a:buNone/>
              <a:defRPr lang="en-US" sz="2880" kern="1200" spc="-60" baseline="0" dirty="0">
                <a:gradFill>
                  <a:gsLst>
                    <a:gs pos="0">
                      <a:srgbClr val="595959"/>
                    </a:gs>
                    <a:gs pos="86000">
                      <a:srgbClr val="595959"/>
                    </a:gs>
                  </a:gsLst>
                  <a:lin ang="5400000" scaled="0"/>
                </a:gradFill>
                <a:latin typeface="+mn-lt"/>
                <a:ea typeface="+mn-ea"/>
                <a:cs typeface="+mn-cs"/>
              </a:defRPr>
            </a:lvl2pPr>
          </a:lstStyle>
          <a:p>
            <a:pPr marL="3810" lvl="0" indent="0" algn="l" defTabSz="1097236" rtl="0" eaLnBrk="1" latinLnBrk="0" hangingPunct="1">
              <a:lnSpc>
                <a:spcPct val="90000"/>
              </a:lnSpc>
              <a:spcBef>
                <a:spcPts val="0"/>
              </a:spcBef>
              <a:spcAft>
                <a:spcPts val="1080"/>
              </a:spcAft>
              <a:buSzPct val="80000"/>
            </a:pPr>
            <a:r>
              <a:rPr lang="en-US" smtClean="0"/>
              <a:t>Click to edit Master text styles</a:t>
            </a:r>
          </a:p>
          <a:p>
            <a:pPr marL="3810" lvl="1" indent="0" algn="l" defTabSz="1097236" rtl="0" eaLnBrk="1" latinLnBrk="0" hangingPunct="1">
              <a:lnSpc>
                <a:spcPct val="90000"/>
              </a:lnSpc>
              <a:spcBef>
                <a:spcPts val="0"/>
              </a:spcBef>
              <a:spcAft>
                <a:spcPts val="1080"/>
              </a:spcAft>
              <a:buSzPct val="80000"/>
            </a:pPr>
            <a:r>
              <a:rPr lang="en-US" smtClean="0"/>
              <a:t>Second level</a:t>
            </a:r>
          </a:p>
        </p:txBody>
      </p:sp>
      <p:sp>
        <p:nvSpPr>
          <p:cNvPr id="18" name="Freeform 105"/>
          <p:cNvSpPr>
            <a:spLocks/>
          </p:cNvSpPr>
          <p:nvPr userDrawn="1"/>
        </p:nvSpPr>
        <p:spPr bwMode="black">
          <a:xfrm>
            <a:off x="1440583" y="2560320"/>
            <a:ext cx="2238655" cy="4572000"/>
          </a:xfrm>
          <a:custGeom>
            <a:avLst/>
            <a:gdLst>
              <a:gd name="T0" fmla="*/ 38 w 42"/>
              <a:gd name="T1" fmla="*/ 23 h 86"/>
              <a:gd name="T2" fmla="*/ 35 w 42"/>
              <a:gd name="T3" fmla="*/ 27 h 86"/>
              <a:gd name="T4" fmla="*/ 35 w 42"/>
              <a:gd name="T5" fmla="*/ 65 h 86"/>
              <a:gd name="T6" fmla="*/ 21 w 42"/>
              <a:gd name="T7" fmla="*/ 79 h 86"/>
              <a:gd name="T8" fmla="*/ 7 w 42"/>
              <a:gd name="T9" fmla="*/ 65 h 86"/>
              <a:gd name="T10" fmla="*/ 7 w 42"/>
              <a:gd name="T11" fmla="*/ 16 h 86"/>
              <a:gd name="T12" fmla="*/ 16 w 42"/>
              <a:gd name="T13" fmla="*/ 7 h 86"/>
              <a:gd name="T14" fmla="*/ 25 w 42"/>
              <a:gd name="T15" fmla="*/ 16 h 86"/>
              <a:gd name="T16" fmla="*/ 25 w 42"/>
              <a:gd name="T17" fmla="*/ 16 h 86"/>
              <a:gd name="T18" fmla="*/ 25 w 42"/>
              <a:gd name="T19" fmla="*/ 54 h 86"/>
              <a:gd name="T20" fmla="*/ 22 w 42"/>
              <a:gd name="T21" fmla="*/ 58 h 86"/>
              <a:gd name="T22" fmla="*/ 18 w 42"/>
              <a:gd name="T23" fmla="*/ 54 h 86"/>
              <a:gd name="T24" fmla="*/ 18 w 42"/>
              <a:gd name="T25" fmla="*/ 25 h 86"/>
              <a:gd name="T26" fmla="*/ 14 w 42"/>
              <a:gd name="T27" fmla="*/ 22 h 86"/>
              <a:gd name="T28" fmla="*/ 11 w 42"/>
              <a:gd name="T29" fmla="*/ 25 h 86"/>
              <a:gd name="T30" fmla="*/ 11 w 42"/>
              <a:gd name="T31" fmla="*/ 54 h 86"/>
              <a:gd name="T32" fmla="*/ 22 w 42"/>
              <a:gd name="T33" fmla="*/ 65 h 86"/>
              <a:gd name="T34" fmla="*/ 32 w 42"/>
              <a:gd name="T35" fmla="*/ 54 h 86"/>
              <a:gd name="T36" fmla="*/ 32 w 42"/>
              <a:gd name="T37" fmla="*/ 16 h 86"/>
              <a:gd name="T38" fmla="*/ 32 w 42"/>
              <a:gd name="T39" fmla="*/ 16 h 86"/>
              <a:gd name="T40" fmla="*/ 16 w 42"/>
              <a:gd name="T41" fmla="*/ 0 h 86"/>
              <a:gd name="T42" fmla="*/ 0 w 42"/>
              <a:gd name="T43" fmla="*/ 16 h 86"/>
              <a:gd name="T44" fmla="*/ 0 w 42"/>
              <a:gd name="T45" fmla="*/ 65 h 86"/>
              <a:gd name="T46" fmla="*/ 21 w 42"/>
              <a:gd name="T47" fmla="*/ 86 h 86"/>
              <a:gd name="T48" fmla="*/ 42 w 42"/>
              <a:gd name="T49" fmla="*/ 65 h 86"/>
              <a:gd name="T50" fmla="*/ 42 w 42"/>
              <a:gd name="T51" fmla="*/ 65 h 86"/>
              <a:gd name="T52" fmla="*/ 42 w 42"/>
              <a:gd name="T53" fmla="*/ 27 h 86"/>
              <a:gd name="T54" fmla="*/ 38 w 42"/>
              <a:gd name="T55" fmla="*/ 2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86">
                <a:moveTo>
                  <a:pt x="38" y="23"/>
                </a:moveTo>
                <a:cubicBezTo>
                  <a:pt x="36" y="23"/>
                  <a:pt x="35" y="25"/>
                  <a:pt x="35" y="27"/>
                </a:cubicBezTo>
                <a:cubicBezTo>
                  <a:pt x="35" y="65"/>
                  <a:pt x="35" y="65"/>
                  <a:pt x="35" y="65"/>
                </a:cubicBezTo>
                <a:cubicBezTo>
                  <a:pt x="35" y="73"/>
                  <a:pt x="29" y="79"/>
                  <a:pt x="21" y="79"/>
                </a:cubicBezTo>
                <a:cubicBezTo>
                  <a:pt x="13" y="79"/>
                  <a:pt x="7" y="73"/>
                  <a:pt x="7" y="65"/>
                </a:cubicBezTo>
                <a:cubicBezTo>
                  <a:pt x="7" y="16"/>
                  <a:pt x="7" y="16"/>
                  <a:pt x="7" y="16"/>
                </a:cubicBezTo>
                <a:cubicBezTo>
                  <a:pt x="7" y="11"/>
                  <a:pt x="11" y="7"/>
                  <a:pt x="16" y="7"/>
                </a:cubicBezTo>
                <a:cubicBezTo>
                  <a:pt x="21" y="7"/>
                  <a:pt x="25" y="11"/>
                  <a:pt x="25" y="16"/>
                </a:cubicBezTo>
                <a:cubicBezTo>
                  <a:pt x="25" y="16"/>
                  <a:pt x="25" y="16"/>
                  <a:pt x="25" y="16"/>
                </a:cubicBezTo>
                <a:cubicBezTo>
                  <a:pt x="25" y="54"/>
                  <a:pt x="25" y="54"/>
                  <a:pt x="25" y="54"/>
                </a:cubicBezTo>
                <a:cubicBezTo>
                  <a:pt x="25" y="56"/>
                  <a:pt x="23" y="58"/>
                  <a:pt x="22" y="58"/>
                </a:cubicBezTo>
                <a:cubicBezTo>
                  <a:pt x="20" y="58"/>
                  <a:pt x="18" y="56"/>
                  <a:pt x="18" y="54"/>
                </a:cubicBezTo>
                <a:cubicBezTo>
                  <a:pt x="18" y="25"/>
                  <a:pt x="18" y="25"/>
                  <a:pt x="18" y="25"/>
                </a:cubicBezTo>
                <a:cubicBezTo>
                  <a:pt x="18" y="23"/>
                  <a:pt x="16" y="22"/>
                  <a:pt x="14" y="22"/>
                </a:cubicBezTo>
                <a:cubicBezTo>
                  <a:pt x="12" y="22"/>
                  <a:pt x="11" y="23"/>
                  <a:pt x="11" y="25"/>
                </a:cubicBezTo>
                <a:cubicBezTo>
                  <a:pt x="11" y="54"/>
                  <a:pt x="11" y="54"/>
                  <a:pt x="11" y="54"/>
                </a:cubicBezTo>
                <a:cubicBezTo>
                  <a:pt x="11" y="60"/>
                  <a:pt x="16" y="65"/>
                  <a:pt x="22" y="65"/>
                </a:cubicBezTo>
                <a:cubicBezTo>
                  <a:pt x="27" y="65"/>
                  <a:pt x="32" y="60"/>
                  <a:pt x="32" y="54"/>
                </a:cubicBezTo>
                <a:cubicBezTo>
                  <a:pt x="32" y="16"/>
                  <a:pt x="32" y="16"/>
                  <a:pt x="32" y="16"/>
                </a:cubicBezTo>
                <a:cubicBezTo>
                  <a:pt x="32" y="16"/>
                  <a:pt x="32" y="16"/>
                  <a:pt x="32" y="16"/>
                </a:cubicBezTo>
                <a:cubicBezTo>
                  <a:pt x="32" y="7"/>
                  <a:pt x="25" y="0"/>
                  <a:pt x="16" y="0"/>
                </a:cubicBezTo>
                <a:cubicBezTo>
                  <a:pt x="7" y="0"/>
                  <a:pt x="0" y="7"/>
                  <a:pt x="0" y="16"/>
                </a:cubicBezTo>
                <a:cubicBezTo>
                  <a:pt x="0" y="65"/>
                  <a:pt x="0" y="65"/>
                  <a:pt x="0" y="65"/>
                </a:cubicBezTo>
                <a:cubicBezTo>
                  <a:pt x="0" y="77"/>
                  <a:pt x="10" y="86"/>
                  <a:pt x="21" y="86"/>
                </a:cubicBezTo>
                <a:cubicBezTo>
                  <a:pt x="33" y="86"/>
                  <a:pt x="42" y="77"/>
                  <a:pt x="42" y="65"/>
                </a:cubicBezTo>
                <a:cubicBezTo>
                  <a:pt x="42" y="65"/>
                  <a:pt x="42" y="65"/>
                  <a:pt x="42" y="65"/>
                </a:cubicBezTo>
                <a:cubicBezTo>
                  <a:pt x="42" y="27"/>
                  <a:pt x="42" y="27"/>
                  <a:pt x="42" y="27"/>
                </a:cubicBezTo>
                <a:cubicBezTo>
                  <a:pt x="42" y="25"/>
                  <a:pt x="40" y="23"/>
                  <a:pt x="38" y="23"/>
                </a:cubicBezTo>
              </a:path>
            </a:pathLst>
          </a:custGeom>
          <a:solidFill>
            <a:schemeClr val="accent2"/>
          </a:solidFill>
          <a:ln>
            <a:noFill/>
          </a:ln>
          <a:extLst/>
        </p:spPr>
        <p:txBody>
          <a:bodyPr vert="horz" wrap="square" lIns="98766" tIns="49384" rIns="98766" bIns="49384" numCol="1" anchor="t" anchorCtr="0" compatLnSpc="1">
            <a:prstTxWarp prst="textNoShape">
              <a:avLst/>
            </a:prstTxWarp>
          </a:bodyPr>
          <a:lstStyle/>
          <a:p>
            <a:pPr defTabSz="1462784"/>
            <a:endParaRPr lang="en-US" sz="1920" dirty="0">
              <a:solidFill>
                <a:srgbClr val="292929"/>
              </a:solidFill>
            </a:endParaRPr>
          </a:p>
        </p:txBody>
      </p:sp>
    </p:spTree>
    <p:extLst>
      <p:ext uri="{BB962C8B-B14F-4D97-AF65-F5344CB8AC3E}">
        <p14:creationId xmlns:p14="http://schemas.microsoft.com/office/powerpoint/2010/main" val="1780019133"/>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smtClean="0"/>
              <a:t>Click to edit Master title style</a:t>
            </a:r>
            <a:endParaRPr lang="en-US" dirty="0"/>
          </a:p>
        </p:txBody>
      </p:sp>
      <p:sp>
        <p:nvSpPr>
          <p:cNvPr id="4" name="Content Placeholder 3"/>
          <p:cNvSpPr>
            <a:spLocks noGrp="1"/>
          </p:cNvSpPr>
          <p:nvPr>
            <p:ph sz="quarter" idx="10"/>
          </p:nvPr>
        </p:nvSpPr>
        <p:spPr>
          <a:xfrm>
            <a:off x="623098" y="1756411"/>
            <a:ext cx="13390303" cy="2359620"/>
          </a:xfrm>
        </p:spPr>
        <p:txBody>
          <a:bodyPr>
            <a:spAutoFit/>
          </a:bodyPr>
          <a:lstStyle>
            <a:lvl1pPr>
              <a:defRPr sz="3600"/>
            </a:lvl1pPr>
            <a:lvl2pPr>
              <a:defRPr sz="3200"/>
            </a:lvl2pPr>
            <a:lvl3pPr>
              <a:defRPr sz="28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57090569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lgn="l" defTabSz="1097236" rtl="0" eaLnBrk="1" latinLnBrk="0" hangingPunct="1">
              <a:lnSpc>
                <a:spcPct val="90000"/>
              </a:lnSpc>
              <a:spcBef>
                <a:spcPct val="0"/>
              </a:spcBef>
              <a:buNone/>
              <a:defRPr lang="en-US" sz="6480" b="0" kern="1200" cap="none" spc="-12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623098" y="1756411"/>
            <a:ext cx="13390303" cy="2495042"/>
          </a:xfrm>
        </p:spPr>
        <p:txBody>
          <a:bodyPr>
            <a:spAutoFit/>
          </a:bodyPr>
          <a:lstStyle>
            <a:lvl1pPr marL="0" indent="0">
              <a:buFontTx/>
              <a:buNone/>
              <a:defRPr/>
            </a:lvl1pPr>
            <a:lvl2pPr marL="552450" indent="0">
              <a:buFontTx/>
              <a:buNone/>
              <a:defRPr/>
            </a:lvl2pPr>
            <a:lvl3pPr marL="1097280" indent="0">
              <a:buFontTx/>
              <a:buNone/>
              <a:defRPr/>
            </a:lvl3pPr>
            <a:lvl4pPr marL="1644016" indent="0">
              <a:buFontTx/>
              <a:buNone/>
              <a:defRPr/>
            </a:lvl4pPr>
            <a:lvl5pPr marL="2204086" indent="0">
              <a:buFontTx/>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2049741"/>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smtClean="0"/>
              <a:t>Click to edit Master title style</a:t>
            </a:r>
            <a:endParaRPr lang="en-US" dirty="0"/>
          </a:p>
        </p:txBody>
      </p:sp>
    </p:spTree>
    <p:extLst>
      <p:ext uri="{BB962C8B-B14F-4D97-AF65-F5344CB8AC3E}">
        <p14:creationId xmlns:p14="http://schemas.microsoft.com/office/powerpoint/2010/main" val="2182218030"/>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07463710"/>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9258473" y="2563256"/>
            <a:ext cx="4200047" cy="2536870"/>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grpSp>
    </p:spTree>
    <p:extLst>
      <p:ext uri="{BB962C8B-B14F-4D97-AF65-F5344CB8AC3E}">
        <p14:creationId xmlns:p14="http://schemas.microsoft.com/office/powerpoint/2010/main" val="2654240383"/>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9952936" y="2409713"/>
            <a:ext cx="2723602" cy="2603532"/>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defTabSz="1097236"/>
            <a:endParaRPr lang="en-US" sz="2160" dirty="0">
              <a:solidFill>
                <a:srgbClr val="292929"/>
              </a:solidFill>
            </a:endParaRPr>
          </a:p>
        </p:txBody>
      </p:sp>
    </p:spTree>
    <p:extLst>
      <p:ext uri="{BB962C8B-B14F-4D97-AF65-F5344CB8AC3E}">
        <p14:creationId xmlns:p14="http://schemas.microsoft.com/office/powerpoint/2010/main" val="3603617281"/>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9487957" y="2691517"/>
            <a:ext cx="3813290" cy="2321546"/>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grpSp>
    </p:spTree>
    <p:extLst>
      <p:ext uri="{BB962C8B-B14F-4D97-AF65-F5344CB8AC3E}">
        <p14:creationId xmlns:p14="http://schemas.microsoft.com/office/powerpoint/2010/main" val="2709337023"/>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9510808" y="2319125"/>
            <a:ext cx="3616940" cy="2777090"/>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98766" tIns="49384" rIns="98766" bIns="49384" numCol="1" anchor="t" anchorCtr="0" compatLnSpc="1">
            <a:prstTxWarp prst="textNoShape">
              <a:avLst/>
            </a:prstTxWarp>
          </a:bodyPr>
          <a:lstStyle/>
          <a:p>
            <a:pPr defTabSz="1097236"/>
            <a:endParaRPr lang="en-US" sz="1920" dirty="0">
              <a:solidFill>
                <a:srgbClr val="292929"/>
              </a:solidFill>
            </a:endParaRPr>
          </a:p>
        </p:txBody>
      </p:sp>
    </p:spTree>
    <p:extLst>
      <p:ext uri="{BB962C8B-B14F-4D97-AF65-F5344CB8AC3E}">
        <p14:creationId xmlns:p14="http://schemas.microsoft.com/office/powerpoint/2010/main" val="902302213"/>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10662086" y="2286000"/>
            <a:ext cx="1533515" cy="3894442"/>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grpSp>
    </p:spTree>
    <p:extLst>
      <p:ext uri="{BB962C8B-B14F-4D97-AF65-F5344CB8AC3E}">
        <p14:creationId xmlns:p14="http://schemas.microsoft.com/office/powerpoint/2010/main" val="4202784423"/>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5186759" y="3768329"/>
            <a:ext cx="4256880" cy="692942"/>
          </a:xfrm>
          <a:prstGeom prst="rect">
            <a:avLst/>
          </a:prstGeom>
          <a:noFill/>
          <a:ln>
            <a:noFill/>
          </a:ln>
        </p:spPr>
      </p:pic>
      <p:sp>
        <p:nvSpPr>
          <p:cNvPr id="3" name="Text Box 3"/>
          <p:cNvSpPr txBox="1">
            <a:spLocks noChangeArrowheads="1"/>
          </p:cNvSpPr>
          <p:nvPr userDrawn="1"/>
        </p:nvSpPr>
        <p:spPr bwMode="blackWhite">
          <a:xfrm>
            <a:off x="609600" y="7300288"/>
            <a:ext cx="13411201" cy="498582"/>
          </a:xfrm>
          <a:prstGeom prst="rect">
            <a:avLst/>
          </a:prstGeom>
          <a:noFill/>
          <a:ln w="12700">
            <a:noFill/>
            <a:miter lim="800000"/>
            <a:headEnd type="none" w="sm" len="sm"/>
            <a:tailEnd type="none" w="sm" len="sm"/>
          </a:ln>
          <a:effectLst/>
        </p:spPr>
        <p:txBody>
          <a:bodyPr vert="horz" wrap="square" lIns="109710" tIns="54856" rIns="109710" bIns="54856" numCol="1" anchor="t" anchorCtr="0" compatLnSpc="1">
            <a:prstTxWarp prst="textNoShape">
              <a:avLst/>
            </a:prstTxWarp>
            <a:spAutoFit/>
          </a:bodyPr>
          <a:lstStyle/>
          <a:p>
            <a:pPr algn="ctr" defTabSz="1096919" eaLnBrk="0" hangingPunct="0"/>
            <a:r>
              <a:rPr lang="en-US" sz="840" dirty="0">
                <a:solidFill>
                  <a:srgbClr val="FFFFFF">
                    <a:alpha val="99000"/>
                  </a:srgbClr>
                </a:solidFill>
                <a:cs typeface="Arial" charset="0"/>
              </a:rPr>
              <a:t>© </a:t>
            </a:r>
            <a:r>
              <a:rPr lang="en-US" sz="840" dirty="0" smtClean="0">
                <a:solidFill>
                  <a:srgbClr val="FFFFFF">
                    <a:alpha val="99000"/>
                  </a:srgbClr>
                </a:solidFill>
                <a:cs typeface="Arial" charset="0"/>
              </a:rPr>
              <a:t>2011 Microsoft </a:t>
            </a:r>
            <a:r>
              <a:rPr lang="en-US" sz="84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1096919" eaLnBrk="0" hangingPunct="0"/>
            <a:r>
              <a:rPr lang="en-US" sz="840" dirty="0">
                <a:solidFill>
                  <a:srgbClr val="FFFFFF">
                    <a:alpha val="99000"/>
                  </a:srgbClr>
                </a:solidFill>
                <a:cs typeface="Arial" charset="0"/>
              </a:rPr>
              <a:t>The information herein is for informational purposes only and represents the current view of Microsoft Corporation as of the date of this presentation</a:t>
            </a:r>
            <a:r>
              <a:rPr lang="en-US" sz="840" dirty="0" smtClean="0">
                <a:solidFill>
                  <a:srgbClr val="FFFFFF">
                    <a:alpha val="99000"/>
                  </a:srgbClr>
                </a:solidFill>
                <a:cs typeface="Arial" charset="0"/>
              </a:rPr>
              <a:t>. Because </a:t>
            </a:r>
            <a:r>
              <a:rPr lang="en-US" sz="840" dirty="0">
                <a:solidFill>
                  <a:srgbClr val="FFFFFF">
                    <a:alpha val="99000"/>
                  </a:srgbClr>
                </a:solidFill>
                <a:cs typeface="Arial" charset="0"/>
              </a:rPr>
              <a:t>Microsoft must respond to changing market conditions, it should not be interpreted to be a commitment on the part of Microsoft, and Microsoft cannot guarantee the accuracy of any information provided after the date of this presentation</a:t>
            </a:r>
            <a:r>
              <a:rPr lang="en-US" sz="840" dirty="0" smtClean="0">
                <a:solidFill>
                  <a:srgbClr val="FFFFFF">
                    <a:alpha val="99000"/>
                  </a:srgbClr>
                </a:solidFill>
                <a:cs typeface="Arial" charset="0"/>
              </a:rPr>
              <a:t>. MICROSOFT </a:t>
            </a:r>
            <a:r>
              <a:rPr lang="en-US" sz="84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2666245623"/>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097" y="1737359"/>
            <a:ext cx="13382301" cy="2495042"/>
          </a:xfrm>
        </p:spPr>
        <p:txBody>
          <a:bodyPr/>
          <a:lstStyle>
            <a:lvl1pPr marL="552450" indent="-552450">
              <a:buClr>
                <a:srgbClr val="FFFFFF"/>
              </a:buClr>
              <a:buSzPct val="70000"/>
              <a:buFontTx/>
              <a:buBlip>
                <a:blip r:embed="rId2"/>
              </a:buBlip>
              <a:defRPr>
                <a:gradFill>
                  <a:gsLst>
                    <a:gs pos="0">
                      <a:srgbClr val="FFFFFF"/>
                    </a:gs>
                    <a:gs pos="86000">
                      <a:srgbClr val="FFFFFF"/>
                    </a:gs>
                  </a:gsLst>
                  <a:lin ang="5400000" scaled="0"/>
                </a:gradFill>
              </a:defRPr>
            </a:lvl1pPr>
            <a:lvl2pPr marL="1026796" indent="-474346">
              <a:buClr>
                <a:srgbClr val="FFFFFF"/>
              </a:buClr>
              <a:buSzPct val="70000"/>
              <a:buFontTx/>
              <a:buBlip>
                <a:blip r:embed="rId2"/>
              </a:buBlip>
              <a:defRPr>
                <a:gradFill>
                  <a:gsLst>
                    <a:gs pos="0">
                      <a:srgbClr val="FFFFFF"/>
                    </a:gs>
                    <a:gs pos="86000">
                      <a:srgbClr val="FFFFFF"/>
                    </a:gs>
                  </a:gsLst>
                  <a:lin ang="5400000" scaled="0"/>
                </a:gradFill>
              </a:defRPr>
            </a:lvl2pPr>
            <a:lvl3pPr marL="1510666" indent="-483870">
              <a:buClr>
                <a:srgbClr val="FFFFFF"/>
              </a:buClr>
              <a:buSzPct val="70000"/>
              <a:buFontTx/>
              <a:buBlip>
                <a:blip r:embed="rId2"/>
              </a:buBlip>
              <a:defRPr>
                <a:gradFill>
                  <a:gsLst>
                    <a:gs pos="0">
                      <a:srgbClr val="FFFFFF"/>
                    </a:gs>
                    <a:gs pos="86000">
                      <a:srgbClr val="FFFFFF"/>
                    </a:gs>
                  </a:gsLst>
                  <a:lin ang="5400000" scaled="0"/>
                </a:gradFill>
              </a:defRPr>
            </a:lvl3pPr>
            <a:lvl4pPr marL="1925956" indent="-415290">
              <a:buClr>
                <a:srgbClr val="FFFFFF"/>
              </a:buClr>
              <a:buSzPct val="70000"/>
              <a:buFontTx/>
              <a:buBlip>
                <a:blip r:embed="rId2"/>
              </a:buBlip>
              <a:defRPr>
                <a:gradFill>
                  <a:gsLst>
                    <a:gs pos="0">
                      <a:srgbClr val="FFFFFF"/>
                    </a:gs>
                    <a:gs pos="86000">
                      <a:srgbClr val="FFFFFF"/>
                    </a:gs>
                  </a:gsLst>
                  <a:lin ang="5400000" scaled="0"/>
                </a:gradFill>
              </a:defRPr>
            </a:lvl4pPr>
            <a:lvl5pPr marL="2329816" indent="-40386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53898577"/>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623097" y="1737359"/>
            <a:ext cx="13382301" cy="2495042"/>
          </a:xfrm>
        </p:spPr>
        <p:txBody>
          <a:bodyPr/>
          <a:lstStyle>
            <a:lvl1pPr marL="552450" indent="-552450">
              <a:buClr>
                <a:srgbClr val="FFFFFF"/>
              </a:buClr>
              <a:buSzPct val="70000"/>
              <a:buFontTx/>
              <a:buBlip>
                <a:blip r:embed="rId2"/>
              </a:buBlip>
              <a:defRPr>
                <a:gradFill>
                  <a:gsLst>
                    <a:gs pos="0">
                      <a:srgbClr val="FFFFFF"/>
                    </a:gs>
                    <a:gs pos="86000">
                      <a:srgbClr val="FFFFFF"/>
                    </a:gs>
                  </a:gsLst>
                  <a:lin ang="5400000" scaled="0"/>
                </a:gradFill>
              </a:defRPr>
            </a:lvl1pPr>
            <a:lvl2pPr marL="1026796" indent="-474346">
              <a:buClr>
                <a:srgbClr val="FFFFFF"/>
              </a:buClr>
              <a:buSzPct val="70000"/>
              <a:buFontTx/>
              <a:buBlip>
                <a:blip r:embed="rId2"/>
              </a:buBlip>
              <a:defRPr>
                <a:gradFill>
                  <a:gsLst>
                    <a:gs pos="0">
                      <a:srgbClr val="FFFFFF"/>
                    </a:gs>
                    <a:gs pos="86000">
                      <a:srgbClr val="FFFFFF"/>
                    </a:gs>
                  </a:gsLst>
                  <a:lin ang="5400000" scaled="0"/>
                </a:gradFill>
              </a:defRPr>
            </a:lvl2pPr>
            <a:lvl3pPr marL="1510666" indent="-483870">
              <a:buClr>
                <a:srgbClr val="FFFFFF"/>
              </a:buClr>
              <a:buSzPct val="70000"/>
              <a:buFontTx/>
              <a:buBlip>
                <a:blip r:embed="rId2"/>
              </a:buBlip>
              <a:defRPr>
                <a:gradFill>
                  <a:gsLst>
                    <a:gs pos="0">
                      <a:srgbClr val="FFFFFF"/>
                    </a:gs>
                    <a:gs pos="86000">
                      <a:srgbClr val="FFFFFF"/>
                    </a:gs>
                  </a:gsLst>
                  <a:lin ang="5400000" scaled="0"/>
                </a:gradFill>
              </a:defRPr>
            </a:lvl3pPr>
            <a:lvl4pPr marL="1925956" indent="-415290">
              <a:buClr>
                <a:srgbClr val="FFFFFF"/>
              </a:buClr>
              <a:buSzPct val="70000"/>
              <a:buFontTx/>
              <a:buBlip>
                <a:blip r:embed="rId2"/>
              </a:buBlip>
              <a:defRPr>
                <a:gradFill>
                  <a:gsLst>
                    <a:gs pos="0">
                      <a:srgbClr val="FFFFFF"/>
                    </a:gs>
                    <a:gs pos="86000">
                      <a:srgbClr val="FFFFFF"/>
                    </a:gs>
                  </a:gsLst>
                  <a:lin ang="5400000" scaled="0"/>
                </a:gradFill>
              </a:defRPr>
            </a:lvl4pPr>
            <a:lvl5pPr marL="2329816" indent="-40386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7486652"/>
            <a:ext cx="14630401" cy="742950"/>
          </a:xfrm>
          <a:solidFill>
            <a:srgbClr val="FFFF99"/>
          </a:solidFill>
        </p:spPr>
        <p:txBody>
          <a:bodyPr wrap="square" lIns="152394" tIns="76197" rIns="152394" bIns="76197" anchor="b" anchorCtr="0">
            <a:noAutofit/>
          </a:bodyPr>
          <a:lstStyle>
            <a:lvl1pPr algn="r">
              <a:buFont typeface="Arial" pitchFamily="34" charset="0"/>
              <a:buNone/>
              <a:defRPr spc="-6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315719754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theme" Target="../theme/theme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heme" Target="../theme/theme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5" Type="http://schemas.openxmlformats.org/officeDocument/2006/relationships/slideLayout" Target="../slideLayouts/slideLayout69.xml"/><Relationship Id="rId10" Type="http://schemas.openxmlformats.org/officeDocument/2006/relationships/theme" Target="../theme/theme6.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slideLayout" Target="../slideLayouts/slideLayout86.xml"/><Relationship Id="rId18" Type="http://schemas.openxmlformats.org/officeDocument/2006/relationships/image" Target="../media/image6.png"/><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17" Type="http://schemas.openxmlformats.org/officeDocument/2006/relationships/theme" Target="../theme/theme7.xml"/><Relationship Id="rId2" Type="http://schemas.openxmlformats.org/officeDocument/2006/relationships/slideLayout" Target="../slideLayouts/slideLayout75.xml"/><Relationship Id="rId16" Type="http://schemas.openxmlformats.org/officeDocument/2006/relationships/slideLayout" Target="../slideLayouts/slideLayout89.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5" Type="http://schemas.openxmlformats.org/officeDocument/2006/relationships/slideLayout" Target="../slideLayouts/slideLayout8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4" y="274326"/>
            <a:ext cx="13382301" cy="90855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64693855"/>
      </p:ext>
    </p:extLst>
  </p:cSld>
  <p:clrMap bg1="dk1" tx1="lt1" bg2="dk2" tx2="lt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935" r:id="rId8"/>
    <p:sldLayoutId id="2147484087" r:id="rId9"/>
    <p:sldLayoutId id="2147484088" r:id="rId10"/>
    <p:sldLayoutId id="2147484178" r:id="rId11"/>
    <p:sldLayoutId id="2147484181" r:id="rId12"/>
  </p:sldLayoutIdLst>
  <p:transition>
    <p:wipe dir="r"/>
  </p:transition>
  <p:txStyles>
    <p:titleStyle>
      <a:lvl1pPr algn="l" defTabSz="1096796"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20" indent="-415120" algn="l" defTabSz="1096796"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984" indent="-340857" algn="l" defTabSz="1096796" rtl="0" eaLnBrk="1" latinLnBrk="0" hangingPunct="1">
        <a:lnSpc>
          <a:spcPct val="90000"/>
        </a:lnSpc>
        <a:spcBef>
          <a:spcPct val="20000"/>
        </a:spcBef>
        <a:buSzPct val="90000"/>
        <a:buFont typeface="Arial" pitchFamily="34" charset="0"/>
        <a:buChar char="•"/>
        <a:tabLst>
          <a:tab pos="755984"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840" indent="-340857" algn="l" defTabSz="1096796"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558" indent="-268498" algn="l" defTabSz="1096796" rtl="0" eaLnBrk="1" latinLnBrk="0" hangingPunct="1">
        <a:lnSpc>
          <a:spcPct val="90000"/>
        </a:lnSpc>
        <a:spcBef>
          <a:spcPct val="20000"/>
        </a:spcBef>
        <a:buSzPct val="90000"/>
        <a:buFont typeface="Arial" pitchFamily="34" charset="0"/>
        <a:buChar char="•"/>
        <a:tabLst>
          <a:tab pos="1096840"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675" indent="-276116" algn="l" defTabSz="1096796"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193"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5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988"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3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796" rtl="0" eaLnBrk="1" latinLnBrk="0" hangingPunct="1">
        <a:defRPr sz="2200" kern="1200">
          <a:solidFill>
            <a:schemeClr val="tx1"/>
          </a:solidFill>
          <a:latin typeface="+mn-lt"/>
          <a:ea typeface="+mn-ea"/>
          <a:cs typeface="+mn-cs"/>
        </a:defRPr>
      </a:lvl1pPr>
      <a:lvl2pPr marL="548399" algn="l" defTabSz="1096796" rtl="0" eaLnBrk="1" latinLnBrk="0" hangingPunct="1">
        <a:defRPr sz="2200" kern="1200">
          <a:solidFill>
            <a:schemeClr val="tx1"/>
          </a:solidFill>
          <a:latin typeface="+mn-lt"/>
          <a:ea typeface="+mn-ea"/>
          <a:cs typeface="+mn-cs"/>
        </a:defRPr>
      </a:lvl2pPr>
      <a:lvl3pPr marL="1096796" algn="l" defTabSz="1096796" rtl="0" eaLnBrk="1" latinLnBrk="0" hangingPunct="1">
        <a:defRPr sz="2200" kern="1200">
          <a:solidFill>
            <a:schemeClr val="tx1"/>
          </a:solidFill>
          <a:latin typeface="+mn-lt"/>
          <a:ea typeface="+mn-ea"/>
          <a:cs typeface="+mn-cs"/>
        </a:defRPr>
      </a:lvl3pPr>
      <a:lvl4pPr marL="1645196" algn="l" defTabSz="1096796" rtl="0" eaLnBrk="1" latinLnBrk="0" hangingPunct="1">
        <a:defRPr sz="2200" kern="1200">
          <a:solidFill>
            <a:schemeClr val="tx1"/>
          </a:solidFill>
          <a:latin typeface="+mn-lt"/>
          <a:ea typeface="+mn-ea"/>
          <a:cs typeface="+mn-cs"/>
        </a:defRPr>
      </a:lvl4pPr>
      <a:lvl5pPr marL="2193595" algn="l" defTabSz="1096796" rtl="0" eaLnBrk="1" latinLnBrk="0" hangingPunct="1">
        <a:defRPr sz="2200" kern="1200">
          <a:solidFill>
            <a:schemeClr val="tx1"/>
          </a:solidFill>
          <a:latin typeface="+mn-lt"/>
          <a:ea typeface="+mn-ea"/>
          <a:cs typeface="+mn-cs"/>
        </a:defRPr>
      </a:lvl5pPr>
      <a:lvl6pPr marL="2741993" algn="l" defTabSz="1096796" rtl="0" eaLnBrk="1" latinLnBrk="0" hangingPunct="1">
        <a:defRPr sz="2200" kern="1200">
          <a:solidFill>
            <a:schemeClr val="tx1"/>
          </a:solidFill>
          <a:latin typeface="+mn-lt"/>
          <a:ea typeface="+mn-ea"/>
          <a:cs typeface="+mn-cs"/>
        </a:defRPr>
      </a:lvl6pPr>
      <a:lvl7pPr marL="3290392" algn="l" defTabSz="1096796" rtl="0" eaLnBrk="1" latinLnBrk="0" hangingPunct="1">
        <a:defRPr sz="2200" kern="1200">
          <a:solidFill>
            <a:schemeClr val="tx1"/>
          </a:solidFill>
          <a:latin typeface="+mn-lt"/>
          <a:ea typeface="+mn-ea"/>
          <a:cs typeface="+mn-cs"/>
        </a:defRPr>
      </a:lvl7pPr>
      <a:lvl8pPr marL="3838789" algn="l" defTabSz="1096796" rtl="0" eaLnBrk="1" latinLnBrk="0" hangingPunct="1">
        <a:defRPr sz="2200" kern="1200">
          <a:solidFill>
            <a:schemeClr val="tx1"/>
          </a:solidFill>
          <a:latin typeface="+mn-lt"/>
          <a:ea typeface="+mn-ea"/>
          <a:cs typeface="+mn-cs"/>
        </a:defRPr>
      </a:lvl8pPr>
      <a:lvl9pPr marL="4387187" algn="l" defTabSz="1096796" rtl="0" eaLnBrk="1" latinLnBrk="0" hangingPunct="1">
        <a:defRPr sz="2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2" y="274326"/>
            <a:ext cx="13382301" cy="90855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08055336"/>
      </p:ext>
    </p:extLst>
  </p:cSld>
  <p:clrMap bg1="dk1" tx1="lt1" bg2="dk2" tx2="lt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7" r:id="rId9"/>
    <p:sldLayoutId id="2147484118" r:id="rId10"/>
    <p:sldLayoutId id="2147484119" r:id="rId11"/>
  </p:sldLayoutIdLst>
  <p:transition>
    <p:wipe dir="r"/>
  </p:transition>
  <p:txStyles>
    <p:titleStyle>
      <a:lvl1pPr algn="l" defTabSz="1096920"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68" indent="-415168" algn="l" defTabSz="1096920"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6070" indent="-340896" algn="l" defTabSz="1096920" rtl="0" eaLnBrk="1" latinLnBrk="0" hangingPunct="1">
        <a:lnSpc>
          <a:spcPct val="90000"/>
        </a:lnSpc>
        <a:spcBef>
          <a:spcPct val="20000"/>
        </a:spcBef>
        <a:buSzPct val="90000"/>
        <a:buFont typeface="Arial" pitchFamily="34" charset="0"/>
        <a:buChar char="•"/>
        <a:tabLst>
          <a:tab pos="756070"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964" indent="-340896" algn="l" defTabSz="1096920"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760" indent="-268528" algn="l" defTabSz="1096920" rtl="0" eaLnBrk="1" latinLnBrk="0" hangingPunct="1">
        <a:lnSpc>
          <a:spcPct val="90000"/>
        </a:lnSpc>
        <a:spcBef>
          <a:spcPct val="20000"/>
        </a:spcBef>
        <a:buSzPct val="90000"/>
        <a:buFont typeface="Arial" pitchFamily="34" charset="0"/>
        <a:buChar char="•"/>
        <a:tabLst>
          <a:tab pos="1096964"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907" indent="-276148" algn="l" defTabSz="1096920"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533"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994"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455"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918"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920" rtl="0" eaLnBrk="1" latinLnBrk="0" hangingPunct="1">
        <a:defRPr sz="2200" kern="1200">
          <a:solidFill>
            <a:schemeClr val="tx1"/>
          </a:solidFill>
          <a:latin typeface="+mn-lt"/>
          <a:ea typeface="+mn-ea"/>
          <a:cs typeface="+mn-cs"/>
        </a:defRPr>
      </a:lvl1pPr>
      <a:lvl2pPr marL="548461" algn="l" defTabSz="1096920" rtl="0" eaLnBrk="1" latinLnBrk="0" hangingPunct="1">
        <a:defRPr sz="2200" kern="1200">
          <a:solidFill>
            <a:schemeClr val="tx1"/>
          </a:solidFill>
          <a:latin typeface="+mn-lt"/>
          <a:ea typeface="+mn-ea"/>
          <a:cs typeface="+mn-cs"/>
        </a:defRPr>
      </a:lvl2pPr>
      <a:lvl3pPr marL="1096920" algn="l" defTabSz="1096920" rtl="0" eaLnBrk="1" latinLnBrk="0" hangingPunct="1">
        <a:defRPr sz="2200" kern="1200">
          <a:solidFill>
            <a:schemeClr val="tx1"/>
          </a:solidFill>
          <a:latin typeface="+mn-lt"/>
          <a:ea typeface="+mn-ea"/>
          <a:cs typeface="+mn-cs"/>
        </a:defRPr>
      </a:lvl3pPr>
      <a:lvl4pPr marL="1645382" algn="l" defTabSz="1096920" rtl="0" eaLnBrk="1" latinLnBrk="0" hangingPunct="1">
        <a:defRPr sz="2200" kern="1200">
          <a:solidFill>
            <a:schemeClr val="tx1"/>
          </a:solidFill>
          <a:latin typeface="+mn-lt"/>
          <a:ea typeface="+mn-ea"/>
          <a:cs typeface="+mn-cs"/>
        </a:defRPr>
      </a:lvl4pPr>
      <a:lvl5pPr marL="2193843" algn="l" defTabSz="1096920" rtl="0" eaLnBrk="1" latinLnBrk="0" hangingPunct="1">
        <a:defRPr sz="2200" kern="1200">
          <a:solidFill>
            <a:schemeClr val="tx1"/>
          </a:solidFill>
          <a:latin typeface="+mn-lt"/>
          <a:ea typeface="+mn-ea"/>
          <a:cs typeface="+mn-cs"/>
        </a:defRPr>
      </a:lvl5pPr>
      <a:lvl6pPr marL="2742305" algn="l" defTabSz="1096920" rtl="0" eaLnBrk="1" latinLnBrk="0" hangingPunct="1">
        <a:defRPr sz="2200" kern="1200">
          <a:solidFill>
            <a:schemeClr val="tx1"/>
          </a:solidFill>
          <a:latin typeface="+mn-lt"/>
          <a:ea typeface="+mn-ea"/>
          <a:cs typeface="+mn-cs"/>
        </a:defRPr>
      </a:lvl6pPr>
      <a:lvl7pPr marL="3290764" algn="l" defTabSz="1096920" rtl="0" eaLnBrk="1" latinLnBrk="0" hangingPunct="1">
        <a:defRPr sz="2200" kern="1200">
          <a:solidFill>
            <a:schemeClr val="tx1"/>
          </a:solidFill>
          <a:latin typeface="+mn-lt"/>
          <a:ea typeface="+mn-ea"/>
          <a:cs typeface="+mn-cs"/>
        </a:defRPr>
      </a:lvl7pPr>
      <a:lvl8pPr marL="3839223" algn="l" defTabSz="1096920" rtl="0" eaLnBrk="1" latinLnBrk="0" hangingPunct="1">
        <a:defRPr sz="2200" kern="1200">
          <a:solidFill>
            <a:schemeClr val="tx1"/>
          </a:solidFill>
          <a:latin typeface="+mn-lt"/>
          <a:ea typeface="+mn-ea"/>
          <a:cs typeface="+mn-cs"/>
        </a:defRPr>
      </a:lvl8pPr>
      <a:lvl9pPr marL="4387684" algn="l" defTabSz="1096920" rtl="0" eaLnBrk="1" latinLnBrk="0" hangingPunct="1">
        <a:defRPr sz="2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6861" y="523700"/>
            <a:ext cx="13681464" cy="664798"/>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06862" y="1438101"/>
            <a:ext cx="13681463" cy="1591820"/>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4"/>
          <p:cNvSpPr>
            <a:spLocks noGrp="1"/>
          </p:cNvSpPr>
          <p:nvPr>
            <p:ph type="sldNum" sz="quarter" idx="4"/>
          </p:nvPr>
        </p:nvSpPr>
        <p:spPr>
          <a:xfrm>
            <a:off x="347666" y="7525085"/>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pPr defTabSz="1096991"/>
            <a:fld id="{B60359E2-F1E6-40F3-81C3-5A646FA87138}" type="slidenum">
              <a:rPr lang="en-US" smtClean="0">
                <a:solidFill>
                  <a:prstClr val="black">
                    <a:tint val="75000"/>
                  </a:prstClr>
                </a:solidFill>
              </a:rPr>
              <a:pPr defTabSz="1096991"/>
              <a:t>‹#›</a:t>
            </a:fld>
            <a:endParaRPr lang="en-US" dirty="0">
              <a:solidFill>
                <a:prstClr val="black">
                  <a:tint val="75000"/>
                </a:prstClr>
              </a:solidFill>
            </a:endParaRPr>
          </a:p>
        </p:txBody>
      </p:sp>
      <p:sp>
        <p:nvSpPr>
          <p:cNvPr id="4" name="Footer Placeholder 3"/>
          <p:cNvSpPr>
            <a:spLocks noGrp="1"/>
          </p:cNvSpPr>
          <p:nvPr>
            <p:ph type="ftr" sz="quarter" idx="3"/>
          </p:nvPr>
        </p:nvSpPr>
        <p:spPr>
          <a:xfrm>
            <a:off x="9759723" y="42547"/>
            <a:ext cx="4632326" cy="303950"/>
          </a:xfrm>
          <a:prstGeom prst="rect">
            <a:avLst/>
          </a:prstGeom>
        </p:spPr>
        <p:txBody>
          <a:bodyPr vert="horz" lIns="91408" tIns="45702" rIns="91408" bIns="45702" rtlCol="0" anchor="ctr"/>
          <a:lstStyle>
            <a:lvl1pPr algn="r">
              <a:defRPr sz="1200">
                <a:solidFill>
                  <a:schemeClr val="tx1">
                    <a:tint val="75000"/>
                  </a:schemeClr>
                </a:solidFill>
              </a:defRPr>
            </a:lvl1pPr>
          </a:lstStyle>
          <a:p>
            <a:pPr defTabSz="1096991"/>
            <a:r>
              <a:rPr lang="en-US" smtClean="0">
                <a:solidFill>
                  <a:prstClr val="black">
                    <a:tint val="75000"/>
                  </a:prstClr>
                </a:solidFill>
              </a:rPr>
              <a:t>Microsoft Confidential - Signed NDA Required</a:t>
            </a:r>
            <a:endParaRPr lang="en-US" dirty="0">
              <a:solidFill>
                <a:prstClr val="black">
                  <a:tint val="75000"/>
                </a:prstClr>
              </a:solidFill>
            </a:endParaRPr>
          </a:p>
        </p:txBody>
      </p:sp>
      <p:sp>
        <p:nvSpPr>
          <p:cNvPr id="8" name="Footer Placeholder 3"/>
          <p:cNvSpPr txBox="1">
            <a:spLocks/>
          </p:cNvSpPr>
          <p:nvPr userDrawn="1"/>
        </p:nvSpPr>
        <p:spPr>
          <a:xfrm>
            <a:off x="9759723" y="158659"/>
            <a:ext cx="4632326" cy="303950"/>
          </a:xfrm>
          <a:prstGeom prst="rect">
            <a:avLst/>
          </a:prstGeom>
        </p:spPr>
        <p:txBody>
          <a:bodyPr vert="horz" lIns="91408" tIns="45702" rIns="91408" bIns="45702" rtlCol="0" anchor="ctr"/>
          <a:lstStyle>
            <a:defPPr>
              <a:defRPr lang="en-US"/>
            </a:defPPr>
            <a:lvl1pPr marL="0" algn="r" defTabSz="1097364" rtl="0" eaLnBrk="1" latinLnBrk="0" hangingPunct="1">
              <a:defRPr sz="1200" kern="1200">
                <a:solidFill>
                  <a:schemeClr val="tx1">
                    <a:tint val="75000"/>
                  </a:schemeClr>
                </a:solidFill>
                <a:latin typeface="+mn-lt"/>
                <a:ea typeface="+mn-ea"/>
                <a:cs typeface="+mn-cs"/>
              </a:defRPr>
            </a:lvl1pPr>
            <a:lvl2pPr marL="548683" algn="l" defTabSz="1097364" rtl="0" eaLnBrk="1" latinLnBrk="0" hangingPunct="1">
              <a:defRPr sz="2100" kern="1200">
                <a:solidFill>
                  <a:schemeClr val="tx1"/>
                </a:solidFill>
                <a:latin typeface="+mn-lt"/>
                <a:ea typeface="+mn-ea"/>
                <a:cs typeface="+mn-cs"/>
              </a:defRPr>
            </a:lvl2pPr>
            <a:lvl3pPr marL="1097364" algn="l" defTabSz="1097364" rtl="0" eaLnBrk="1" latinLnBrk="0" hangingPunct="1">
              <a:defRPr sz="2100" kern="1200">
                <a:solidFill>
                  <a:schemeClr val="tx1"/>
                </a:solidFill>
                <a:latin typeface="+mn-lt"/>
                <a:ea typeface="+mn-ea"/>
                <a:cs typeface="+mn-cs"/>
              </a:defRPr>
            </a:lvl3pPr>
            <a:lvl4pPr marL="1646046" algn="l" defTabSz="1097364" rtl="0" eaLnBrk="1" latinLnBrk="0" hangingPunct="1">
              <a:defRPr sz="2100" kern="1200">
                <a:solidFill>
                  <a:schemeClr val="tx1"/>
                </a:solidFill>
                <a:latin typeface="+mn-lt"/>
                <a:ea typeface="+mn-ea"/>
                <a:cs typeface="+mn-cs"/>
              </a:defRPr>
            </a:lvl4pPr>
            <a:lvl5pPr marL="2194729" algn="l" defTabSz="1097364" rtl="0" eaLnBrk="1" latinLnBrk="0" hangingPunct="1">
              <a:defRPr sz="2100" kern="1200">
                <a:solidFill>
                  <a:schemeClr val="tx1"/>
                </a:solidFill>
                <a:latin typeface="+mn-lt"/>
                <a:ea typeface="+mn-ea"/>
                <a:cs typeface="+mn-cs"/>
              </a:defRPr>
            </a:lvl5pPr>
            <a:lvl6pPr marL="2743411" algn="l" defTabSz="1097364" rtl="0" eaLnBrk="1" latinLnBrk="0" hangingPunct="1">
              <a:defRPr sz="2100" kern="1200">
                <a:solidFill>
                  <a:schemeClr val="tx1"/>
                </a:solidFill>
                <a:latin typeface="+mn-lt"/>
                <a:ea typeface="+mn-ea"/>
                <a:cs typeface="+mn-cs"/>
              </a:defRPr>
            </a:lvl6pPr>
            <a:lvl7pPr marL="3292093" algn="l" defTabSz="1097364" rtl="0" eaLnBrk="1" latinLnBrk="0" hangingPunct="1">
              <a:defRPr sz="2100" kern="1200">
                <a:solidFill>
                  <a:schemeClr val="tx1"/>
                </a:solidFill>
                <a:latin typeface="+mn-lt"/>
                <a:ea typeface="+mn-ea"/>
                <a:cs typeface="+mn-cs"/>
              </a:defRPr>
            </a:lvl7pPr>
            <a:lvl8pPr marL="3840774" algn="l" defTabSz="1097364" rtl="0" eaLnBrk="1" latinLnBrk="0" hangingPunct="1">
              <a:defRPr sz="2100" kern="1200">
                <a:solidFill>
                  <a:schemeClr val="tx1"/>
                </a:solidFill>
                <a:latin typeface="+mn-lt"/>
                <a:ea typeface="+mn-ea"/>
                <a:cs typeface="+mn-cs"/>
              </a:defRPr>
            </a:lvl8pPr>
            <a:lvl9pPr marL="4389456" algn="l" defTabSz="1097364" rtl="0" eaLnBrk="1" latinLnBrk="0" hangingPunct="1">
              <a:defRPr sz="2100" kern="1200">
                <a:solidFill>
                  <a:schemeClr val="tx1"/>
                </a:solidFill>
                <a:latin typeface="+mn-lt"/>
                <a:ea typeface="+mn-ea"/>
                <a:cs typeface="+mn-cs"/>
              </a:defRPr>
            </a:lvl9pPr>
          </a:lstStyle>
          <a:p>
            <a:r>
              <a:rPr lang="en-US" smtClean="0">
                <a:solidFill>
                  <a:prstClr val="black">
                    <a:tint val="75000"/>
                  </a:prstClr>
                </a:solidFill>
              </a:rPr>
              <a:t>Microsoft Confidential - Signed NDA Required</a:t>
            </a:r>
            <a:endParaRPr lang="en-US" dirty="0">
              <a:solidFill>
                <a:prstClr val="black">
                  <a:tint val="75000"/>
                </a:prstClr>
              </a:solidFill>
            </a:endParaRPr>
          </a:p>
        </p:txBody>
      </p:sp>
    </p:spTree>
    <p:extLst>
      <p:ext uri="{BB962C8B-B14F-4D97-AF65-F5344CB8AC3E}">
        <p14:creationId xmlns:p14="http://schemas.microsoft.com/office/powerpoint/2010/main" val="2866218939"/>
      </p:ext>
    </p:extLst>
  </p:cSld>
  <p:clrMap bg1="lt1" tx1="dk1" bg2="lt2" tx2="dk2" accent1="accent1" accent2="accent2" accent3="accent3" accent4="accent4" accent5="accent5" accent6="accent6" hlink="hlink" folHlink="folHlink"/>
  <p:sldLayoutIdLst>
    <p:sldLayoutId id="2147484123" r:id="rId1"/>
    <p:sldLayoutId id="2147484124" r:id="rId2"/>
    <p:sldLayoutId id="2147484125" r:id="rId3"/>
    <p:sldLayoutId id="2147484126" r:id="rId4"/>
    <p:sldLayoutId id="2147484127" r:id="rId5"/>
    <p:sldLayoutId id="2147484128" r:id="rId6"/>
    <p:sldLayoutId id="2147484129" r:id="rId7"/>
    <p:sldLayoutId id="2147484130" r:id="rId8"/>
    <p:sldLayoutId id="2147484131" r:id="rId9"/>
    <p:sldLayoutId id="2147484132" r:id="rId10"/>
    <p:sldLayoutId id="2147484133" r:id="rId11"/>
    <p:sldLayoutId id="2147484134" r:id="rId12"/>
    <p:sldLayoutId id="2147484135" r:id="rId13"/>
    <p:sldLayoutId id="2147484136" r:id="rId14"/>
    <p:sldLayoutId id="2147484137" r:id="rId15"/>
    <p:sldLayoutId id="2147484138" r:id="rId16"/>
    <p:sldLayoutId id="2147484139" r:id="rId17"/>
    <p:sldLayoutId id="2147484140" r:id="rId18"/>
  </p:sldLayoutIdLst>
  <p:transition>
    <p:fade/>
  </p:transition>
  <p:hf hdr="0" dt="0"/>
  <p:txStyles>
    <p:titleStyle>
      <a:lvl1pPr algn="l" defTabSz="1097045" rtl="0" eaLnBrk="1" latinLnBrk="0" hangingPunct="1">
        <a:lnSpc>
          <a:spcPct val="90000"/>
        </a:lnSpc>
        <a:spcBef>
          <a:spcPct val="0"/>
        </a:spcBef>
        <a:buNone/>
        <a:defRPr lang="en-US" sz="4800" b="0" kern="1200" cap="none" spc="-120" baseline="0" dirty="0" smtClean="0">
          <a:ln w="3175">
            <a:noFill/>
          </a:ln>
          <a:solidFill>
            <a:schemeClr val="tx2">
              <a:alpha val="99000"/>
            </a:schemeClr>
          </a:solidFill>
          <a:effectLst/>
          <a:latin typeface="+mj-lt"/>
          <a:ea typeface="+mn-ea"/>
          <a:cs typeface="Arial" charset="0"/>
        </a:defRPr>
      </a:lvl1pPr>
    </p:titleStyle>
    <p:bodyStyle>
      <a:lvl1pPr marL="348555" indent="-348555" algn="l" defTabSz="1097045" rtl="0" eaLnBrk="1" latinLnBrk="0" hangingPunct="1">
        <a:lnSpc>
          <a:spcPct val="90000"/>
        </a:lnSpc>
        <a:spcBef>
          <a:spcPct val="20000"/>
        </a:spcBef>
        <a:buClr>
          <a:srgbClr val="525051"/>
        </a:buClr>
        <a:buSzPct val="90000"/>
        <a:buFont typeface="Arial" pitchFamily="34" charset="0"/>
        <a:buChar char="•"/>
        <a:defRPr sz="2400" kern="1200">
          <a:solidFill>
            <a:srgbClr val="A1A1A1"/>
          </a:solidFill>
          <a:latin typeface="+mn-lt"/>
          <a:ea typeface="+mn-ea"/>
          <a:cs typeface="+mn-cs"/>
        </a:defRPr>
      </a:lvl1pPr>
      <a:lvl2pPr marL="681873" indent="-333318" algn="l" defTabSz="1097045" rtl="0" eaLnBrk="1" latinLnBrk="0" hangingPunct="1">
        <a:lnSpc>
          <a:spcPct val="90000"/>
        </a:lnSpc>
        <a:spcBef>
          <a:spcPct val="20000"/>
        </a:spcBef>
        <a:buClr>
          <a:srgbClr val="525051"/>
        </a:buClr>
        <a:buSzPct val="90000"/>
        <a:buFont typeface="Arial" pitchFamily="34" charset="0"/>
        <a:buChar char="•"/>
        <a:defRPr sz="2200" kern="1200">
          <a:solidFill>
            <a:srgbClr val="A1A1A1"/>
          </a:solidFill>
          <a:latin typeface="+mn-lt"/>
          <a:ea typeface="+mn-ea"/>
          <a:cs typeface="+mn-cs"/>
        </a:defRPr>
      </a:lvl2pPr>
      <a:lvl3pPr marL="1030426" indent="-348555" algn="l" defTabSz="1097045" rtl="0" eaLnBrk="1" latinLnBrk="0" hangingPunct="1">
        <a:lnSpc>
          <a:spcPct val="90000"/>
        </a:lnSpc>
        <a:spcBef>
          <a:spcPct val="20000"/>
        </a:spcBef>
        <a:buClr>
          <a:srgbClr val="525051"/>
        </a:buClr>
        <a:buSzPct val="90000"/>
        <a:buFont typeface="Arial" pitchFamily="34" charset="0"/>
        <a:buChar char="•"/>
        <a:defRPr sz="1900" kern="1200">
          <a:solidFill>
            <a:srgbClr val="A1A1A1"/>
          </a:solidFill>
          <a:latin typeface="+mn-lt"/>
          <a:ea typeface="+mn-ea"/>
          <a:cs typeface="+mn-cs"/>
        </a:defRPr>
      </a:lvl3pPr>
      <a:lvl4pPr marL="1378982" indent="-348555" algn="l" defTabSz="1097045" rtl="0" eaLnBrk="1" latinLnBrk="0" hangingPunct="1">
        <a:lnSpc>
          <a:spcPct val="90000"/>
        </a:lnSpc>
        <a:spcBef>
          <a:spcPct val="20000"/>
        </a:spcBef>
        <a:buClr>
          <a:srgbClr val="525051"/>
        </a:buClr>
        <a:buSzPct val="90000"/>
        <a:buFont typeface="Arial" pitchFamily="34" charset="0"/>
        <a:buChar char="•"/>
        <a:defRPr sz="1700" kern="1200">
          <a:solidFill>
            <a:srgbClr val="A1A1A1"/>
          </a:solidFill>
          <a:latin typeface="+mn-lt"/>
          <a:ea typeface="+mn-ea"/>
          <a:cs typeface="+mn-cs"/>
        </a:defRPr>
      </a:lvl4pPr>
      <a:lvl5pPr marL="1712299" indent="-333318" algn="l" defTabSz="1097045" rtl="0" eaLnBrk="1" latinLnBrk="0" hangingPunct="1">
        <a:lnSpc>
          <a:spcPct val="90000"/>
        </a:lnSpc>
        <a:spcBef>
          <a:spcPct val="20000"/>
        </a:spcBef>
        <a:buClr>
          <a:srgbClr val="525051"/>
        </a:buClr>
        <a:buSzPct val="90000"/>
        <a:buFont typeface="Arial" pitchFamily="34" charset="0"/>
        <a:buChar char="•"/>
        <a:tabLst/>
        <a:defRPr sz="1700" kern="1200">
          <a:solidFill>
            <a:srgbClr val="A1A1A1"/>
          </a:solidFill>
          <a:latin typeface="+mn-lt"/>
          <a:ea typeface="+mn-ea"/>
          <a:cs typeface="+mn-cs"/>
        </a:defRPr>
      </a:lvl5pPr>
      <a:lvl6pPr marL="3016876"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5398"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922"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2446"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045" rtl="0" eaLnBrk="1" latinLnBrk="0" hangingPunct="1">
        <a:defRPr sz="2200" kern="1200">
          <a:solidFill>
            <a:schemeClr val="tx1"/>
          </a:solidFill>
          <a:latin typeface="+mn-lt"/>
          <a:ea typeface="+mn-ea"/>
          <a:cs typeface="+mn-cs"/>
        </a:defRPr>
      </a:lvl1pPr>
      <a:lvl2pPr marL="548523" algn="l" defTabSz="1097045" rtl="0" eaLnBrk="1" latinLnBrk="0" hangingPunct="1">
        <a:defRPr sz="2200" kern="1200">
          <a:solidFill>
            <a:schemeClr val="tx1"/>
          </a:solidFill>
          <a:latin typeface="+mn-lt"/>
          <a:ea typeface="+mn-ea"/>
          <a:cs typeface="+mn-cs"/>
        </a:defRPr>
      </a:lvl2pPr>
      <a:lvl3pPr marL="1097045" algn="l" defTabSz="1097045" rtl="0" eaLnBrk="1" latinLnBrk="0" hangingPunct="1">
        <a:defRPr sz="2200" kern="1200">
          <a:solidFill>
            <a:schemeClr val="tx1"/>
          </a:solidFill>
          <a:latin typeface="+mn-lt"/>
          <a:ea typeface="+mn-ea"/>
          <a:cs typeface="+mn-cs"/>
        </a:defRPr>
      </a:lvl3pPr>
      <a:lvl4pPr marL="1645568" algn="l" defTabSz="1097045" rtl="0" eaLnBrk="1" latinLnBrk="0" hangingPunct="1">
        <a:defRPr sz="2200" kern="1200">
          <a:solidFill>
            <a:schemeClr val="tx1"/>
          </a:solidFill>
          <a:latin typeface="+mn-lt"/>
          <a:ea typeface="+mn-ea"/>
          <a:cs typeface="+mn-cs"/>
        </a:defRPr>
      </a:lvl4pPr>
      <a:lvl5pPr marL="2194092" algn="l" defTabSz="1097045" rtl="0" eaLnBrk="1" latinLnBrk="0" hangingPunct="1">
        <a:defRPr sz="2200" kern="1200">
          <a:solidFill>
            <a:schemeClr val="tx1"/>
          </a:solidFill>
          <a:latin typeface="+mn-lt"/>
          <a:ea typeface="+mn-ea"/>
          <a:cs typeface="+mn-cs"/>
        </a:defRPr>
      </a:lvl5pPr>
      <a:lvl6pPr marL="2742615" algn="l" defTabSz="1097045" rtl="0" eaLnBrk="1" latinLnBrk="0" hangingPunct="1">
        <a:defRPr sz="2200" kern="1200">
          <a:solidFill>
            <a:schemeClr val="tx1"/>
          </a:solidFill>
          <a:latin typeface="+mn-lt"/>
          <a:ea typeface="+mn-ea"/>
          <a:cs typeface="+mn-cs"/>
        </a:defRPr>
      </a:lvl6pPr>
      <a:lvl7pPr marL="3291137" algn="l" defTabSz="1097045" rtl="0" eaLnBrk="1" latinLnBrk="0" hangingPunct="1">
        <a:defRPr sz="2200" kern="1200">
          <a:solidFill>
            <a:schemeClr val="tx1"/>
          </a:solidFill>
          <a:latin typeface="+mn-lt"/>
          <a:ea typeface="+mn-ea"/>
          <a:cs typeface="+mn-cs"/>
        </a:defRPr>
      </a:lvl7pPr>
      <a:lvl8pPr marL="3839659" algn="l" defTabSz="1097045" rtl="0" eaLnBrk="1" latinLnBrk="0" hangingPunct="1">
        <a:defRPr sz="2200" kern="1200">
          <a:solidFill>
            <a:schemeClr val="tx1"/>
          </a:solidFill>
          <a:latin typeface="+mn-lt"/>
          <a:ea typeface="+mn-ea"/>
          <a:cs typeface="+mn-cs"/>
        </a:defRPr>
      </a:lvl8pPr>
      <a:lvl9pPr marL="4388182" algn="l" defTabSz="1097045" rtl="0" eaLnBrk="1" latinLnBrk="0" hangingPunct="1">
        <a:defRPr sz="22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4" y="274326"/>
            <a:ext cx="13382301" cy="90855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94772838"/>
      </p:ext>
    </p:extLst>
  </p:cSld>
  <p:clrMap bg1="dk1" tx1="lt1" bg2="dk2" tx2="lt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3" r:id="rId11"/>
    <p:sldLayoutId id="2147484154" r:id="rId12"/>
  </p:sldLayoutIdLst>
  <p:transition>
    <p:wipe dir="r"/>
  </p:transition>
  <p:txStyles>
    <p:titleStyle>
      <a:lvl1pPr algn="l" defTabSz="1096796"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20" indent="-415120" algn="l" defTabSz="1096796"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984" indent="-340857" algn="l" defTabSz="1096796" rtl="0" eaLnBrk="1" latinLnBrk="0" hangingPunct="1">
        <a:lnSpc>
          <a:spcPct val="90000"/>
        </a:lnSpc>
        <a:spcBef>
          <a:spcPct val="20000"/>
        </a:spcBef>
        <a:buSzPct val="90000"/>
        <a:buFont typeface="Arial" pitchFamily="34" charset="0"/>
        <a:buChar char="•"/>
        <a:tabLst>
          <a:tab pos="755984"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840" indent="-340857" algn="l" defTabSz="1096796"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558" indent="-268498" algn="l" defTabSz="1096796" rtl="0" eaLnBrk="1" latinLnBrk="0" hangingPunct="1">
        <a:lnSpc>
          <a:spcPct val="90000"/>
        </a:lnSpc>
        <a:spcBef>
          <a:spcPct val="20000"/>
        </a:spcBef>
        <a:buSzPct val="90000"/>
        <a:buFont typeface="Arial" pitchFamily="34" charset="0"/>
        <a:buChar char="•"/>
        <a:tabLst>
          <a:tab pos="1096840"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675" indent="-276116" algn="l" defTabSz="1096796"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193"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5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988"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3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796" rtl="0" eaLnBrk="1" latinLnBrk="0" hangingPunct="1">
        <a:defRPr sz="2200" kern="1200">
          <a:solidFill>
            <a:schemeClr val="tx1"/>
          </a:solidFill>
          <a:latin typeface="+mn-lt"/>
          <a:ea typeface="+mn-ea"/>
          <a:cs typeface="+mn-cs"/>
        </a:defRPr>
      </a:lvl1pPr>
      <a:lvl2pPr marL="548399" algn="l" defTabSz="1096796" rtl="0" eaLnBrk="1" latinLnBrk="0" hangingPunct="1">
        <a:defRPr sz="2200" kern="1200">
          <a:solidFill>
            <a:schemeClr val="tx1"/>
          </a:solidFill>
          <a:latin typeface="+mn-lt"/>
          <a:ea typeface="+mn-ea"/>
          <a:cs typeface="+mn-cs"/>
        </a:defRPr>
      </a:lvl2pPr>
      <a:lvl3pPr marL="1096796" algn="l" defTabSz="1096796" rtl="0" eaLnBrk="1" latinLnBrk="0" hangingPunct="1">
        <a:defRPr sz="2200" kern="1200">
          <a:solidFill>
            <a:schemeClr val="tx1"/>
          </a:solidFill>
          <a:latin typeface="+mn-lt"/>
          <a:ea typeface="+mn-ea"/>
          <a:cs typeface="+mn-cs"/>
        </a:defRPr>
      </a:lvl3pPr>
      <a:lvl4pPr marL="1645196" algn="l" defTabSz="1096796" rtl="0" eaLnBrk="1" latinLnBrk="0" hangingPunct="1">
        <a:defRPr sz="2200" kern="1200">
          <a:solidFill>
            <a:schemeClr val="tx1"/>
          </a:solidFill>
          <a:latin typeface="+mn-lt"/>
          <a:ea typeface="+mn-ea"/>
          <a:cs typeface="+mn-cs"/>
        </a:defRPr>
      </a:lvl4pPr>
      <a:lvl5pPr marL="2193595" algn="l" defTabSz="1096796" rtl="0" eaLnBrk="1" latinLnBrk="0" hangingPunct="1">
        <a:defRPr sz="2200" kern="1200">
          <a:solidFill>
            <a:schemeClr val="tx1"/>
          </a:solidFill>
          <a:latin typeface="+mn-lt"/>
          <a:ea typeface="+mn-ea"/>
          <a:cs typeface="+mn-cs"/>
        </a:defRPr>
      </a:lvl5pPr>
      <a:lvl6pPr marL="2741993" algn="l" defTabSz="1096796" rtl="0" eaLnBrk="1" latinLnBrk="0" hangingPunct="1">
        <a:defRPr sz="2200" kern="1200">
          <a:solidFill>
            <a:schemeClr val="tx1"/>
          </a:solidFill>
          <a:latin typeface="+mn-lt"/>
          <a:ea typeface="+mn-ea"/>
          <a:cs typeface="+mn-cs"/>
        </a:defRPr>
      </a:lvl6pPr>
      <a:lvl7pPr marL="3290392" algn="l" defTabSz="1096796" rtl="0" eaLnBrk="1" latinLnBrk="0" hangingPunct="1">
        <a:defRPr sz="2200" kern="1200">
          <a:solidFill>
            <a:schemeClr val="tx1"/>
          </a:solidFill>
          <a:latin typeface="+mn-lt"/>
          <a:ea typeface="+mn-ea"/>
          <a:cs typeface="+mn-cs"/>
        </a:defRPr>
      </a:lvl7pPr>
      <a:lvl8pPr marL="3838789" algn="l" defTabSz="1096796" rtl="0" eaLnBrk="1" latinLnBrk="0" hangingPunct="1">
        <a:defRPr sz="2200" kern="1200">
          <a:solidFill>
            <a:schemeClr val="tx1"/>
          </a:solidFill>
          <a:latin typeface="+mn-lt"/>
          <a:ea typeface="+mn-ea"/>
          <a:cs typeface="+mn-cs"/>
        </a:defRPr>
      </a:lvl8pPr>
      <a:lvl9pPr marL="4387187" algn="l" defTabSz="1096796" rtl="0" eaLnBrk="1" latinLnBrk="0" hangingPunct="1">
        <a:defRPr sz="22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2" y="274326"/>
            <a:ext cx="13382301" cy="90855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04593916"/>
      </p:ext>
    </p:extLst>
  </p:cSld>
  <p:clrMap bg1="dk1" tx1="lt1" bg2="dk2" tx2="lt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4" r:id="rId8"/>
    <p:sldLayoutId id="2147484165" r:id="rId9"/>
    <p:sldLayoutId id="2147484166" r:id="rId10"/>
    <p:sldLayoutId id="2147484167" r:id="rId11"/>
  </p:sldLayoutIdLst>
  <p:transition>
    <p:wipe dir="r"/>
  </p:transition>
  <p:txStyles>
    <p:titleStyle>
      <a:lvl1pPr algn="l" defTabSz="1096920"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68" indent="-415168" algn="l" defTabSz="1096920"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6070" indent="-340896" algn="l" defTabSz="1096920" rtl="0" eaLnBrk="1" latinLnBrk="0" hangingPunct="1">
        <a:lnSpc>
          <a:spcPct val="90000"/>
        </a:lnSpc>
        <a:spcBef>
          <a:spcPct val="20000"/>
        </a:spcBef>
        <a:buSzPct val="90000"/>
        <a:buFont typeface="Arial" pitchFamily="34" charset="0"/>
        <a:buChar char="•"/>
        <a:tabLst>
          <a:tab pos="756070"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964" indent="-340896" algn="l" defTabSz="1096920"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760" indent="-268528" algn="l" defTabSz="1096920" rtl="0" eaLnBrk="1" latinLnBrk="0" hangingPunct="1">
        <a:lnSpc>
          <a:spcPct val="90000"/>
        </a:lnSpc>
        <a:spcBef>
          <a:spcPct val="20000"/>
        </a:spcBef>
        <a:buSzPct val="90000"/>
        <a:buFont typeface="Arial" pitchFamily="34" charset="0"/>
        <a:buChar char="•"/>
        <a:tabLst>
          <a:tab pos="1096964"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907" indent="-276148" algn="l" defTabSz="1096920"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533"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994"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455"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918"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920" rtl="0" eaLnBrk="1" latinLnBrk="0" hangingPunct="1">
        <a:defRPr sz="2200" kern="1200">
          <a:solidFill>
            <a:schemeClr val="tx1"/>
          </a:solidFill>
          <a:latin typeface="+mn-lt"/>
          <a:ea typeface="+mn-ea"/>
          <a:cs typeface="+mn-cs"/>
        </a:defRPr>
      </a:lvl1pPr>
      <a:lvl2pPr marL="548461" algn="l" defTabSz="1096920" rtl="0" eaLnBrk="1" latinLnBrk="0" hangingPunct="1">
        <a:defRPr sz="2200" kern="1200">
          <a:solidFill>
            <a:schemeClr val="tx1"/>
          </a:solidFill>
          <a:latin typeface="+mn-lt"/>
          <a:ea typeface="+mn-ea"/>
          <a:cs typeface="+mn-cs"/>
        </a:defRPr>
      </a:lvl2pPr>
      <a:lvl3pPr marL="1096920" algn="l" defTabSz="1096920" rtl="0" eaLnBrk="1" latinLnBrk="0" hangingPunct="1">
        <a:defRPr sz="2200" kern="1200">
          <a:solidFill>
            <a:schemeClr val="tx1"/>
          </a:solidFill>
          <a:latin typeface="+mn-lt"/>
          <a:ea typeface="+mn-ea"/>
          <a:cs typeface="+mn-cs"/>
        </a:defRPr>
      </a:lvl3pPr>
      <a:lvl4pPr marL="1645382" algn="l" defTabSz="1096920" rtl="0" eaLnBrk="1" latinLnBrk="0" hangingPunct="1">
        <a:defRPr sz="2200" kern="1200">
          <a:solidFill>
            <a:schemeClr val="tx1"/>
          </a:solidFill>
          <a:latin typeface="+mn-lt"/>
          <a:ea typeface="+mn-ea"/>
          <a:cs typeface="+mn-cs"/>
        </a:defRPr>
      </a:lvl4pPr>
      <a:lvl5pPr marL="2193843" algn="l" defTabSz="1096920" rtl="0" eaLnBrk="1" latinLnBrk="0" hangingPunct="1">
        <a:defRPr sz="2200" kern="1200">
          <a:solidFill>
            <a:schemeClr val="tx1"/>
          </a:solidFill>
          <a:latin typeface="+mn-lt"/>
          <a:ea typeface="+mn-ea"/>
          <a:cs typeface="+mn-cs"/>
        </a:defRPr>
      </a:lvl5pPr>
      <a:lvl6pPr marL="2742305" algn="l" defTabSz="1096920" rtl="0" eaLnBrk="1" latinLnBrk="0" hangingPunct="1">
        <a:defRPr sz="2200" kern="1200">
          <a:solidFill>
            <a:schemeClr val="tx1"/>
          </a:solidFill>
          <a:latin typeface="+mn-lt"/>
          <a:ea typeface="+mn-ea"/>
          <a:cs typeface="+mn-cs"/>
        </a:defRPr>
      </a:lvl6pPr>
      <a:lvl7pPr marL="3290764" algn="l" defTabSz="1096920" rtl="0" eaLnBrk="1" latinLnBrk="0" hangingPunct="1">
        <a:defRPr sz="2200" kern="1200">
          <a:solidFill>
            <a:schemeClr val="tx1"/>
          </a:solidFill>
          <a:latin typeface="+mn-lt"/>
          <a:ea typeface="+mn-ea"/>
          <a:cs typeface="+mn-cs"/>
        </a:defRPr>
      </a:lvl7pPr>
      <a:lvl8pPr marL="3839223" algn="l" defTabSz="1096920" rtl="0" eaLnBrk="1" latinLnBrk="0" hangingPunct="1">
        <a:defRPr sz="2200" kern="1200">
          <a:solidFill>
            <a:schemeClr val="tx1"/>
          </a:solidFill>
          <a:latin typeface="+mn-lt"/>
          <a:ea typeface="+mn-ea"/>
          <a:cs typeface="+mn-cs"/>
        </a:defRPr>
      </a:lvl8pPr>
      <a:lvl9pPr marL="4387684" algn="l" defTabSz="1096920" rtl="0" eaLnBrk="1" latinLnBrk="0" hangingPunct="1">
        <a:defRPr sz="22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5" y="274327"/>
            <a:ext cx="13382301" cy="90855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6352170"/>
      </p:ext>
    </p:extLst>
  </p:cSld>
  <p:clrMap bg1="dk1" tx1="lt1" bg2="dk2" tx2="lt2" accent1="accent1" accent2="accent2" accent3="accent3" accent4="accent4" accent5="accent5" accent6="accent6" hlink="hlink" folHlink="folHlink"/>
  <p:sldLayoutIdLst>
    <p:sldLayoutId id="2147484169"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Lst>
  <p:transition>
    <p:wipe dir="r"/>
  </p:transition>
  <p:txStyles>
    <p:titleStyle>
      <a:lvl1pPr algn="l" defTabSz="1096672"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072" indent="-415072" algn="l" defTabSz="1096672"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898" indent="-340818" algn="l" defTabSz="1096672" rtl="0" eaLnBrk="1" latinLnBrk="0" hangingPunct="1">
        <a:lnSpc>
          <a:spcPct val="90000"/>
        </a:lnSpc>
        <a:spcBef>
          <a:spcPct val="20000"/>
        </a:spcBef>
        <a:buSzPct val="90000"/>
        <a:buFont typeface="Arial" pitchFamily="34" charset="0"/>
        <a:buChar char="•"/>
        <a:tabLst>
          <a:tab pos="755898"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715" indent="-340818" algn="l" defTabSz="1096672"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357" indent="-268468" algn="l" defTabSz="1096672" rtl="0" eaLnBrk="1" latinLnBrk="0" hangingPunct="1">
        <a:lnSpc>
          <a:spcPct val="90000"/>
        </a:lnSpc>
        <a:spcBef>
          <a:spcPct val="20000"/>
        </a:spcBef>
        <a:buSzPct val="90000"/>
        <a:buFont typeface="Arial" pitchFamily="34" charset="0"/>
        <a:buChar char="•"/>
        <a:tabLst>
          <a:tab pos="1096715"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442" indent="-276084" algn="l" defTabSz="1096672"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585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186"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52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086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672" rtl="0" eaLnBrk="1" latinLnBrk="0" hangingPunct="1">
        <a:defRPr sz="2200" kern="1200">
          <a:solidFill>
            <a:schemeClr val="tx1"/>
          </a:solidFill>
          <a:latin typeface="+mn-lt"/>
          <a:ea typeface="+mn-ea"/>
          <a:cs typeface="+mn-cs"/>
        </a:defRPr>
      </a:lvl1pPr>
      <a:lvl2pPr marL="548337" algn="l" defTabSz="1096672" rtl="0" eaLnBrk="1" latinLnBrk="0" hangingPunct="1">
        <a:defRPr sz="2200" kern="1200">
          <a:solidFill>
            <a:schemeClr val="tx1"/>
          </a:solidFill>
          <a:latin typeface="+mn-lt"/>
          <a:ea typeface="+mn-ea"/>
          <a:cs typeface="+mn-cs"/>
        </a:defRPr>
      </a:lvl2pPr>
      <a:lvl3pPr marL="1096672" algn="l" defTabSz="1096672" rtl="0" eaLnBrk="1" latinLnBrk="0" hangingPunct="1">
        <a:defRPr sz="2200" kern="1200">
          <a:solidFill>
            <a:schemeClr val="tx1"/>
          </a:solidFill>
          <a:latin typeface="+mn-lt"/>
          <a:ea typeface="+mn-ea"/>
          <a:cs typeface="+mn-cs"/>
        </a:defRPr>
      </a:lvl3pPr>
      <a:lvl4pPr marL="1645010" algn="l" defTabSz="1096672" rtl="0" eaLnBrk="1" latinLnBrk="0" hangingPunct="1">
        <a:defRPr sz="2200" kern="1200">
          <a:solidFill>
            <a:schemeClr val="tx1"/>
          </a:solidFill>
          <a:latin typeface="+mn-lt"/>
          <a:ea typeface="+mn-ea"/>
          <a:cs typeface="+mn-cs"/>
        </a:defRPr>
      </a:lvl4pPr>
      <a:lvl5pPr marL="2193346" algn="l" defTabSz="1096672" rtl="0" eaLnBrk="1" latinLnBrk="0" hangingPunct="1">
        <a:defRPr sz="2200" kern="1200">
          <a:solidFill>
            <a:schemeClr val="tx1"/>
          </a:solidFill>
          <a:latin typeface="+mn-lt"/>
          <a:ea typeface="+mn-ea"/>
          <a:cs typeface="+mn-cs"/>
        </a:defRPr>
      </a:lvl5pPr>
      <a:lvl6pPr marL="2741682" algn="l" defTabSz="1096672" rtl="0" eaLnBrk="1" latinLnBrk="0" hangingPunct="1">
        <a:defRPr sz="2200" kern="1200">
          <a:solidFill>
            <a:schemeClr val="tx1"/>
          </a:solidFill>
          <a:latin typeface="+mn-lt"/>
          <a:ea typeface="+mn-ea"/>
          <a:cs typeface="+mn-cs"/>
        </a:defRPr>
      </a:lvl6pPr>
      <a:lvl7pPr marL="3290019" algn="l" defTabSz="1096672" rtl="0" eaLnBrk="1" latinLnBrk="0" hangingPunct="1">
        <a:defRPr sz="2200" kern="1200">
          <a:solidFill>
            <a:schemeClr val="tx1"/>
          </a:solidFill>
          <a:latin typeface="+mn-lt"/>
          <a:ea typeface="+mn-ea"/>
          <a:cs typeface="+mn-cs"/>
        </a:defRPr>
      </a:lvl7pPr>
      <a:lvl8pPr marL="3838354" algn="l" defTabSz="1096672" rtl="0" eaLnBrk="1" latinLnBrk="0" hangingPunct="1">
        <a:defRPr sz="2200" kern="1200">
          <a:solidFill>
            <a:schemeClr val="tx1"/>
          </a:solidFill>
          <a:latin typeface="+mn-lt"/>
          <a:ea typeface="+mn-ea"/>
          <a:cs typeface="+mn-cs"/>
        </a:defRPr>
      </a:lvl8pPr>
      <a:lvl9pPr marL="4386689" algn="l" defTabSz="1096672" rtl="0" eaLnBrk="1" latinLnBrk="0" hangingPunct="1">
        <a:defRPr sz="22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0048" y="274321"/>
            <a:ext cx="13390303" cy="897476"/>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20048" y="1755648"/>
            <a:ext cx="13390303" cy="2474524"/>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4" name="Picture 3"/>
          <p:cNvPicPr>
            <a:picLocks noChangeAspect="1"/>
          </p:cNvPicPr>
          <p:nvPr/>
        </p:nvPicPr>
        <p:blipFill>
          <a:blip r:embed="rId18"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2457212" y="7845651"/>
            <a:ext cx="2018831" cy="234601"/>
          </a:xfrm>
          <a:prstGeom prst="rect">
            <a:avLst/>
          </a:prstGeom>
        </p:spPr>
      </p:pic>
    </p:spTree>
    <p:extLst>
      <p:ext uri="{BB962C8B-B14F-4D97-AF65-F5344CB8AC3E}">
        <p14:creationId xmlns:p14="http://schemas.microsoft.com/office/powerpoint/2010/main" val="2748958351"/>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198" r:id="rId12"/>
    <p:sldLayoutId id="2147484199" r:id="rId13"/>
    <p:sldLayoutId id="2147484200" r:id="rId14"/>
    <p:sldLayoutId id="2147484201" r:id="rId15"/>
    <p:sldLayoutId id="2147484202" r:id="rId16"/>
  </p:sldLayoutIdLst>
  <p:transition>
    <p:fade/>
  </p:transition>
  <p:txStyles>
    <p:titleStyle>
      <a:lvl1pPr algn="l" defTabSz="1097236" rtl="0" eaLnBrk="1" latinLnBrk="0" hangingPunct="1">
        <a:lnSpc>
          <a:spcPct val="90000"/>
        </a:lnSpc>
        <a:spcBef>
          <a:spcPct val="0"/>
        </a:spcBef>
        <a:buNone/>
        <a:defRPr lang="en-US" sz="6480" b="0" kern="1200" cap="none" spc="-120" baseline="0" dirty="0" smtClean="0">
          <a:ln w="3175">
            <a:solidFill>
              <a:schemeClr val="bg1">
                <a:alpha val="0"/>
              </a:schemeClr>
            </a:solid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13386" indent="-413386" algn="l" defTabSz="1097236" rtl="0" eaLnBrk="1" latinLnBrk="0" hangingPunct="1">
        <a:lnSpc>
          <a:spcPct val="100000"/>
        </a:lnSpc>
        <a:spcBef>
          <a:spcPts val="1440"/>
        </a:spcBef>
        <a:buSzPct val="80000"/>
        <a:buFont typeface="Arial" pitchFamily="34" charset="0"/>
        <a:buChar char="•"/>
        <a:defRPr sz="3840" kern="1200">
          <a:ln>
            <a:solidFill>
              <a:schemeClr val="bg1">
                <a:alpha val="0"/>
              </a:schemeClr>
            </a:solidFill>
          </a:ln>
          <a:gradFill>
            <a:gsLst>
              <a:gs pos="0">
                <a:srgbClr val="595959"/>
              </a:gs>
              <a:gs pos="86000">
                <a:srgbClr val="595959"/>
              </a:gs>
            </a:gsLst>
            <a:lin ang="5400000" scaled="0"/>
          </a:gradFill>
          <a:latin typeface="+mn-lt"/>
          <a:ea typeface="+mn-ea"/>
          <a:cs typeface="+mn-cs"/>
        </a:defRPr>
      </a:lvl1pPr>
      <a:lvl2pPr marL="962026" indent="-409576" algn="l" defTabSz="1097236" rtl="0" eaLnBrk="1" latinLnBrk="0" hangingPunct="1">
        <a:lnSpc>
          <a:spcPct val="100000"/>
        </a:lnSpc>
        <a:spcBef>
          <a:spcPts val="360"/>
        </a:spcBef>
        <a:buSzPct val="80000"/>
        <a:buFont typeface="Arial" pitchFamily="34" charset="0"/>
        <a:buChar char="•"/>
        <a:defRPr sz="3360" kern="1200">
          <a:ln>
            <a:solidFill>
              <a:schemeClr val="bg1">
                <a:alpha val="0"/>
              </a:schemeClr>
            </a:solidFill>
          </a:ln>
          <a:gradFill>
            <a:gsLst>
              <a:gs pos="0">
                <a:srgbClr val="595959"/>
              </a:gs>
              <a:gs pos="86000">
                <a:srgbClr val="595959"/>
              </a:gs>
            </a:gsLst>
            <a:lin ang="5400000" scaled="0"/>
          </a:gradFill>
          <a:latin typeface="+mn-lt"/>
          <a:ea typeface="+mn-ea"/>
          <a:cs typeface="+mn-cs"/>
        </a:defRPr>
      </a:lvl2pPr>
      <a:lvl3pPr marL="1510666" indent="-413386" algn="l" defTabSz="1097236" rtl="0" eaLnBrk="1" latinLnBrk="0" hangingPunct="1">
        <a:lnSpc>
          <a:spcPct val="100000"/>
        </a:lnSpc>
        <a:spcBef>
          <a:spcPts val="360"/>
        </a:spcBef>
        <a:buSzPct val="80000"/>
        <a:buFont typeface="Arial" pitchFamily="34" charset="0"/>
        <a:buChar char="•"/>
        <a:defRPr sz="2880" kern="1200">
          <a:ln>
            <a:solidFill>
              <a:schemeClr val="bg1">
                <a:alpha val="0"/>
              </a:schemeClr>
            </a:solidFill>
          </a:ln>
          <a:gradFill>
            <a:gsLst>
              <a:gs pos="0">
                <a:srgbClr val="595959"/>
              </a:gs>
              <a:gs pos="86000">
                <a:srgbClr val="595959"/>
              </a:gs>
            </a:gsLst>
            <a:lin ang="5400000" scaled="0"/>
          </a:gradFill>
          <a:latin typeface="+mn-lt"/>
          <a:ea typeface="+mn-ea"/>
          <a:cs typeface="+mn-cs"/>
        </a:defRPr>
      </a:lvl3pPr>
      <a:lvl4pPr marL="2059306" indent="-415290" algn="l" defTabSz="1097236" rtl="0" eaLnBrk="1" latinLnBrk="0" hangingPunct="1">
        <a:lnSpc>
          <a:spcPct val="100000"/>
        </a:lnSpc>
        <a:spcBef>
          <a:spcPts val="360"/>
        </a:spcBef>
        <a:buSzPct val="80000"/>
        <a:buFont typeface="Arial"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4pPr>
      <a:lvl5pPr marL="2607946" indent="-403860" algn="l" defTabSz="1097236" rtl="0" eaLnBrk="1" latinLnBrk="0" hangingPunct="1">
        <a:lnSpc>
          <a:spcPct val="100000"/>
        </a:lnSpc>
        <a:spcBef>
          <a:spcPts val="360"/>
        </a:spcBef>
        <a:buSzPct val="80000"/>
        <a:buFont typeface="Arial"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5pPr>
      <a:lvl6pPr marL="3017399"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17"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36"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254"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36" rtl="0" eaLnBrk="1" latinLnBrk="0" hangingPunct="1">
        <a:defRPr sz="2160" kern="1200">
          <a:solidFill>
            <a:schemeClr val="tx1"/>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sregistration.cloudapp.net/Request.aspx" TargetMode="External"/><Relationship Id="rId2" Type="http://schemas.openxmlformats.org/officeDocument/2006/relationships/hyperlink" Target="https://account.windowsazure.cn/organization" TargetMode="External"/><Relationship Id="rId1" Type="http://schemas.openxmlformats.org/officeDocument/2006/relationships/slideLayout" Target="../slideLayouts/slideLayout78.xml"/></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78.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78.xml"/><Relationship Id="rId1" Type="http://schemas.openxmlformats.org/officeDocument/2006/relationships/vmlDrawing" Target="../drawings/vmlDrawing1.vml"/><Relationship Id="rId5" Type="http://schemas.openxmlformats.org/officeDocument/2006/relationships/image" Target="../media/image19.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ubscriptions/" TargetMode="External"/><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msdn.microsoft.com/subscriptions/manage/" TargetMode="External"/><Relationship Id="rId1" Type="http://schemas.openxmlformats.org/officeDocument/2006/relationships/slideLayout" Target="../slideLayouts/slideLayout78.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8.xml"/><Relationship Id="rId1" Type="http://schemas.openxmlformats.org/officeDocument/2006/relationships/vmlDrawing" Target="../drawings/vmlDrawing2.vml"/><Relationship Id="rId4" Type="http://schemas.openxmlformats.org/officeDocument/2006/relationships/image" Target="../media/image23.w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tags" Target="../tags/tag1.xml"/><Relationship Id="rId1" Type="http://schemas.openxmlformats.org/officeDocument/2006/relationships/vmlDrawing" Target="../drawings/vmlDrawing3.vml"/><Relationship Id="rId6" Type="http://schemas.openxmlformats.org/officeDocument/2006/relationships/image" Target="../media/image24.emf"/><Relationship Id="rId5" Type="http://schemas.openxmlformats.org/officeDocument/2006/relationships/oleObject" Target="../embeddings/oleObject3.bin"/><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15477" y="2582633"/>
            <a:ext cx="14337652" cy="969496"/>
          </a:xfrm>
        </p:spPr>
        <p:txBody>
          <a:bodyPr/>
          <a:lstStyle/>
          <a:p>
            <a:r>
              <a:rPr lang="en-US" altLang="zh-CN" sz="7000" dirty="0" smtClean="0"/>
              <a:t>Azure Benefit</a:t>
            </a:r>
            <a:endParaRPr lang="en-US" sz="7000" dirty="0"/>
          </a:p>
        </p:txBody>
      </p:sp>
      <p:sp>
        <p:nvSpPr>
          <p:cNvPr id="3" name="Text Placeholder 2"/>
          <p:cNvSpPr>
            <a:spLocks noGrp="1"/>
          </p:cNvSpPr>
          <p:nvPr>
            <p:ph type="body" sz="quarter" idx="11"/>
          </p:nvPr>
        </p:nvSpPr>
        <p:spPr>
          <a:xfrm>
            <a:off x="615481" y="5260004"/>
            <a:ext cx="9018713" cy="892552"/>
          </a:xfrm>
        </p:spPr>
        <p:txBody>
          <a:bodyPr/>
          <a:lstStyle/>
          <a:p>
            <a:r>
              <a:rPr lang="en-US" sz="2900" dirty="0" smtClean="0"/>
              <a:t>Lei Zhang</a:t>
            </a:r>
          </a:p>
          <a:p>
            <a:r>
              <a:rPr lang="en-US" altLang="zh-CN" sz="2900" dirty="0" smtClean="0"/>
              <a:t>leizha@microsoft.com</a:t>
            </a:r>
            <a:endParaRPr lang="en-US" sz="2900" dirty="0"/>
          </a:p>
        </p:txBody>
      </p:sp>
    </p:spTree>
    <p:extLst>
      <p:ext uri="{BB962C8B-B14F-4D97-AF65-F5344CB8AC3E}">
        <p14:creationId xmlns:p14="http://schemas.microsoft.com/office/powerpoint/2010/main" val="817599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内容</a:t>
            </a:r>
            <a:endParaRPr lang="zh-CN" altLang="en-US" dirty="0"/>
          </a:p>
        </p:txBody>
      </p:sp>
      <p:sp>
        <p:nvSpPr>
          <p:cNvPr id="5" name="内容占位符 4"/>
          <p:cNvSpPr>
            <a:spLocks noGrp="1"/>
          </p:cNvSpPr>
          <p:nvPr>
            <p:ph sz="quarter" idx="10"/>
          </p:nvPr>
        </p:nvSpPr>
        <p:spPr>
          <a:xfrm>
            <a:off x="623098" y="1756411"/>
            <a:ext cx="13390303" cy="3298339"/>
          </a:xfrm>
        </p:spPr>
        <p:txBody>
          <a:bodyPr/>
          <a:lstStyle/>
          <a:p>
            <a:pPr marL="742950" indent="-742950">
              <a:buFont typeface="+mj-lt"/>
              <a:buAutoNum type="arabicPeriod"/>
            </a:pPr>
            <a:r>
              <a:rPr lang="en-US" altLang="zh-CN" dirty="0" smtClean="0"/>
              <a:t>Azure China Benefit</a:t>
            </a:r>
          </a:p>
          <a:p>
            <a:pPr marL="742950" indent="-742950">
              <a:buFont typeface="+mj-lt"/>
              <a:buAutoNum type="arabicPeriod"/>
            </a:pPr>
            <a:r>
              <a:rPr lang="en-US" altLang="zh-CN" dirty="0" smtClean="0"/>
              <a:t>Azure Global Benefit – MSDN Ultimate</a:t>
            </a:r>
          </a:p>
          <a:p>
            <a:pPr marL="742950" indent="-742950">
              <a:buFont typeface="+mj-lt"/>
              <a:buAutoNum type="arabicPeriod"/>
            </a:pPr>
            <a:r>
              <a:rPr lang="en-US" altLang="zh-CN" dirty="0" smtClean="0"/>
              <a:t>Azure Global Benefit – Azure CSA</a:t>
            </a:r>
          </a:p>
          <a:p>
            <a:endParaRPr lang="en-US" altLang="zh-CN" dirty="0" smtClean="0"/>
          </a:p>
          <a:p>
            <a:pPr marL="552450" lvl="1" indent="0">
              <a:buNone/>
            </a:pPr>
            <a:endParaRPr lang="zh-CN" altLang="en-US" dirty="0"/>
          </a:p>
        </p:txBody>
      </p:sp>
    </p:spTree>
    <p:extLst>
      <p:ext uri="{BB962C8B-B14F-4D97-AF65-F5344CB8AC3E}">
        <p14:creationId xmlns:p14="http://schemas.microsoft.com/office/powerpoint/2010/main" val="173408884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1.Azure China Benefit</a:t>
            </a:r>
            <a:endParaRPr lang="zh-CN" altLang="en-US" dirty="0"/>
          </a:p>
        </p:txBody>
      </p:sp>
      <p:sp>
        <p:nvSpPr>
          <p:cNvPr id="3" name="内容占位符 2"/>
          <p:cNvSpPr>
            <a:spLocks noGrp="1"/>
          </p:cNvSpPr>
          <p:nvPr>
            <p:ph sz="quarter" idx="10"/>
          </p:nvPr>
        </p:nvSpPr>
        <p:spPr>
          <a:xfrm>
            <a:off x="623098" y="1756411"/>
            <a:ext cx="13390303" cy="5965736"/>
          </a:xfrm>
        </p:spPr>
        <p:txBody>
          <a:bodyPr/>
          <a:lstStyle/>
          <a:p>
            <a:r>
              <a:rPr lang="en-US" altLang="zh-CN" dirty="0" smtClean="0"/>
              <a:t>China Billable Account</a:t>
            </a:r>
            <a:r>
              <a:rPr lang="zh-CN" altLang="en-US" dirty="0" smtClean="0"/>
              <a:t>，会内部</a:t>
            </a:r>
            <a:r>
              <a:rPr lang="en-US" altLang="zh-CN" dirty="0" smtClean="0"/>
              <a:t>charge</a:t>
            </a:r>
            <a:r>
              <a:rPr lang="zh-CN" altLang="en-US" dirty="0" smtClean="0"/>
              <a:t>费用</a:t>
            </a:r>
            <a:endParaRPr lang="en-US" altLang="zh-CN" dirty="0" smtClean="0"/>
          </a:p>
          <a:p>
            <a:r>
              <a:rPr lang="en-US" altLang="zh-CN" dirty="0" smtClean="0"/>
              <a:t>Step1</a:t>
            </a:r>
            <a:r>
              <a:rPr lang="zh-CN" altLang="en-US" dirty="0" smtClean="0"/>
              <a:t>：</a:t>
            </a:r>
            <a:endParaRPr lang="en-US" altLang="zh-CN" dirty="0" smtClean="0"/>
          </a:p>
          <a:p>
            <a:pPr lvl="1"/>
            <a:r>
              <a:rPr lang="zh-CN" altLang="en-US" dirty="0" smtClean="0"/>
              <a:t>需要用户自己先申请</a:t>
            </a:r>
            <a:r>
              <a:rPr lang="en-US" altLang="zh-CN" dirty="0" smtClean="0"/>
              <a:t>Azure China Org ID</a:t>
            </a:r>
          </a:p>
          <a:p>
            <a:pPr lvl="1"/>
            <a:r>
              <a:rPr lang="en-US" altLang="zh-CN" u="sng" dirty="0">
                <a:hlinkClick r:id="rId2"/>
              </a:rPr>
              <a:t>https://</a:t>
            </a:r>
            <a:r>
              <a:rPr lang="en-US" altLang="zh-CN" u="sng" dirty="0" smtClean="0">
                <a:hlinkClick r:id="rId2"/>
              </a:rPr>
              <a:t>account.windowsazure.cn/organization</a:t>
            </a:r>
            <a:endParaRPr lang="en-US" altLang="zh-CN" dirty="0"/>
          </a:p>
          <a:p>
            <a:r>
              <a:rPr lang="en-US" altLang="zh-CN" dirty="0" smtClean="0"/>
              <a:t>Step2</a:t>
            </a:r>
          </a:p>
          <a:p>
            <a:pPr lvl="1"/>
            <a:r>
              <a:rPr lang="zh-CN" altLang="en-US" dirty="0" smtClean="0"/>
              <a:t>申请</a:t>
            </a:r>
            <a:r>
              <a:rPr lang="zh-CN" altLang="en-US" dirty="0"/>
              <a:t>完以后，去</a:t>
            </a:r>
            <a:r>
              <a:rPr lang="en-US" altLang="zh-CN" u="sng" dirty="0">
                <a:hlinkClick r:id="rId3"/>
              </a:rPr>
              <a:t>https://azuremsregistration.cloudapp.net/Request.aspx</a:t>
            </a:r>
            <a:r>
              <a:rPr lang="en-US" altLang="zh-CN" dirty="0"/>
              <a:t> </a:t>
            </a:r>
            <a:r>
              <a:rPr lang="zh-CN" altLang="en-US" dirty="0"/>
              <a:t>申请</a:t>
            </a:r>
            <a:r>
              <a:rPr lang="en-US" altLang="zh-CN" dirty="0"/>
              <a:t>Request</a:t>
            </a:r>
          </a:p>
          <a:p>
            <a:r>
              <a:rPr lang="en-US" altLang="zh-CN" dirty="0" smtClean="0"/>
              <a:t>Step3</a:t>
            </a:r>
            <a:r>
              <a:rPr lang="zh-CN" altLang="en-US" dirty="0" smtClean="0"/>
              <a:t>：</a:t>
            </a:r>
            <a:endParaRPr lang="en-US" altLang="zh-CN" dirty="0" smtClean="0"/>
          </a:p>
          <a:p>
            <a:pPr lvl="1"/>
            <a:r>
              <a:rPr lang="zh-CN" altLang="en-US" dirty="0" smtClean="0"/>
              <a:t>申请完毕，等待批准</a:t>
            </a:r>
            <a:endParaRPr lang="en-US" altLang="zh-CN" dirty="0" smtClean="0"/>
          </a:p>
          <a:p>
            <a:pPr lvl="1"/>
            <a:endParaRPr lang="zh-CN" altLang="en-US" dirty="0"/>
          </a:p>
        </p:txBody>
      </p:sp>
    </p:spTree>
    <p:extLst>
      <p:ext uri="{BB962C8B-B14F-4D97-AF65-F5344CB8AC3E}">
        <p14:creationId xmlns:p14="http://schemas.microsoft.com/office/powerpoint/2010/main" val="210740353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1.Azure China Benefit – </a:t>
            </a:r>
            <a:r>
              <a:rPr lang="zh-CN" altLang="en-US" dirty="0" smtClean="0"/>
              <a:t>创建</a:t>
            </a:r>
            <a:r>
              <a:rPr lang="en-US" altLang="zh-CN" dirty="0" smtClean="0"/>
              <a:t>Org ID</a:t>
            </a:r>
            <a:endParaRPr lang="zh-CN" altLang="en-US" dirty="0"/>
          </a:p>
        </p:txBody>
      </p:sp>
      <p:pic>
        <p:nvPicPr>
          <p:cNvPr id="8194" name="Picture 2" descr="image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7739" y="1756410"/>
            <a:ext cx="8398927" cy="6502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4"/>
          <p:cNvSpPr>
            <a:spLocks noGrp="1"/>
          </p:cNvSpPr>
          <p:nvPr>
            <p:ph sz="quarter" idx="10"/>
          </p:nvPr>
        </p:nvSpPr>
        <p:spPr/>
        <p:txBody>
          <a:bodyPr/>
          <a:lstStyle/>
          <a:p>
            <a:endParaRPr lang="zh-CN" altLang="en-US" dirty="0"/>
          </a:p>
        </p:txBody>
      </p:sp>
    </p:spTree>
    <p:extLst>
      <p:ext uri="{BB962C8B-B14F-4D97-AF65-F5344CB8AC3E}">
        <p14:creationId xmlns:p14="http://schemas.microsoft.com/office/powerpoint/2010/main" val="194515328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1.Azure China Benefit – </a:t>
            </a:r>
            <a:r>
              <a:rPr lang="en-US" altLang="zh-CN" dirty="0" smtClean="0"/>
              <a:t>New Request</a:t>
            </a:r>
            <a:endParaRPr lang="zh-CN" altLang="en-US" dirty="0"/>
          </a:p>
        </p:txBody>
      </p:sp>
      <p:sp>
        <p:nvSpPr>
          <p:cNvPr id="3" name="内容占位符 2"/>
          <p:cNvSpPr>
            <a:spLocks noGrp="1"/>
          </p:cNvSpPr>
          <p:nvPr>
            <p:ph sz="quarter" idx="10"/>
          </p:nvPr>
        </p:nvSpPr>
        <p:spPr>
          <a:xfrm>
            <a:off x="623098" y="1756411"/>
            <a:ext cx="13390303" cy="2021066"/>
          </a:xfrm>
        </p:spPr>
        <p:txBody>
          <a:bodyPr/>
          <a:lstStyle/>
          <a:p>
            <a:r>
              <a:rPr lang="zh-CN" altLang="en-US" dirty="0" smtClean="0"/>
              <a:t>选择</a:t>
            </a:r>
            <a:r>
              <a:rPr lang="en-US" altLang="zh-CN" dirty="0" smtClean="0"/>
              <a:t>China </a:t>
            </a:r>
            <a:r>
              <a:rPr lang="en-US" altLang="zh-CN" dirty="0"/>
              <a:t>Billable </a:t>
            </a:r>
            <a:r>
              <a:rPr lang="en-US" altLang="zh-CN" dirty="0" smtClean="0"/>
              <a:t>Account</a:t>
            </a:r>
          </a:p>
          <a:p>
            <a:r>
              <a:rPr lang="zh-CN" altLang="en-US" dirty="0" smtClean="0"/>
              <a:t>其他步骤，请参考下面的邮件</a:t>
            </a:r>
            <a:endParaRPr lang="en-US" altLang="zh-CN" dirty="0" smtClean="0"/>
          </a:p>
          <a:p>
            <a:endParaRPr lang="zh-CN" altLang="en-US" dirty="0"/>
          </a:p>
        </p:txBody>
      </p:sp>
      <p:pic>
        <p:nvPicPr>
          <p:cNvPr id="5" name="图片 4"/>
          <p:cNvPicPr>
            <a:picLocks noChangeAspect="1"/>
          </p:cNvPicPr>
          <p:nvPr/>
        </p:nvPicPr>
        <p:blipFill>
          <a:blip r:embed="rId3"/>
          <a:stretch>
            <a:fillRect/>
          </a:stretch>
        </p:blipFill>
        <p:spPr>
          <a:xfrm>
            <a:off x="7437479" y="1171797"/>
            <a:ext cx="7176172" cy="5618470"/>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2418519042"/>
              </p:ext>
            </p:extLst>
          </p:nvPr>
        </p:nvGraphicFramePr>
        <p:xfrm>
          <a:off x="-1350547" y="3460078"/>
          <a:ext cx="13038855" cy="1804026"/>
        </p:xfrm>
        <a:graphic>
          <a:graphicData uri="http://schemas.openxmlformats.org/presentationml/2006/ole">
            <mc:AlternateContent xmlns:mc="http://schemas.openxmlformats.org/markup-compatibility/2006">
              <mc:Choice xmlns:v="urn:schemas-microsoft-com:vml" Requires="v">
                <p:oleObj spid="_x0000_s9227" name="包装程序外壳对象" showAsIcon="1" r:id="rId4" imgW="2822760" imgH="389880" progId="Package">
                  <p:embed/>
                </p:oleObj>
              </mc:Choice>
              <mc:Fallback>
                <p:oleObj name="包装程序外壳对象" showAsIcon="1" r:id="rId4" imgW="2822760" imgH="389880" progId="Package">
                  <p:embed/>
                  <p:pic>
                    <p:nvPicPr>
                      <p:cNvPr id="0" name=""/>
                      <p:cNvPicPr/>
                      <p:nvPr/>
                    </p:nvPicPr>
                    <p:blipFill>
                      <a:blip r:embed="rId5"/>
                      <a:stretch>
                        <a:fillRect/>
                      </a:stretch>
                    </p:blipFill>
                    <p:spPr>
                      <a:xfrm>
                        <a:off x="-1350547" y="3460078"/>
                        <a:ext cx="13038855" cy="1804026"/>
                      </a:xfrm>
                      <a:prstGeom prst="rect">
                        <a:avLst/>
                      </a:prstGeom>
                    </p:spPr>
                  </p:pic>
                </p:oleObj>
              </mc:Fallback>
            </mc:AlternateContent>
          </a:graphicData>
        </a:graphic>
      </p:graphicFrame>
    </p:spTree>
    <p:extLst>
      <p:ext uri="{BB962C8B-B14F-4D97-AF65-F5344CB8AC3E}">
        <p14:creationId xmlns:p14="http://schemas.microsoft.com/office/powerpoint/2010/main" val="407320405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1.Azure China Benefit – </a:t>
            </a:r>
            <a:r>
              <a:rPr lang="zh-CN" altLang="en-US" dirty="0"/>
              <a:t>后续</a:t>
            </a:r>
          </a:p>
        </p:txBody>
      </p:sp>
      <p:sp>
        <p:nvSpPr>
          <p:cNvPr id="3" name="内容占位符 2"/>
          <p:cNvSpPr>
            <a:spLocks noGrp="1"/>
          </p:cNvSpPr>
          <p:nvPr>
            <p:ph sz="quarter" idx="10"/>
          </p:nvPr>
        </p:nvSpPr>
        <p:spPr>
          <a:xfrm>
            <a:off x="623098" y="1756411"/>
            <a:ext cx="13390303" cy="3108543"/>
          </a:xfrm>
        </p:spPr>
        <p:txBody>
          <a:bodyPr/>
          <a:lstStyle/>
          <a:p>
            <a:r>
              <a:rPr lang="zh-CN" altLang="en-US" dirty="0" smtClean="0"/>
              <a:t>申请完毕后，该</a:t>
            </a:r>
            <a:r>
              <a:rPr lang="en-US" altLang="zh-CN" dirty="0" smtClean="0"/>
              <a:t>China Billing Account</a:t>
            </a:r>
            <a:r>
              <a:rPr lang="zh-CN" altLang="en-US" dirty="0" smtClean="0"/>
              <a:t>可以创建多个订阅</a:t>
            </a:r>
            <a:endParaRPr lang="en-US" altLang="zh-CN" dirty="0" smtClean="0"/>
          </a:p>
          <a:p>
            <a:r>
              <a:rPr lang="zh-CN" altLang="en-US" dirty="0" smtClean="0"/>
              <a:t>该</a:t>
            </a:r>
            <a:r>
              <a:rPr lang="en-US" altLang="zh-CN" dirty="0"/>
              <a:t>China</a:t>
            </a:r>
            <a:r>
              <a:rPr lang="en-US" altLang="zh-CN" dirty="0" smtClean="0"/>
              <a:t> Billing Account</a:t>
            </a:r>
            <a:r>
              <a:rPr lang="zh-CN" altLang="en-US" dirty="0" smtClean="0"/>
              <a:t>没有</a:t>
            </a:r>
            <a:r>
              <a:rPr lang="en-US" altLang="zh-CN" dirty="0" smtClean="0"/>
              <a:t>EA Portal</a:t>
            </a:r>
          </a:p>
          <a:p>
            <a:r>
              <a:rPr lang="zh-CN" altLang="en-US" dirty="0" smtClean="0"/>
              <a:t>该</a:t>
            </a:r>
            <a:r>
              <a:rPr lang="en-US" altLang="zh-CN" dirty="0"/>
              <a:t>China</a:t>
            </a:r>
            <a:r>
              <a:rPr lang="en-US" altLang="zh-CN" dirty="0" smtClean="0"/>
              <a:t> Billing Account</a:t>
            </a:r>
            <a:r>
              <a:rPr lang="zh-CN" altLang="en-US" dirty="0" smtClean="0"/>
              <a:t>会内部</a:t>
            </a:r>
            <a:r>
              <a:rPr lang="en-US" altLang="zh-CN" dirty="0" smtClean="0"/>
              <a:t>Charge</a:t>
            </a:r>
          </a:p>
          <a:p>
            <a:pPr lvl="1"/>
            <a:r>
              <a:rPr lang="zh-CN" altLang="en-US" dirty="0" smtClean="0"/>
              <a:t>注意虚拟机不用需要关闭</a:t>
            </a:r>
            <a:endParaRPr lang="en-US" altLang="zh-CN" dirty="0" smtClean="0"/>
          </a:p>
          <a:p>
            <a:pPr lvl="1"/>
            <a:r>
              <a:rPr lang="zh-CN" altLang="en-US" dirty="0" smtClean="0"/>
              <a:t>注意</a:t>
            </a:r>
            <a:r>
              <a:rPr lang="en-US" altLang="zh-CN" dirty="0" smtClean="0"/>
              <a:t>Premier Storage</a:t>
            </a:r>
            <a:r>
              <a:rPr lang="zh-CN" altLang="en-US" dirty="0" smtClean="0"/>
              <a:t>按照最大容量收费</a:t>
            </a:r>
            <a:endParaRPr lang="zh-CN" altLang="en-US" dirty="0"/>
          </a:p>
        </p:txBody>
      </p:sp>
    </p:spTree>
    <p:extLst>
      <p:ext uri="{BB962C8B-B14F-4D97-AF65-F5344CB8AC3E}">
        <p14:creationId xmlns:p14="http://schemas.microsoft.com/office/powerpoint/2010/main" val="330393976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2.Azure Global Benefit – MSDN Ultimate </a:t>
            </a:r>
            <a:endParaRPr lang="zh-CN" altLang="en-US" dirty="0"/>
          </a:p>
        </p:txBody>
      </p:sp>
      <p:sp>
        <p:nvSpPr>
          <p:cNvPr id="3" name="内容占位符 2"/>
          <p:cNvSpPr>
            <a:spLocks noGrp="1"/>
          </p:cNvSpPr>
          <p:nvPr>
            <p:ph sz="quarter" idx="10"/>
          </p:nvPr>
        </p:nvSpPr>
        <p:spPr>
          <a:xfrm>
            <a:off x="623098" y="1756411"/>
            <a:ext cx="13390303" cy="6242735"/>
          </a:xfrm>
        </p:spPr>
        <p:txBody>
          <a:bodyPr/>
          <a:lstStyle/>
          <a:p>
            <a:r>
              <a:rPr lang="en-US" altLang="zh-CN" dirty="0" smtClean="0"/>
              <a:t>Microsoft FTE</a:t>
            </a:r>
            <a:r>
              <a:rPr lang="zh-CN" altLang="en-US" dirty="0" smtClean="0"/>
              <a:t>可以免费使用</a:t>
            </a:r>
            <a:r>
              <a:rPr lang="en-US" altLang="zh-CN" dirty="0" smtClean="0"/>
              <a:t>MSDN Ultimate</a:t>
            </a:r>
          </a:p>
          <a:p>
            <a:r>
              <a:rPr lang="en-US" altLang="zh-CN" dirty="0" smtClean="0"/>
              <a:t>Go </a:t>
            </a:r>
            <a:r>
              <a:rPr lang="en-US" altLang="zh-CN" dirty="0"/>
              <a:t>to </a:t>
            </a:r>
            <a:r>
              <a:rPr lang="en-US" altLang="zh-CN" dirty="0">
                <a:hlinkClick r:id="rId2"/>
              </a:rPr>
              <a:t>http://subscriptions</a:t>
            </a:r>
            <a:r>
              <a:rPr lang="en-US" altLang="zh-CN" dirty="0" smtClean="0">
                <a:hlinkClick r:id="rId2"/>
              </a:rPr>
              <a:t>/</a:t>
            </a:r>
            <a:r>
              <a:rPr lang="en-US" altLang="zh-CN" dirty="0" smtClean="0"/>
              <a:t> </a:t>
            </a:r>
          </a:p>
          <a:p>
            <a:r>
              <a:rPr lang="zh-CN" altLang="en-US" dirty="0" smtClean="0"/>
              <a:t>建议绑定自己的</a:t>
            </a:r>
            <a:r>
              <a:rPr lang="en-US" altLang="zh-CN" dirty="0" smtClean="0"/>
              <a:t>Windows Live ID</a:t>
            </a:r>
            <a:endParaRPr lang="en-US" altLang="zh-CN" dirty="0"/>
          </a:p>
          <a:p>
            <a:r>
              <a:rPr lang="zh-CN" altLang="en-US" dirty="0" smtClean="0"/>
              <a:t>而不是</a:t>
            </a:r>
            <a:r>
              <a:rPr lang="en-US" altLang="zh-CN" dirty="0" smtClean="0"/>
              <a:t>Microsoft Account</a:t>
            </a:r>
          </a:p>
          <a:p>
            <a:r>
              <a:rPr lang="zh-CN" altLang="en-US" dirty="0" smtClean="0"/>
              <a:t>绑定成功后，可以免费下载</a:t>
            </a:r>
            <a:r>
              <a:rPr lang="en-US" altLang="zh-CN" dirty="0" smtClean="0"/>
              <a:t>Microsoft Product</a:t>
            </a:r>
          </a:p>
          <a:p>
            <a:r>
              <a:rPr lang="zh-CN" altLang="en-US" dirty="0" smtClean="0"/>
              <a:t>可以免费使用</a:t>
            </a:r>
            <a:r>
              <a:rPr lang="en-US" altLang="zh-CN" dirty="0" smtClean="0"/>
              <a:t>Azure Global</a:t>
            </a:r>
          </a:p>
          <a:p>
            <a:r>
              <a:rPr lang="zh-CN" altLang="en-US" dirty="0" smtClean="0"/>
              <a:t>第一个月</a:t>
            </a:r>
            <a:r>
              <a:rPr lang="en-US" altLang="zh-CN" dirty="0" smtClean="0"/>
              <a:t>200</a:t>
            </a:r>
            <a:r>
              <a:rPr lang="zh-CN" altLang="en-US" dirty="0" smtClean="0"/>
              <a:t>美金，以后每月</a:t>
            </a:r>
            <a:r>
              <a:rPr lang="en-US" altLang="zh-CN" dirty="0" smtClean="0"/>
              <a:t>150</a:t>
            </a:r>
            <a:r>
              <a:rPr lang="zh-CN" altLang="en-US" dirty="0" smtClean="0"/>
              <a:t>美金</a:t>
            </a:r>
            <a:endParaRPr lang="en-US" altLang="zh-CN" dirty="0" smtClean="0"/>
          </a:p>
          <a:p>
            <a:r>
              <a:rPr lang="zh-CN" altLang="en-US" dirty="0" smtClean="0"/>
              <a:t>超过免费的额度，默认服务自动停止，可以选择绑定信用卡继续计费</a:t>
            </a:r>
            <a:endParaRPr lang="zh-CN" altLang="en-US" dirty="0"/>
          </a:p>
        </p:txBody>
      </p:sp>
      <p:pic>
        <p:nvPicPr>
          <p:cNvPr id="4" name="图片 3"/>
          <p:cNvPicPr>
            <a:picLocks noChangeAspect="1"/>
          </p:cNvPicPr>
          <p:nvPr/>
        </p:nvPicPr>
        <p:blipFill>
          <a:blip r:embed="rId3"/>
          <a:stretch>
            <a:fillRect/>
          </a:stretch>
        </p:blipFill>
        <p:spPr>
          <a:xfrm>
            <a:off x="10210798" y="1452033"/>
            <a:ext cx="4374375" cy="5300073"/>
          </a:xfrm>
          <a:prstGeom prst="rect">
            <a:avLst/>
          </a:prstGeom>
        </p:spPr>
      </p:pic>
    </p:spTree>
    <p:extLst>
      <p:ext uri="{BB962C8B-B14F-4D97-AF65-F5344CB8AC3E}">
        <p14:creationId xmlns:p14="http://schemas.microsoft.com/office/powerpoint/2010/main" val="43265101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2.Azure Global Benefit – MSDN Ultimate </a:t>
            </a:r>
            <a:endParaRPr lang="zh-CN" altLang="en-US" dirty="0"/>
          </a:p>
        </p:txBody>
      </p:sp>
      <p:sp>
        <p:nvSpPr>
          <p:cNvPr id="3" name="内容占位符 2"/>
          <p:cNvSpPr>
            <a:spLocks noGrp="1"/>
          </p:cNvSpPr>
          <p:nvPr>
            <p:ph sz="quarter" idx="10"/>
          </p:nvPr>
        </p:nvSpPr>
        <p:spPr>
          <a:xfrm>
            <a:off x="623098" y="1756411"/>
            <a:ext cx="13390303" cy="5509200"/>
          </a:xfrm>
        </p:spPr>
        <p:txBody>
          <a:bodyPr/>
          <a:lstStyle/>
          <a:p>
            <a:r>
              <a:rPr lang="zh-CN" altLang="en-US" dirty="0" smtClean="0"/>
              <a:t>绑定成功后，登录</a:t>
            </a:r>
            <a:r>
              <a:rPr lang="en-US" altLang="zh-CN" dirty="0">
                <a:hlinkClick r:id="rId2"/>
              </a:rPr>
              <a:t>https://msdn.microsoft.com/subscriptions/manage</a:t>
            </a:r>
            <a:r>
              <a:rPr lang="en-US" altLang="zh-CN" dirty="0" smtClean="0">
                <a:hlinkClick r:id="rId2"/>
              </a:rPr>
              <a:t>/</a:t>
            </a:r>
            <a:endParaRPr lang="en-US" altLang="zh-CN" dirty="0" smtClean="0"/>
          </a:p>
          <a:p>
            <a:r>
              <a:rPr lang="zh-CN" altLang="en-US" dirty="0" smtClean="0"/>
              <a:t>点击激活</a:t>
            </a:r>
            <a:r>
              <a:rPr lang="en-US" altLang="zh-CN" dirty="0" smtClean="0"/>
              <a:t>Microsoft Account</a:t>
            </a:r>
          </a:p>
          <a:p>
            <a:endParaRPr lang="en-US" altLang="zh-CN" dirty="0" smtClean="0"/>
          </a:p>
          <a:p>
            <a:r>
              <a:rPr lang="zh-CN" altLang="en-US" dirty="0" smtClean="0"/>
              <a:t>注意：激活</a:t>
            </a:r>
            <a:r>
              <a:rPr lang="en-US" altLang="zh-CN" dirty="0" smtClean="0"/>
              <a:t>Global Azure</a:t>
            </a:r>
            <a:r>
              <a:rPr lang="zh-CN" altLang="en-US" dirty="0" smtClean="0"/>
              <a:t>需要手机号码，</a:t>
            </a:r>
            <a:endParaRPr lang="en-US" altLang="zh-CN" dirty="0" smtClean="0"/>
          </a:p>
          <a:p>
            <a:r>
              <a:rPr lang="zh-CN" altLang="en-US" dirty="0" smtClean="0"/>
              <a:t>支持的区域</a:t>
            </a:r>
            <a:r>
              <a:rPr lang="zh-CN" altLang="en-US" b="1" dirty="0" smtClean="0">
                <a:solidFill>
                  <a:srgbClr val="FF0000"/>
                </a:solidFill>
              </a:rPr>
              <a:t>不包括中国大陆</a:t>
            </a:r>
            <a:r>
              <a:rPr lang="zh-CN" altLang="en-US" dirty="0" smtClean="0"/>
              <a:t>，</a:t>
            </a:r>
            <a:endParaRPr lang="en-US" altLang="zh-CN" dirty="0" smtClean="0"/>
          </a:p>
          <a:p>
            <a:r>
              <a:rPr lang="zh-CN" altLang="en-US" dirty="0" smtClean="0"/>
              <a:t>可以选择香港，美国，新加坡</a:t>
            </a:r>
            <a:endParaRPr lang="en-US" altLang="zh-CN" dirty="0" smtClean="0"/>
          </a:p>
          <a:p>
            <a:r>
              <a:rPr lang="zh-CN" altLang="en-US" dirty="0" smtClean="0"/>
              <a:t>可以找海外同事帮忙激活</a:t>
            </a:r>
            <a:endParaRPr lang="zh-CN" altLang="en-US" dirty="0"/>
          </a:p>
        </p:txBody>
      </p:sp>
      <p:pic>
        <p:nvPicPr>
          <p:cNvPr id="5" name="图片 4"/>
          <p:cNvPicPr>
            <a:picLocks noChangeAspect="1"/>
          </p:cNvPicPr>
          <p:nvPr/>
        </p:nvPicPr>
        <p:blipFill>
          <a:blip r:embed="rId3"/>
          <a:stretch>
            <a:fillRect/>
          </a:stretch>
        </p:blipFill>
        <p:spPr>
          <a:xfrm>
            <a:off x="8846143" y="2895599"/>
            <a:ext cx="5784257" cy="2440233"/>
          </a:xfrm>
          <a:prstGeom prst="rect">
            <a:avLst/>
          </a:prstGeom>
        </p:spPr>
      </p:pic>
    </p:spTree>
    <p:extLst>
      <p:ext uri="{BB962C8B-B14F-4D97-AF65-F5344CB8AC3E}">
        <p14:creationId xmlns:p14="http://schemas.microsoft.com/office/powerpoint/2010/main" val="3364854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Azure Global Benefit - CSA Benefit</a:t>
            </a:r>
            <a:endParaRPr lang="zh-CN" altLang="en-US" dirty="0"/>
          </a:p>
        </p:txBody>
      </p:sp>
      <p:sp>
        <p:nvSpPr>
          <p:cNvPr id="3" name="内容占位符 2"/>
          <p:cNvSpPr>
            <a:spLocks noGrp="1"/>
          </p:cNvSpPr>
          <p:nvPr>
            <p:ph sz="quarter" idx="10"/>
          </p:nvPr>
        </p:nvSpPr>
        <p:spPr>
          <a:xfrm>
            <a:off x="623098" y="1756411"/>
            <a:ext cx="13390303" cy="553998"/>
          </a:xfrm>
        </p:spPr>
        <p:txBody>
          <a:bodyPr/>
          <a:lstStyle/>
          <a:p>
            <a:r>
              <a:rPr lang="zh-CN" altLang="en-US" dirty="0" smtClean="0"/>
              <a:t>具体请参考下面的邮件</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2202411744"/>
              </p:ext>
            </p:extLst>
          </p:nvPr>
        </p:nvGraphicFramePr>
        <p:xfrm>
          <a:off x="397933" y="2988205"/>
          <a:ext cx="14082575" cy="1719262"/>
        </p:xfrm>
        <a:graphic>
          <a:graphicData uri="http://schemas.openxmlformats.org/presentationml/2006/ole">
            <mc:AlternateContent xmlns:mc="http://schemas.openxmlformats.org/markup-compatibility/2006">
              <mc:Choice xmlns:v="urn:schemas-microsoft-com:vml" Requires="v">
                <p:oleObj spid="_x0000_s10258" name="包装程序外壳对象" showAsIcon="1" r:id="rId3" imgW="3198240" imgH="389880" progId="Package">
                  <p:embed/>
                </p:oleObj>
              </mc:Choice>
              <mc:Fallback>
                <p:oleObj name="包装程序外壳对象" showAsIcon="1" r:id="rId3" imgW="3198240" imgH="389880" progId="Package">
                  <p:embed/>
                  <p:pic>
                    <p:nvPicPr>
                      <p:cNvPr id="0" name=""/>
                      <p:cNvPicPr/>
                      <p:nvPr/>
                    </p:nvPicPr>
                    <p:blipFill>
                      <a:blip r:embed="rId4"/>
                      <a:stretch>
                        <a:fillRect/>
                      </a:stretch>
                    </p:blipFill>
                    <p:spPr>
                      <a:xfrm>
                        <a:off x="397933" y="2988205"/>
                        <a:ext cx="14082575" cy="1719262"/>
                      </a:xfrm>
                      <a:prstGeom prst="rect">
                        <a:avLst/>
                      </a:prstGeom>
                    </p:spPr>
                  </p:pic>
                </p:oleObj>
              </mc:Fallback>
            </mc:AlternateContent>
          </a:graphicData>
        </a:graphic>
      </p:graphicFrame>
    </p:spTree>
    <p:extLst>
      <p:ext uri="{BB962C8B-B14F-4D97-AF65-F5344CB8AC3E}">
        <p14:creationId xmlns:p14="http://schemas.microsoft.com/office/powerpoint/2010/main" val="62687703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extLst/>
          </p:nvPr>
        </p:nvGraphicFramePr>
        <p:xfrm>
          <a:off x="1906" y="0"/>
          <a:ext cx="190500" cy="190500"/>
        </p:xfrm>
        <a:graphic>
          <a:graphicData uri="http://schemas.openxmlformats.org/presentationml/2006/ole">
            <mc:AlternateContent xmlns:mc="http://schemas.openxmlformats.org/markup-compatibility/2006">
              <mc:Choice xmlns:v="urn:schemas-microsoft-com:vml" Requires="v">
                <p:oleObj spid="_x0000_s7401"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906" y="0"/>
                        <a:ext cx="190500" cy="190500"/>
                      </a:xfrm>
                      <a:prstGeom prst="rect">
                        <a:avLst/>
                      </a:prstGeom>
                    </p:spPr>
                  </p:pic>
                </p:oleObj>
              </mc:Fallback>
            </mc:AlternateContent>
          </a:graphicData>
        </a:graphic>
      </p:graphicFrame>
    </p:spTree>
    <p:extLst>
      <p:ext uri="{BB962C8B-B14F-4D97-AF65-F5344CB8AC3E}">
        <p14:creationId xmlns:p14="http://schemas.microsoft.com/office/powerpoint/2010/main" val="109527015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7.xml.rels><?xml version="1.0" encoding="UTF-8" standalone="yes"?>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name="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2.xml><?xml version="1.0" encoding="utf-8"?>
<a:theme xmlns:a="http://schemas.openxmlformats.org/drawingml/2006/main" name="3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3.xml><?xml version="1.0" encoding="utf-8"?>
<a:theme xmlns:a="http://schemas.openxmlformats.org/drawingml/2006/main" name="Office_Vision_Roadmap_15.21-FINAL">
  <a:themeElements>
    <a:clrScheme name="Custom 2">
      <a:dk1>
        <a:sysClr val="windowText" lastClr="000000"/>
      </a:dk1>
      <a:lt1>
        <a:sysClr val="window" lastClr="FFFFFF"/>
      </a:lt1>
      <a:dk2>
        <a:srgbClr val="525051"/>
      </a:dk2>
      <a:lt2>
        <a:srgbClr val="D4D4D4"/>
      </a:lt2>
      <a:accent1>
        <a:srgbClr val="16A5D9"/>
      </a:accent1>
      <a:accent2>
        <a:srgbClr val="AFFAFA"/>
      </a:accent2>
      <a:accent3>
        <a:srgbClr val="0BD0D9"/>
      </a:accent3>
      <a:accent4>
        <a:srgbClr val="10CF9B"/>
      </a:accent4>
      <a:accent5>
        <a:srgbClr val="5AD12C"/>
      </a:accent5>
      <a:accent6>
        <a:srgbClr val="DAF40A"/>
      </a:accent6>
      <a:hlink>
        <a:srgbClr val="FE5815"/>
      </a:hlink>
      <a:folHlink>
        <a:srgbClr val="85DFD0"/>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3"/>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1800" dirty="0">
            <a:gradFill>
              <a:gsLst>
                <a:gs pos="0">
                  <a:srgbClr val="FFFFFF"/>
                </a:gs>
                <a:gs pos="100000">
                  <a:srgbClr val="FFFFFF"/>
                </a:gs>
              </a:gsLst>
              <a:lin ang="5400000" scaled="0"/>
            </a:gradFill>
          </a:defRPr>
        </a:defPPr>
      </a:lstStyle>
      <a:style>
        <a:lnRef idx="1">
          <a:schemeClr val="accent4"/>
        </a:lnRef>
        <a:fillRef idx="3">
          <a:schemeClr val="accent4"/>
        </a:fillRef>
        <a:effectRef idx="2">
          <a:schemeClr val="accent4"/>
        </a:effectRef>
        <a:fontRef idx="minor">
          <a:schemeClr val="lt1"/>
        </a:fontRef>
      </a:style>
    </a:spDef>
    <a:txDef>
      <a:spPr>
        <a:noFill/>
      </a:spPr>
      <a:bodyPr wrap="square" lIns="0" tIns="0" rIns="0" bIns="0" rtlCol="0">
        <a:spAutoFit/>
      </a:bodyPr>
      <a:lstStyle>
        <a:defPPr>
          <a:defRPr dirty="0" err="1" smtClean="0">
            <a:gradFill>
              <a:gsLst>
                <a:gs pos="0">
                  <a:schemeClr val="tx1"/>
                </a:gs>
                <a:gs pos="86000">
                  <a:schemeClr val="tx1"/>
                </a:gs>
              </a:gsLst>
              <a:lin ang="5400000" scaled="0"/>
            </a:gradFill>
          </a:defRPr>
        </a:defPPr>
      </a:lstStyle>
    </a:txDef>
  </a:objectDefaults>
  <a:extraClrSchemeLst/>
</a:theme>
</file>

<file path=ppt/theme/theme4.xml><?xml version="1.0" encoding="utf-8"?>
<a:theme xmlns:a="http://schemas.openxmlformats.org/drawingml/2006/main" name="1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5.xml><?xml version="1.0" encoding="utf-8"?>
<a:theme xmlns:a="http://schemas.openxmlformats.org/drawingml/2006/main" name="4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6.xml><?xml version="1.0" encoding="utf-8"?>
<a:theme xmlns:a="http://schemas.openxmlformats.org/drawingml/2006/main" name="5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7.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item1.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2.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3.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4.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6.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7.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8.xml><?xml version="1.0" encoding="utf-8"?>
<ct:contentTypeSchema xmlns:ct="http://schemas.microsoft.com/office/2006/metadata/contentType" xmlns:ma="http://schemas.microsoft.com/office/2006/metadata/properties/metaAttributes" ct:_="" ma:_="" ma:contentTypeName="Document" ma:contentTypeID="0x010100D332FD36C984EB40AEFA6E6E2AAB12FA" ma:contentTypeVersion="2" ma:contentTypeDescription="Create a new document." ma:contentTypeScope="" ma:versionID="3d1accfc905a90cbe2614d6e2fd2ad0e">
  <xsd:schema xmlns:xsd="http://www.w3.org/2001/XMLSchema" xmlns:xs="http://www.w3.org/2001/XMLSchema" xmlns:p="http://schemas.microsoft.com/office/2006/metadata/properties" xmlns:ns2="bcc8f94d-a447-46f5-9a44-4a7959dd4b32" targetNamespace="http://schemas.microsoft.com/office/2006/metadata/properties" ma:root="true" ma:fieldsID="1b0f558d13f855a25e1a34baa1b4cc19" ns2:_="">
    <xsd:import namespace="bcc8f94d-a447-46f5-9a44-4a7959dd4b32"/>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c8f94d-a447-46f5-9a44-4a7959dd4b32"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10.xml><?xml version="1.0" encoding="utf-8"?>
<?mso-contentType ?>
<FormTemplates xmlns="http://schemas.microsoft.com/sharepoint/v3/contenttype/forms">
  <Display>DocumentLibraryForm</Display>
  <Edit>DocumentLibraryForm</Edit>
  <New>DocumentLibraryForm</New>
</FormTemplates>
</file>

<file path=customXml/item11.xml><?xml version="1.0" encoding="utf-8"?>
<Control xmlns="http://schemas.microsoft.com/VisualStudio/2011/storyboarding/control">
  <Id Name="d958b0b1-ce6a-47f8-8511-e81450d6049a" RevisionId="25a1845b-b0e7-4af0-a3ce-26dd836d4ebc" Stencil="48ab8805-b199-4546-a652-7582788c988d" StencilRevisionId="00000000-0000-0000-0000-000000000000" StencilVersion="0.0"/>
</Control>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14.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15.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16.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17.xml><?xml version="1.0" encoding="utf-8"?>
<Control xmlns="http://schemas.microsoft.com/VisualStudio/2011/storyboarding/control">
  <Id Name="d958b0b1-ce6a-47f8-8511-e81450d6049a" RevisionId="25a1845b-b0e7-4af0-a3ce-26dd836d4ebc" Stencil="48ab8805-b199-4546-a652-7582788c988d" StencilRevisionId="00000000-0000-0000-0000-000000000000" StencilVersion="0.0"/>
</Control>
</file>

<file path=customXml/item18.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19.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20.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21.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22.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23.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24.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25.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26.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27.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28.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29.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30.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31.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32.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33.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34.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35.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36.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37.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38.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39.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40.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41.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42.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43.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44.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45.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46.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47.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48.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49.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50.xml><?xml version="1.0" encoding="utf-8"?>
<p:properties xmlns:p="http://schemas.microsoft.com/office/2006/metadata/properties" xmlns:xsi="http://www.w3.org/2001/XMLSchema-instance" xmlns:pc="http://schemas.microsoft.com/office/infopath/2007/PartnerControls">
  <documentManagement>
    <BOM_x002f_Launch_x0020_Alignment xmlns="f847e7ad-bfae-49c8-aedd-39ec05321f40" xsi:nil="true"/>
    <Scenario xmlns="f847e7ad-bfae-49c8-aedd-39ec05321f40" xsi:nil="true"/>
    <Document_x0020_Owner xmlns="f847e7ad-bfae-49c8-aedd-39ec05321f40">
      <UserInfo>
        <DisplayName>Rajan Bisht</DisplayName>
        <AccountId>65</AccountId>
        <AccountType/>
      </UserInfo>
    </Document_x0020_Owner>
    <Capability_x002f_Product xmlns="f847e7ad-bfae-49c8-aedd-39ec05321f40">19</Capability_x002f_Product>
    <Workstream xmlns="f847e7ad-bfae-49c8-aedd-39ec05321f40">11</Workstream>
    <Source xmlns="f847e7ad-bfae-49c8-aedd-39ec05321f40">1</Source>
    <Document_x0020_Status xmlns="f847e7ad-bfae-49c8-aedd-39ec05321f40">Draft</Document_x0020_Status>
    <Segment xmlns="f847e7ad-bfae-49c8-aedd-39ec05321f40">5</Segment>
  </documentManagement>
</p:properties>
</file>

<file path=customXml/item51.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52.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53.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Props1.xml><?xml version="1.0" encoding="utf-8"?>
<ds:datastoreItem xmlns:ds="http://schemas.openxmlformats.org/officeDocument/2006/customXml" ds:itemID="{4BFC7C2A-8EF8-4563-9AA5-5ADAB80329A9}">
  <ds:schemaRefs>
    <ds:schemaRef ds:uri="http://schemas.microsoft.com/VisualStudio/2011/storyboarding/control"/>
  </ds:schemaRefs>
</ds:datastoreItem>
</file>

<file path=customXml/itemProps2.xml><?xml version="1.0" encoding="utf-8"?>
<ds:datastoreItem xmlns:ds="http://schemas.openxmlformats.org/officeDocument/2006/customXml" ds:itemID="{C6BF7534-FEBF-4B2F-B990-9E0A3891C1DB}">
  <ds:schemaRefs>
    <ds:schemaRef ds:uri="http://schemas.microsoft.com/VisualStudio/2011/storyboarding/control"/>
  </ds:schemaRefs>
</ds:datastoreItem>
</file>

<file path=customXml/itemProps3.xml><?xml version="1.0" encoding="utf-8"?>
<ds:datastoreItem xmlns:ds="http://schemas.openxmlformats.org/officeDocument/2006/customXml" ds:itemID="{6B66B526-C21B-4101-BAE8-5EA52B79143B}">
  <ds:schemaRefs>
    <ds:schemaRef ds:uri="http://schemas.microsoft.com/VisualStudio/2011/storyboarding/control"/>
  </ds:schemaRefs>
</ds:datastoreItem>
</file>

<file path=customXml/itemProps4.xml><?xml version="1.0" encoding="utf-8"?>
<ds:datastoreItem xmlns:ds="http://schemas.openxmlformats.org/officeDocument/2006/customXml" ds:itemID="{5882DEAA-2B2D-4AF8-B494-9B69E363EE14}">
  <ds:schemaRefs>
    <ds:schemaRef ds:uri="http://schemas.microsoft.com/VisualStudio/2011/storyboarding/control"/>
  </ds:schemaRefs>
</ds:datastoreItem>
</file>

<file path=customXml/itemProps5.xml><?xml version="1.0" encoding="utf-8"?>
<ds:datastoreItem xmlns:ds="http://schemas.openxmlformats.org/officeDocument/2006/customXml" ds:itemID="{F4483A16-55D8-4E97-90F4-E0BA5879CD52}">
  <ds:schemaRefs>
    <ds:schemaRef ds:uri="http://schemas.microsoft.com/office/2006/documentManagement/types"/>
    <ds:schemaRef ds:uri="http://purl.org/dc/terms/"/>
    <ds:schemaRef ds:uri="http://purl.org/dc/elements/1.1/"/>
    <ds:schemaRef ds:uri="http://schemas.openxmlformats.org/package/2006/metadata/core-properties"/>
    <ds:schemaRef ds:uri="http://schemas.microsoft.com/office/infopath/2007/PartnerControls"/>
    <ds:schemaRef ds:uri="http://www.w3.org/XML/1998/namespace"/>
    <ds:schemaRef ds:uri="4839e00f-7462-4bde-8879-e3dad150b11b"/>
    <ds:schemaRef ds:uri="http://schemas.microsoft.com/office/2006/metadata/properties"/>
    <ds:schemaRef ds:uri="http://purl.org/dc/dcmitype/"/>
  </ds:schemaRefs>
</ds:datastoreItem>
</file>

<file path=customXml/itemProps6.xml><?xml version="1.0" encoding="utf-8"?>
<ds:datastoreItem xmlns:ds="http://schemas.openxmlformats.org/officeDocument/2006/customXml" ds:itemID="{5232913E-DC81-4A41-8676-CCA170888ADE}">
  <ds:schemaRefs>
    <ds:schemaRef ds:uri="http://schemas.microsoft.com/VisualStudio/2011/storyboarding/control"/>
  </ds:schemaRefs>
</ds:datastoreItem>
</file>

<file path=customXml/itemProps7.xml><?xml version="1.0" encoding="utf-8"?>
<ds:datastoreItem xmlns:ds="http://schemas.openxmlformats.org/officeDocument/2006/customXml" ds:itemID="{2B5043C6-46F2-4700-B549-5E62168ECE17}">
  <ds:schemaRefs>
    <ds:schemaRef ds:uri="http://schemas.microsoft.com/VisualStudio/2011/storyboarding/control"/>
  </ds:schemaRefs>
</ds:datastoreItem>
</file>

<file path=customXml/itemProps8.xml><?xml version="1.0" encoding="utf-8"?>
<ds:datastoreItem xmlns:ds="http://schemas.openxmlformats.org/officeDocument/2006/customXml" ds:itemID="{C13F1A0D-8E2B-4C4E-AE6C-2F8FCFFEC4FF}"/>
</file>

<file path=customXml/itemProps9.xml><?xml version="1.0" encoding="utf-8"?>
<ds:datastoreItem xmlns:ds="http://schemas.openxmlformats.org/officeDocument/2006/customXml" ds:itemID="{2BDB7042-043E-43D8-8FB7-BB86E0C2A594}">
  <ds:schemaRefs>
    <ds:schemaRef ds:uri="http://schemas.microsoft.com/VisualStudio/2011/storyboarding/control"/>
  </ds:schemaRefs>
</ds:datastoreItem>
</file>

<file path=customXml/itemProps10.xml><?xml version="1.0" encoding="utf-8"?>
<ds:datastoreItem xmlns:ds="http://schemas.openxmlformats.org/officeDocument/2006/customXml" ds:itemID="{94E04B32-DA19-42EB-961D-B52FAA3279C3}">
  <ds:schemaRefs>
    <ds:schemaRef ds:uri="http://schemas.microsoft.com/sharepoint/v3/contenttype/forms"/>
  </ds:schemaRefs>
</ds:datastoreItem>
</file>

<file path=customXml/itemProps11.xml><?xml version="1.0" encoding="utf-8"?>
<ds:datastoreItem xmlns:ds="http://schemas.openxmlformats.org/officeDocument/2006/customXml" ds:itemID="{5B813F64-7958-44A8-8EF6-3994CBB8DBB5}">
  <ds:schemaRefs>
    <ds:schemaRef ds:uri="http://schemas.microsoft.com/VisualStudio/2011/storyboarding/control"/>
  </ds:schemaRefs>
</ds:datastoreItem>
</file>

<file path=customXml/itemProps12.xml><?xml version="1.0" encoding="utf-8"?>
<ds:datastoreItem xmlns:ds="http://schemas.openxmlformats.org/officeDocument/2006/customXml" ds:itemID="{20B6F2C4-47D3-4CE6-9F3F-F71D3105E588}">
  <ds:schemaRefs>
    <ds:schemaRef ds:uri="http://schemas.microsoft.com/sharepoint/v3/contenttype/forms"/>
  </ds:schemaRefs>
</ds:datastoreItem>
</file>

<file path=customXml/itemProps13.xml><?xml version="1.0" encoding="utf-8"?>
<ds:datastoreItem xmlns:ds="http://schemas.openxmlformats.org/officeDocument/2006/customXml" ds:itemID="{91815AF0-4B0D-42BB-A0EE-E5CAA44E5517}">
  <ds:schemaRefs>
    <ds:schemaRef ds:uri="http://schemas.microsoft.com/VisualStudio/2011/storyboarding/control"/>
  </ds:schemaRefs>
</ds:datastoreItem>
</file>

<file path=customXml/itemProps14.xml><?xml version="1.0" encoding="utf-8"?>
<ds:datastoreItem xmlns:ds="http://schemas.openxmlformats.org/officeDocument/2006/customXml" ds:itemID="{0DD45E06-C190-4BFE-A359-E6CDB05072B4}">
  <ds:schemaRefs>
    <ds:schemaRef ds:uri="http://schemas.microsoft.com/VisualStudio/2011/storyboarding/control"/>
  </ds:schemaRefs>
</ds:datastoreItem>
</file>

<file path=customXml/itemProps15.xml><?xml version="1.0" encoding="utf-8"?>
<ds:datastoreItem xmlns:ds="http://schemas.openxmlformats.org/officeDocument/2006/customXml" ds:itemID="{B51B4314-378B-4707-87EC-D3DC8E63F7E2}">
  <ds:schemaRefs>
    <ds:schemaRef ds:uri="http://schemas.microsoft.com/VisualStudio/2011/storyboarding/control"/>
  </ds:schemaRefs>
</ds:datastoreItem>
</file>

<file path=customXml/itemProps16.xml><?xml version="1.0" encoding="utf-8"?>
<ds:datastoreItem xmlns:ds="http://schemas.openxmlformats.org/officeDocument/2006/customXml" ds:itemID="{D55A80E1-8441-49A1-ACD2-807F593787B5}">
  <ds:schemaRefs>
    <ds:schemaRef ds:uri="http://schemas.microsoft.com/VisualStudio/2011/storyboarding/control"/>
  </ds:schemaRefs>
</ds:datastoreItem>
</file>

<file path=customXml/itemProps17.xml><?xml version="1.0" encoding="utf-8"?>
<ds:datastoreItem xmlns:ds="http://schemas.openxmlformats.org/officeDocument/2006/customXml" ds:itemID="{B4201721-13A6-4E2F-8893-11B81368A064}">
  <ds:schemaRefs>
    <ds:schemaRef ds:uri="http://schemas.microsoft.com/VisualStudio/2011/storyboarding/control"/>
  </ds:schemaRefs>
</ds:datastoreItem>
</file>

<file path=customXml/itemProps18.xml><?xml version="1.0" encoding="utf-8"?>
<ds:datastoreItem xmlns:ds="http://schemas.openxmlformats.org/officeDocument/2006/customXml" ds:itemID="{B59AC2A8-A682-470C-A51E-6BBC81CDA120}">
  <ds:schemaRefs>
    <ds:schemaRef ds:uri="http://schemas.microsoft.com/VisualStudio/2011/storyboarding/control"/>
  </ds:schemaRefs>
</ds:datastoreItem>
</file>

<file path=customXml/itemProps19.xml><?xml version="1.0" encoding="utf-8"?>
<ds:datastoreItem xmlns:ds="http://schemas.openxmlformats.org/officeDocument/2006/customXml" ds:itemID="{6DA1BDDD-ECE7-4EE9-AA3B-94A2B97A1F27}">
  <ds:schemaRefs>
    <ds:schemaRef ds:uri="http://schemas.microsoft.com/VisualStudio/2011/storyboarding/control"/>
  </ds:schemaRefs>
</ds:datastoreItem>
</file>

<file path=customXml/itemProps20.xml><?xml version="1.0" encoding="utf-8"?>
<ds:datastoreItem xmlns:ds="http://schemas.openxmlformats.org/officeDocument/2006/customXml" ds:itemID="{20073B86-FEFB-499B-BA87-235FEF9242CF}">
  <ds:schemaRefs>
    <ds:schemaRef ds:uri="http://schemas.microsoft.com/VisualStudio/2011/storyboarding/control"/>
  </ds:schemaRefs>
</ds:datastoreItem>
</file>

<file path=customXml/itemProps21.xml><?xml version="1.0" encoding="utf-8"?>
<ds:datastoreItem xmlns:ds="http://schemas.openxmlformats.org/officeDocument/2006/customXml" ds:itemID="{44E2E711-3F0A-4D9E-90B1-EB7C531BF942}">
  <ds:schemaRefs>
    <ds:schemaRef ds:uri="http://schemas.microsoft.com/VisualStudio/2011/storyboarding/control"/>
  </ds:schemaRefs>
</ds:datastoreItem>
</file>

<file path=customXml/itemProps22.xml><?xml version="1.0" encoding="utf-8"?>
<ds:datastoreItem xmlns:ds="http://schemas.openxmlformats.org/officeDocument/2006/customXml" ds:itemID="{DB211BA9-6EBF-4A66-83AA-47711603610A}">
  <ds:schemaRefs>
    <ds:schemaRef ds:uri="http://schemas.microsoft.com/VisualStudio/2011/storyboarding/control"/>
  </ds:schemaRefs>
</ds:datastoreItem>
</file>

<file path=customXml/itemProps23.xml><?xml version="1.0" encoding="utf-8"?>
<ds:datastoreItem xmlns:ds="http://schemas.openxmlformats.org/officeDocument/2006/customXml" ds:itemID="{E9872304-594F-4508-812A-829FCC0AE704}">
  <ds:schemaRefs>
    <ds:schemaRef ds:uri="http://schemas.microsoft.com/VisualStudio/2011/storyboarding/control"/>
  </ds:schemaRefs>
</ds:datastoreItem>
</file>

<file path=customXml/itemProps24.xml><?xml version="1.0" encoding="utf-8"?>
<ds:datastoreItem xmlns:ds="http://schemas.openxmlformats.org/officeDocument/2006/customXml" ds:itemID="{53A13508-6F0F-4EE3-83E8-09A3C30DD352}">
  <ds:schemaRefs>
    <ds:schemaRef ds:uri="http://schemas.microsoft.com/VisualStudio/2011/storyboarding/control"/>
  </ds:schemaRefs>
</ds:datastoreItem>
</file>

<file path=customXml/itemProps25.xml><?xml version="1.0" encoding="utf-8"?>
<ds:datastoreItem xmlns:ds="http://schemas.openxmlformats.org/officeDocument/2006/customXml" ds:itemID="{1C7AAC2F-801C-48FC-99F7-76A6BA40A08B}">
  <ds:schemaRefs>
    <ds:schemaRef ds:uri="http://schemas.microsoft.com/VisualStudio/2011/storyboarding/control"/>
  </ds:schemaRefs>
</ds:datastoreItem>
</file>

<file path=customXml/itemProps26.xml><?xml version="1.0" encoding="utf-8"?>
<ds:datastoreItem xmlns:ds="http://schemas.openxmlformats.org/officeDocument/2006/customXml" ds:itemID="{BA0BBE47-56AB-4B2F-95F7-E056FD15FC92}">
  <ds:schemaRefs>
    <ds:schemaRef ds:uri="http://schemas.microsoft.com/VisualStudio/2011/storyboarding/control"/>
  </ds:schemaRefs>
</ds:datastoreItem>
</file>

<file path=customXml/itemProps27.xml><?xml version="1.0" encoding="utf-8"?>
<ds:datastoreItem xmlns:ds="http://schemas.openxmlformats.org/officeDocument/2006/customXml" ds:itemID="{5992A315-DEAB-40C7-80FB-C5763FD3A35A}">
  <ds:schemaRefs>
    <ds:schemaRef ds:uri="http://schemas.microsoft.com/VisualStudio/2011/storyboarding/control"/>
  </ds:schemaRefs>
</ds:datastoreItem>
</file>

<file path=customXml/itemProps28.xml><?xml version="1.0" encoding="utf-8"?>
<ds:datastoreItem xmlns:ds="http://schemas.openxmlformats.org/officeDocument/2006/customXml" ds:itemID="{BCF36D9B-C476-4C37-A1BA-2F1290D27C9E}">
  <ds:schemaRefs>
    <ds:schemaRef ds:uri="http://schemas.microsoft.com/VisualStudio/2011/storyboarding/control"/>
  </ds:schemaRefs>
</ds:datastoreItem>
</file>

<file path=customXml/itemProps29.xml><?xml version="1.0" encoding="utf-8"?>
<ds:datastoreItem xmlns:ds="http://schemas.openxmlformats.org/officeDocument/2006/customXml" ds:itemID="{F1A67354-42EA-4429-88D1-0B70B2A3C564}">
  <ds:schemaRefs>
    <ds:schemaRef ds:uri="http://schemas.microsoft.com/VisualStudio/2011/storyboarding/control"/>
  </ds:schemaRefs>
</ds:datastoreItem>
</file>

<file path=customXml/itemProps30.xml><?xml version="1.0" encoding="utf-8"?>
<ds:datastoreItem xmlns:ds="http://schemas.openxmlformats.org/officeDocument/2006/customXml" ds:itemID="{4D4A5F72-1F56-45E2-8CC3-F00F04D32464}">
  <ds:schemaRefs>
    <ds:schemaRef ds:uri="http://schemas.microsoft.com/VisualStudio/2011/storyboarding/control"/>
  </ds:schemaRefs>
</ds:datastoreItem>
</file>

<file path=customXml/itemProps31.xml><?xml version="1.0" encoding="utf-8"?>
<ds:datastoreItem xmlns:ds="http://schemas.openxmlformats.org/officeDocument/2006/customXml" ds:itemID="{7075771A-A45A-4FA3-B884-A9C816890067}">
  <ds:schemaRefs>
    <ds:schemaRef ds:uri="http://schemas.microsoft.com/VisualStudio/2011/storyboarding/control"/>
  </ds:schemaRefs>
</ds:datastoreItem>
</file>

<file path=customXml/itemProps32.xml><?xml version="1.0" encoding="utf-8"?>
<ds:datastoreItem xmlns:ds="http://schemas.openxmlformats.org/officeDocument/2006/customXml" ds:itemID="{E781486F-5CA5-4402-AB38-E4607A666076}">
  <ds:schemaRefs>
    <ds:schemaRef ds:uri="http://schemas.microsoft.com/VisualStudio/2011/storyboarding/control"/>
  </ds:schemaRefs>
</ds:datastoreItem>
</file>

<file path=customXml/itemProps33.xml><?xml version="1.0" encoding="utf-8"?>
<ds:datastoreItem xmlns:ds="http://schemas.openxmlformats.org/officeDocument/2006/customXml" ds:itemID="{EFCB5BE3-ECD9-43CC-9225-7C2D8D23A063}">
  <ds:schemaRefs>
    <ds:schemaRef ds:uri="http://schemas.microsoft.com/VisualStudio/2011/storyboarding/control"/>
  </ds:schemaRefs>
</ds:datastoreItem>
</file>

<file path=customXml/itemProps34.xml><?xml version="1.0" encoding="utf-8"?>
<ds:datastoreItem xmlns:ds="http://schemas.openxmlformats.org/officeDocument/2006/customXml" ds:itemID="{82CC56F9-242B-4DED-858C-891AA62E641E}">
  <ds:schemaRefs>
    <ds:schemaRef ds:uri="http://schemas.microsoft.com/VisualStudio/2011/storyboarding/control"/>
  </ds:schemaRefs>
</ds:datastoreItem>
</file>

<file path=customXml/itemProps35.xml><?xml version="1.0" encoding="utf-8"?>
<ds:datastoreItem xmlns:ds="http://schemas.openxmlformats.org/officeDocument/2006/customXml" ds:itemID="{A5AAED48-2DA4-402B-B75B-7B522F8D14A5}">
  <ds:schemaRefs>
    <ds:schemaRef ds:uri="http://schemas.microsoft.com/VisualStudio/2011/storyboarding/control"/>
  </ds:schemaRefs>
</ds:datastoreItem>
</file>

<file path=customXml/itemProps36.xml><?xml version="1.0" encoding="utf-8"?>
<ds:datastoreItem xmlns:ds="http://schemas.openxmlformats.org/officeDocument/2006/customXml" ds:itemID="{5939D4CF-3538-41F8-A3AC-95206DD105ED}">
  <ds:schemaRefs>
    <ds:schemaRef ds:uri="http://schemas.microsoft.com/VisualStudio/2011/storyboarding/control"/>
  </ds:schemaRefs>
</ds:datastoreItem>
</file>

<file path=customXml/itemProps37.xml><?xml version="1.0" encoding="utf-8"?>
<ds:datastoreItem xmlns:ds="http://schemas.openxmlformats.org/officeDocument/2006/customXml" ds:itemID="{ECDB42AE-A9B4-4C8B-85E7-34D06A2AC1AB}">
  <ds:schemaRefs>
    <ds:schemaRef ds:uri="http://schemas.microsoft.com/VisualStudio/2011/storyboarding/control"/>
  </ds:schemaRefs>
</ds:datastoreItem>
</file>

<file path=customXml/itemProps38.xml><?xml version="1.0" encoding="utf-8"?>
<ds:datastoreItem xmlns:ds="http://schemas.openxmlformats.org/officeDocument/2006/customXml" ds:itemID="{C17EE38E-9296-4308-9DEA-165393617913}">
  <ds:schemaRefs>
    <ds:schemaRef ds:uri="http://schemas.microsoft.com/VisualStudio/2011/storyboarding/control"/>
  </ds:schemaRefs>
</ds:datastoreItem>
</file>

<file path=customXml/itemProps39.xml><?xml version="1.0" encoding="utf-8"?>
<ds:datastoreItem xmlns:ds="http://schemas.openxmlformats.org/officeDocument/2006/customXml" ds:itemID="{D96B2291-1A82-4ABF-ADDD-07A6957A6777}">
  <ds:schemaRefs>
    <ds:schemaRef ds:uri="http://schemas.microsoft.com/VisualStudio/2011/storyboarding/control"/>
  </ds:schemaRefs>
</ds:datastoreItem>
</file>

<file path=customXml/itemProps40.xml><?xml version="1.0" encoding="utf-8"?>
<ds:datastoreItem xmlns:ds="http://schemas.openxmlformats.org/officeDocument/2006/customXml" ds:itemID="{2C2036F9-E7EA-49E3-9A1E-3A921F81672B}">
  <ds:schemaRefs>
    <ds:schemaRef ds:uri="http://schemas.microsoft.com/VisualStudio/2011/storyboarding/control"/>
  </ds:schemaRefs>
</ds:datastoreItem>
</file>

<file path=customXml/itemProps41.xml><?xml version="1.0" encoding="utf-8"?>
<ds:datastoreItem xmlns:ds="http://schemas.openxmlformats.org/officeDocument/2006/customXml" ds:itemID="{40E97AF4-F2D8-4938-9B5E-9CE5D8C2B8B4}">
  <ds:schemaRefs>
    <ds:schemaRef ds:uri="http://schemas.microsoft.com/VisualStudio/2011/storyboarding/control"/>
  </ds:schemaRefs>
</ds:datastoreItem>
</file>

<file path=customXml/itemProps42.xml><?xml version="1.0" encoding="utf-8"?>
<ds:datastoreItem xmlns:ds="http://schemas.openxmlformats.org/officeDocument/2006/customXml" ds:itemID="{89863270-8851-4642-B658-3053C11E3CA7}">
  <ds:schemaRefs>
    <ds:schemaRef ds:uri="http://schemas.microsoft.com/VisualStudio/2011/storyboarding/control"/>
  </ds:schemaRefs>
</ds:datastoreItem>
</file>

<file path=customXml/itemProps43.xml><?xml version="1.0" encoding="utf-8"?>
<ds:datastoreItem xmlns:ds="http://schemas.openxmlformats.org/officeDocument/2006/customXml" ds:itemID="{B392D8E2-6061-4D5F-991B-1CFE1B7632D4}">
  <ds:schemaRefs>
    <ds:schemaRef ds:uri="http://schemas.microsoft.com/VisualStudio/2011/storyboarding/control"/>
  </ds:schemaRefs>
</ds:datastoreItem>
</file>

<file path=customXml/itemProps44.xml><?xml version="1.0" encoding="utf-8"?>
<ds:datastoreItem xmlns:ds="http://schemas.openxmlformats.org/officeDocument/2006/customXml" ds:itemID="{0F6F43E2-D7BA-42B4-A1C5-149D82A605DF}">
  <ds:schemaRefs>
    <ds:schemaRef ds:uri="http://schemas.microsoft.com/VisualStudio/2011/storyboarding/control"/>
  </ds:schemaRefs>
</ds:datastoreItem>
</file>

<file path=customXml/itemProps45.xml><?xml version="1.0" encoding="utf-8"?>
<ds:datastoreItem xmlns:ds="http://schemas.openxmlformats.org/officeDocument/2006/customXml" ds:itemID="{769C124C-EC89-4DFA-A573-7CA9E3F877F7}">
  <ds:schemaRefs>
    <ds:schemaRef ds:uri="http://schemas.microsoft.com/VisualStudio/2011/storyboarding/control"/>
  </ds:schemaRefs>
</ds:datastoreItem>
</file>

<file path=customXml/itemProps46.xml><?xml version="1.0" encoding="utf-8"?>
<ds:datastoreItem xmlns:ds="http://schemas.openxmlformats.org/officeDocument/2006/customXml" ds:itemID="{41417706-817A-49D4-A26E-DFFC6B42795F}">
  <ds:schemaRefs>
    <ds:schemaRef ds:uri="http://schemas.microsoft.com/VisualStudio/2011/storyboarding/control"/>
  </ds:schemaRefs>
</ds:datastoreItem>
</file>

<file path=customXml/itemProps47.xml><?xml version="1.0" encoding="utf-8"?>
<ds:datastoreItem xmlns:ds="http://schemas.openxmlformats.org/officeDocument/2006/customXml" ds:itemID="{D9BAAA94-99A4-4A81-B312-F4ED5862B236}">
  <ds:schemaRefs>
    <ds:schemaRef ds:uri="http://schemas.microsoft.com/VisualStudio/2011/storyboarding/control"/>
  </ds:schemaRefs>
</ds:datastoreItem>
</file>

<file path=customXml/itemProps48.xml><?xml version="1.0" encoding="utf-8"?>
<ds:datastoreItem xmlns:ds="http://schemas.openxmlformats.org/officeDocument/2006/customXml" ds:itemID="{EABC711D-190B-4001-A64F-95E53F173660}">
  <ds:schemaRefs>
    <ds:schemaRef ds:uri="http://schemas.microsoft.com/VisualStudio/2011/storyboarding/control"/>
  </ds:schemaRefs>
</ds:datastoreItem>
</file>

<file path=customXml/itemProps49.xml><?xml version="1.0" encoding="utf-8"?>
<ds:datastoreItem xmlns:ds="http://schemas.openxmlformats.org/officeDocument/2006/customXml" ds:itemID="{FB74B497-17AE-4868-B818-4DEB2B5D3A20}">
  <ds:schemaRefs>
    <ds:schemaRef ds:uri="http://schemas.microsoft.com/VisualStudio/2011/storyboarding/control"/>
  </ds:schemaRefs>
</ds:datastoreItem>
</file>

<file path=customXml/itemProps50.xml><?xml version="1.0" encoding="utf-8"?>
<ds:datastoreItem xmlns:ds="http://schemas.openxmlformats.org/officeDocument/2006/customXml" ds:itemID="{B2C045CB-46CF-4366-B09C-103D81BA59D7}">
  <ds:schemaRefs>
    <ds:schemaRef ds:uri="http://schemas.microsoft.com/office/2006/metadata/properties"/>
    <ds:schemaRef ds:uri="http://schemas.microsoft.com/office/infopath/2007/PartnerControls"/>
    <ds:schemaRef ds:uri="f847e7ad-bfae-49c8-aedd-39ec05321f40"/>
  </ds:schemaRefs>
</ds:datastoreItem>
</file>

<file path=customXml/itemProps51.xml><?xml version="1.0" encoding="utf-8"?>
<ds:datastoreItem xmlns:ds="http://schemas.openxmlformats.org/officeDocument/2006/customXml" ds:itemID="{8171EEBF-78D4-47BA-A22F-30776DD0388E}">
  <ds:schemaRefs>
    <ds:schemaRef ds:uri="http://schemas.microsoft.com/VisualStudio/2011/storyboarding/control"/>
  </ds:schemaRefs>
</ds:datastoreItem>
</file>

<file path=customXml/itemProps52.xml><?xml version="1.0" encoding="utf-8"?>
<ds:datastoreItem xmlns:ds="http://schemas.openxmlformats.org/officeDocument/2006/customXml" ds:itemID="{9BCF0442-4014-4A54-BF25-596632B68DBA}">
  <ds:schemaRefs>
    <ds:schemaRef ds:uri="http://schemas.microsoft.com/VisualStudio/2011/storyboarding/control"/>
  </ds:schemaRefs>
</ds:datastoreItem>
</file>

<file path=customXml/itemProps53.xml><?xml version="1.0" encoding="utf-8"?>
<ds:datastoreItem xmlns:ds="http://schemas.openxmlformats.org/officeDocument/2006/customXml" ds:itemID="{1F0A5559-5CA9-4AAA-88EB-0470608167AD}">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Office_Vision_Roadmap_15.21-FINAL</Template>
  <TotalTime>0</TotalTime>
  <Words>267</Words>
  <Application>Microsoft Office PowerPoint</Application>
  <PresentationFormat>自定义</PresentationFormat>
  <Paragraphs>48</Paragraphs>
  <Slides>10</Slides>
  <Notes>3</Notes>
  <HiddenSlides>0</HiddenSlides>
  <MMClips>0</MMClips>
  <ScaleCrop>false</ScaleCrop>
  <HeadingPairs>
    <vt:vector size="8" baseType="variant">
      <vt:variant>
        <vt:lpstr>已用的字体</vt:lpstr>
      </vt:variant>
      <vt:variant>
        <vt:i4>8</vt:i4>
      </vt:variant>
      <vt:variant>
        <vt:lpstr>主题</vt:lpstr>
      </vt:variant>
      <vt:variant>
        <vt:i4>7</vt:i4>
      </vt:variant>
      <vt:variant>
        <vt:lpstr>嵌入 OLE 服务器</vt:lpstr>
      </vt:variant>
      <vt:variant>
        <vt:i4>2</vt:i4>
      </vt:variant>
      <vt:variant>
        <vt:lpstr>幻灯片标题</vt:lpstr>
      </vt:variant>
      <vt:variant>
        <vt:i4>10</vt:i4>
      </vt:variant>
    </vt:vector>
  </HeadingPairs>
  <TitlesOfParts>
    <vt:vector size="27" baseType="lpstr">
      <vt:lpstr>Futura Bk</vt:lpstr>
      <vt:lpstr>Segoe Semibold</vt:lpstr>
      <vt:lpstr>宋体</vt:lpstr>
      <vt:lpstr>Arial</vt:lpstr>
      <vt:lpstr>Segoe UI</vt:lpstr>
      <vt:lpstr>Segoe UI Light</vt:lpstr>
      <vt:lpstr>Segoe UI Semibold</vt:lpstr>
      <vt:lpstr>Wingdings</vt:lpstr>
      <vt:lpstr>Metro_Template_Light_16x9</vt:lpstr>
      <vt:lpstr>3_Metro_Template_Light_16x9</vt:lpstr>
      <vt:lpstr>Office_Vision_Roadmap_15.21-FINAL</vt:lpstr>
      <vt:lpstr>1_Metro_Template_Light_16x9</vt:lpstr>
      <vt:lpstr>4_Metro_Template_Light_16x9</vt:lpstr>
      <vt:lpstr>5_Metro_Template_Light_16x9</vt:lpstr>
      <vt:lpstr>MS1444_Windows Azure Template 16x9_r08b</vt:lpstr>
      <vt:lpstr>包装程序外壳对象</vt:lpstr>
      <vt:lpstr>think-cell Slide</vt:lpstr>
      <vt:lpstr>PowerPoint 演示文稿</vt:lpstr>
      <vt:lpstr>内容</vt:lpstr>
      <vt:lpstr>1.Azure China Benefit</vt:lpstr>
      <vt:lpstr>1.Azure China Benefit – 创建Org ID</vt:lpstr>
      <vt:lpstr>1.Azure China Benefit – New Request</vt:lpstr>
      <vt:lpstr>1.Azure China Benefit – 后续</vt:lpstr>
      <vt:lpstr>2.Azure Global Benefit – MSDN Ultimate </vt:lpstr>
      <vt:lpstr>2.Azure Global Benefit – MSDN Ultimate </vt:lpstr>
      <vt:lpstr>3. Azure Global Benefit - CSA Benefit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EBC deck short</dc:title>
  <dc:creator/>
  <dc:description>Formatting: Robin E. Warren, Artitudes Design, Inc.</dc:description>
  <cp:lastModifiedBy/>
  <cp:revision>1</cp:revision>
  <dcterms:created xsi:type="dcterms:W3CDTF">2011-03-10T23:27:38Z</dcterms:created>
  <dcterms:modified xsi:type="dcterms:W3CDTF">2016-01-08T07:55:27Z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0x010100D332FD36C984EB40AEFA6E6E2AAB12FA</vt:lpwstr>
  </property>
  <property fmtid="{D5CDD505-2E9C-101B-9397-08002B2CF9AE}" pid="3" name="TaxKeyword">
    <vt:lpwstr/>
  </property>
  <property fmtid="{D5CDD505-2E9C-101B-9397-08002B2CF9AE}" pid="4" name="Capabilities">
    <vt:lpwstr/>
  </property>
  <property fmtid="{D5CDD505-2E9C-101B-9397-08002B2CF9AE}" pid="5" name="_dlc_policyId">
    <vt:lpwstr/>
  </property>
  <property fmtid="{D5CDD505-2E9C-101B-9397-08002B2CF9AE}" pid="6" name="Region">
    <vt:lpwstr/>
  </property>
  <property fmtid="{D5CDD505-2E9C-101B-9397-08002B2CF9AE}" pid="7" name="Confidentiality">
    <vt:lpwstr>80;#customer ready|b225dced-5dab-45d2-8576-577b3c96fa78</vt:lpwstr>
  </property>
  <property fmtid="{D5CDD505-2E9C-101B-9397-08002B2CF9AE}" pid="8" name="ItemType">
    <vt:lpwstr>17197;#presentations|317da5a4-398e-4c38-b265-afd519770055</vt:lpwstr>
  </property>
  <property fmtid="{D5CDD505-2E9C-101B-9397-08002B2CF9AE}" pid="9" name="WorkflowCreationPath">
    <vt:lpwstr>d3765c0c-e2b5-4307-934b-d5d862e93ab3,3;d3765c0c-e2b5-4307-934b-d5d862e93ab3,3;d3765c0c-e2b5-4307-934b-d5d862e93ab3,8;d3765c0c-e2b5-4307-934b-d5d862e93ab3,8;d3765c0c-e2b5-4307-934b-d5d862e93ab3,11;d3765c0c-e2b5-4307-934b-d5d862e93ab3,11;</vt:lpwstr>
  </property>
  <property fmtid="{D5CDD505-2E9C-101B-9397-08002B2CF9AE}" pid="10" name="Industries">
    <vt:lpwstr/>
  </property>
  <property fmtid="{D5CDD505-2E9C-101B-9397-08002B2CF9AE}" pid="11" name="Roles">
    <vt:lpwstr/>
  </property>
  <property fmtid="{D5CDD505-2E9C-101B-9397-08002B2CF9AE}" pid="12" name="SMSGDomain">
    <vt:lpwstr/>
  </property>
  <property fmtid="{D5CDD505-2E9C-101B-9397-08002B2CF9AE}" pid="13" name="Competitors">
    <vt:lpwstr/>
  </property>
  <property fmtid="{D5CDD505-2E9C-101B-9397-08002B2CF9AE}" pid="14" name="ItemRetentionFormula">
    <vt:lpwstr/>
  </property>
  <property fmtid="{D5CDD505-2E9C-101B-9397-08002B2CF9AE}" pid="15" name="BusinessArchitecture">
    <vt:lpwstr/>
  </property>
  <property fmtid="{D5CDD505-2E9C-101B-9397-08002B2CF9AE}" pid="16" name="Products">
    <vt:lpwstr>13833;#Windows Azure platform|df6aaec2-d07c-4319-b510-15a691aea35b;#10921;#Windows Azure|669a3112-5edf-444b-a003-630063601f07</vt:lpwstr>
  </property>
  <property fmtid="{D5CDD505-2E9C-101B-9397-08002B2CF9AE}" pid="17" name="_dlc_DocIdItemGuid">
    <vt:lpwstr>f1f59378-3b41-4227-bea3-2dd4f5565333</vt:lpwstr>
  </property>
  <property fmtid="{D5CDD505-2E9C-101B-9397-08002B2CF9AE}" pid="18" name="Partners">
    <vt:lpwstr/>
  </property>
  <property fmtid="{D5CDD505-2E9C-101B-9397-08002B2CF9AE}" pid="19" name="Segments">
    <vt:lpwstr/>
  </property>
  <property fmtid="{D5CDD505-2E9C-101B-9397-08002B2CF9AE}" pid="20" name="ActivitiesAndPrograms">
    <vt:lpwstr/>
  </property>
  <property fmtid="{D5CDD505-2E9C-101B-9397-08002B2CF9AE}" pid="21" name="Groups">
    <vt:lpwstr/>
  </property>
  <property fmtid="{D5CDD505-2E9C-101B-9397-08002B2CF9AE}" pid="22" name="Topics">
    <vt:lpwstr/>
  </property>
  <property fmtid="{D5CDD505-2E9C-101B-9397-08002B2CF9AE}" pid="23" name="LastUpdatedByBatchTagging">
    <vt:bool>false</vt:bool>
  </property>
  <property fmtid="{D5CDD505-2E9C-101B-9397-08002B2CF9AE}" pid="24" name="Languages">
    <vt:lpwstr/>
  </property>
  <property fmtid="{D5CDD505-2E9C-101B-9397-08002B2CF9AE}" pid="25" name="Audiences">
    <vt:lpwstr/>
  </property>
</Properties>
</file>