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44.xml" ContentType="application/vnd.openxmlformats-officedocument.customXmlProperties+xml"/>
  <Override PartName="/customXml/itemProps45.xml" ContentType="application/vnd.openxmlformats-officedocument.customXmlProperties+xml"/>
  <Override PartName="/customXml/itemProps46.xml" ContentType="application/vnd.openxmlformats-officedocument.customXmlProperties+xml"/>
  <Override PartName="/customXml/itemProps47.xml" ContentType="application/vnd.openxmlformats-officedocument.customXmlProperties+xml"/>
  <Override PartName="/customXml/itemProps48.xml" ContentType="application/vnd.openxmlformats-officedocument.customXmlProperties+xml"/>
  <Override PartName="/customXml/itemProps49.xml" ContentType="application/vnd.openxmlformats-officedocument.customXmlProperties+xml"/>
  <Override PartName="/customXml/itemProps50.xml" ContentType="application/vnd.openxmlformats-officedocument.customXmlProperties+xml"/>
  <Override PartName="/customXml/itemProps51.xml" ContentType="application/vnd.openxmlformats-officedocument.customXmlProperties+xml"/>
  <Override PartName="/customXml/itemProps52.xml" ContentType="application/vnd.openxmlformats-officedocument.customXmlProperties+xml"/>
  <Override PartName="/customXml/itemProps5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3.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4.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6.xml" ContentType="application/vnd.openxmlformats-officedocument.theme+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1.xml" ContentType="application/vnd.openxmlformats-officedocument.presentationml.tags+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868" r:id="rId54"/>
    <p:sldMasterId id="2147484107" r:id="rId55"/>
    <p:sldMasterId id="2147484122" r:id="rId56"/>
    <p:sldMasterId id="2147484141" r:id="rId57"/>
    <p:sldMasterId id="2147484155" r:id="rId58"/>
    <p:sldMasterId id="2147484168" r:id="rId59"/>
    <p:sldMasterId id="2147484186" r:id="rId60"/>
  </p:sldMasterIdLst>
  <p:notesMasterIdLst>
    <p:notesMasterId r:id="rId77"/>
  </p:notesMasterIdLst>
  <p:handoutMasterIdLst>
    <p:handoutMasterId r:id="rId78"/>
  </p:handoutMasterIdLst>
  <p:sldIdLst>
    <p:sldId id="1288" r:id="rId61"/>
    <p:sldId id="1625" r:id="rId62"/>
    <p:sldId id="1626" r:id="rId63"/>
    <p:sldId id="1628" r:id="rId64"/>
    <p:sldId id="1636" r:id="rId65"/>
    <p:sldId id="1629" r:id="rId66"/>
    <p:sldId id="1630" r:id="rId67"/>
    <p:sldId id="1627" r:id="rId68"/>
    <p:sldId id="1631" r:id="rId69"/>
    <p:sldId id="1633" r:id="rId70"/>
    <p:sldId id="1637" r:id="rId71"/>
    <p:sldId id="1638" r:id="rId72"/>
    <p:sldId id="1632" r:id="rId73"/>
    <p:sldId id="1634" r:id="rId74"/>
    <p:sldId id="1635" r:id="rId75"/>
    <p:sldId id="1624" r:id="rId76"/>
  </p:sldIdLst>
  <p:sldSz cx="14630400" cy="8229600"/>
  <p:notesSz cx="7023100" cy="9309100"/>
  <p:defaultTextStyle>
    <a:defPPr>
      <a:defRPr lang="en-US"/>
    </a:defPPr>
    <a:lvl1pPr marL="0" algn="l" defTabSz="1096740" rtl="0" eaLnBrk="1" latinLnBrk="0" hangingPunct="1">
      <a:defRPr sz="2000" kern="1200">
        <a:solidFill>
          <a:schemeClr val="tx1"/>
        </a:solidFill>
        <a:latin typeface="+mn-lt"/>
        <a:ea typeface="+mn-ea"/>
        <a:cs typeface="+mn-cs"/>
      </a:defRPr>
    </a:lvl1pPr>
    <a:lvl2pPr marL="548374" algn="l" defTabSz="1096740" rtl="0" eaLnBrk="1" latinLnBrk="0" hangingPunct="1">
      <a:defRPr sz="2000" kern="1200">
        <a:solidFill>
          <a:schemeClr val="tx1"/>
        </a:solidFill>
        <a:latin typeface="+mn-lt"/>
        <a:ea typeface="+mn-ea"/>
        <a:cs typeface="+mn-cs"/>
      </a:defRPr>
    </a:lvl2pPr>
    <a:lvl3pPr marL="1096740" algn="l" defTabSz="1096740" rtl="0" eaLnBrk="1" latinLnBrk="0" hangingPunct="1">
      <a:defRPr sz="2000" kern="1200">
        <a:solidFill>
          <a:schemeClr val="tx1"/>
        </a:solidFill>
        <a:latin typeface="+mn-lt"/>
        <a:ea typeface="+mn-ea"/>
        <a:cs typeface="+mn-cs"/>
      </a:defRPr>
    </a:lvl3pPr>
    <a:lvl4pPr marL="1645113" algn="l" defTabSz="1096740" rtl="0" eaLnBrk="1" latinLnBrk="0" hangingPunct="1">
      <a:defRPr sz="2000" kern="1200">
        <a:solidFill>
          <a:schemeClr val="tx1"/>
        </a:solidFill>
        <a:latin typeface="+mn-lt"/>
        <a:ea typeface="+mn-ea"/>
        <a:cs typeface="+mn-cs"/>
      </a:defRPr>
    </a:lvl4pPr>
    <a:lvl5pPr marL="2193484" algn="l" defTabSz="1096740" rtl="0" eaLnBrk="1" latinLnBrk="0" hangingPunct="1">
      <a:defRPr sz="2000" kern="1200">
        <a:solidFill>
          <a:schemeClr val="tx1"/>
        </a:solidFill>
        <a:latin typeface="+mn-lt"/>
        <a:ea typeface="+mn-ea"/>
        <a:cs typeface="+mn-cs"/>
      </a:defRPr>
    </a:lvl5pPr>
    <a:lvl6pPr marL="2741856" algn="l" defTabSz="1096740" rtl="0" eaLnBrk="1" latinLnBrk="0" hangingPunct="1">
      <a:defRPr sz="2000" kern="1200">
        <a:solidFill>
          <a:schemeClr val="tx1"/>
        </a:solidFill>
        <a:latin typeface="+mn-lt"/>
        <a:ea typeface="+mn-ea"/>
        <a:cs typeface="+mn-cs"/>
      </a:defRPr>
    </a:lvl6pPr>
    <a:lvl7pPr marL="3290227" algn="l" defTabSz="1096740" rtl="0" eaLnBrk="1" latinLnBrk="0" hangingPunct="1">
      <a:defRPr sz="2000" kern="1200">
        <a:solidFill>
          <a:schemeClr val="tx1"/>
        </a:solidFill>
        <a:latin typeface="+mn-lt"/>
        <a:ea typeface="+mn-ea"/>
        <a:cs typeface="+mn-cs"/>
      </a:defRPr>
    </a:lvl7pPr>
    <a:lvl8pPr marL="3838597" algn="l" defTabSz="1096740" rtl="0" eaLnBrk="1" latinLnBrk="0" hangingPunct="1">
      <a:defRPr sz="2000" kern="1200">
        <a:solidFill>
          <a:schemeClr val="tx1"/>
        </a:solidFill>
        <a:latin typeface="+mn-lt"/>
        <a:ea typeface="+mn-ea"/>
        <a:cs typeface="+mn-cs"/>
      </a:defRPr>
    </a:lvl8pPr>
    <a:lvl9pPr marL="4386971" algn="l" defTabSz="1096740"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829">
          <p15:clr>
            <a:srgbClr val="A4A3A4"/>
          </p15:clr>
        </p15:guide>
        <p15:guide id="2" orient="horz" pos="2590">
          <p15:clr>
            <a:srgbClr val="A4A3A4"/>
          </p15:clr>
        </p15:guide>
        <p15:guide id="3" orient="horz" pos="598">
          <p15:clr>
            <a:srgbClr val="A4A3A4"/>
          </p15:clr>
        </p15:guide>
        <p15:guide id="4" pos="317">
          <p15:clr>
            <a:srgbClr val="A4A3A4"/>
          </p15:clr>
        </p15:guide>
        <p15:guide id="5" pos="8902">
          <p15:clr>
            <a:srgbClr val="A4A3A4"/>
          </p15:clr>
        </p15:guide>
        <p15:guide id="6" pos="4541">
          <p15:clr>
            <a:srgbClr val="A4A3A4"/>
          </p15:clr>
        </p15:guide>
        <p15:guide id="7" pos="4685">
          <p15:clr>
            <a:srgbClr val="A4A3A4"/>
          </p15:clr>
        </p15:guide>
        <p15:guide id="8" pos="725">
          <p15:clr>
            <a:srgbClr val="A4A3A4"/>
          </p15:clr>
        </p15:guide>
      </p15:sldGuideLst>
    </p:ext>
    <p:ext uri="{2D200454-40CA-4A62-9FC3-DE9A4176ACB9}">
      <p15:notesGuideLst xmlns:p15="http://schemas.microsoft.com/office/powerpoint/2012/main">
        <p15:guide id="1" orient="horz" pos="2932">
          <p15:clr>
            <a:srgbClr val="A4A3A4"/>
          </p15:clr>
        </p15:guide>
        <p15:guide id="2" pos="2212">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FFAFA"/>
    <a:srgbClr val="DFFEFD"/>
    <a:srgbClr val="191919"/>
    <a:srgbClr val="FFFFFF"/>
    <a:srgbClr val="D7D7D7"/>
    <a:srgbClr val="D9BE1D"/>
    <a:srgbClr val="FFFFCC"/>
    <a:srgbClr val="FFFF66"/>
    <a:srgbClr val="23B5E9"/>
    <a:srgbClr val="77C1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29" autoAdjust="0"/>
    <p:restoredTop sz="75346" autoAdjust="0"/>
  </p:normalViewPr>
  <p:slideViewPr>
    <p:cSldViewPr snapToGrid="0" snapToObjects="1">
      <p:cViewPr varScale="1">
        <p:scale>
          <a:sx n="73" d="100"/>
          <a:sy n="73" d="100"/>
        </p:scale>
        <p:origin x="1517" y="62"/>
      </p:cViewPr>
      <p:guideLst>
        <p:guide orient="horz" pos="4829"/>
        <p:guide orient="horz" pos="2590"/>
        <p:guide orient="horz" pos="598"/>
        <p:guide pos="317"/>
        <p:guide pos="8902"/>
        <p:guide pos="4541"/>
        <p:guide pos="4685"/>
        <p:guide pos="725"/>
      </p:guideLst>
    </p:cSldViewPr>
  </p:slideViewPr>
  <p:outlineViewPr>
    <p:cViewPr>
      <p:scale>
        <a:sx n="33" d="100"/>
        <a:sy n="33" d="100"/>
      </p:scale>
      <p:origin x="0" y="6540"/>
    </p:cViewPr>
  </p:outlineViewPr>
  <p:notesTextViewPr>
    <p:cViewPr>
      <p:scale>
        <a:sx n="100" d="100"/>
        <a:sy n="100" d="100"/>
      </p:scale>
      <p:origin x="0" y="0"/>
    </p:cViewPr>
  </p:notesTextViewPr>
  <p:sorterViewPr>
    <p:cViewPr>
      <p:scale>
        <a:sx n="30" d="100"/>
        <a:sy n="30" d="100"/>
      </p:scale>
      <p:origin x="0" y="0"/>
    </p:cViewPr>
  </p:sorterViewPr>
  <p:notesViewPr>
    <p:cSldViewPr snapToGrid="0" snapToObjects="1" showGuides="1">
      <p:cViewPr varScale="1">
        <p:scale>
          <a:sx n="97" d="100"/>
          <a:sy n="97" d="100"/>
        </p:scale>
        <p:origin x="-3522" y="-108"/>
      </p:cViewPr>
      <p:guideLst>
        <p:guide orient="horz" pos="2932"/>
        <p:guide pos="2212"/>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customXml" Target="../customXml/item13.xml"/><Relationship Id="rId18" Type="http://schemas.openxmlformats.org/officeDocument/2006/relationships/customXml" Target="../customXml/item18.xml"/><Relationship Id="rId26" Type="http://schemas.openxmlformats.org/officeDocument/2006/relationships/customXml" Target="../customXml/item26.xml"/><Relationship Id="rId39" Type="http://schemas.openxmlformats.org/officeDocument/2006/relationships/customXml" Target="../customXml/item39.xml"/><Relationship Id="rId21" Type="http://schemas.openxmlformats.org/officeDocument/2006/relationships/customXml" Target="../customXml/item21.xml"/><Relationship Id="rId34" Type="http://schemas.openxmlformats.org/officeDocument/2006/relationships/customXml" Target="../customXml/item34.xml"/><Relationship Id="rId42" Type="http://schemas.openxmlformats.org/officeDocument/2006/relationships/customXml" Target="../customXml/item42.xml"/><Relationship Id="rId47" Type="http://schemas.openxmlformats.org/officeDocument/2006/relationships/customXml" Target="../customXml/item47.xml"/><Relationship Id="rId50" Type="http://schemas.openxmlformats.org/officeDocument/2006/relationships/customXml" Target="../customXml/item50.xml"/><Relationship Id="rId55" Type="http://schemas.openxmlformats.org/officeDocument/2006/relationships/slideMaster" Target="slideMasters/slideMaster2.xml"/><Relationship Id="rId63" Type="http://schemas.openxmlformats.org/officeDocument/2006/relationships/slide" Target="slides/slide3.xml"/><Relationship Id="rId68" Type="http://schemas.openxmlformats.org/officeDocument/2006/relationships/slide" Target="slides/slide8.xml"/><Relationship Id="rId76" Type="http://schemas.openxmlformats.org/officeDocument/2006/relationships/slide" Target="slides/slide16.xml"/><Relationship Id="rId84" Type="http://schemas.microsoft.com/office/2015/10/relationships/revisionInfo" Target="revisionInfo.xml"/><Relationship Id="rId7" Type="http://schemas.openxmlformats.org/officeDocument/2006/relationships/customXml" Target="../customXml/item7.xml"/><Relationship Id="rId71" Type="http://schemas.openxmlformats.org/officeDocument/2006/relationships/slide" Target="slides/slide11.xml"/><Relationship Id="rId2" Type="http://schemas.openxmlformats.org/officeDocument/2006/relationships/customXml" Target="../customXml/item2.xml"/><Relationship Id="rId16" Type="http://schemas.openxmlformats.org/officeDocument/2006/relationships/customXml" Target="../customXml/item16.xml"/><Relationship Id="rId29" Type="http://schemas.openxmlformats.org/officeDocument/2006/relationships/customXml" Target="../customXml/item29.xml"/><Relationship Id="rId11" Type="http://schemas.openxmlformats.org/officeDocument/2006/relationships/customXml" Target="../customXml/item11.xml"/><Relationship Id="rId24" Type="http://schemas.openxmlformats.org/officeDocument/2006/relationships/customXml" Target="../customXml/item24.xml"/><Relationship Id="rId32" Type="http://schemas.openxmlformats.org/officeDocument/2006/relationships/customXml" Target="../customXml/item32.xml"/><Relationship Id="rId37" Type="http://schemas.openxmlformats.org/officeDocument/2006/relationships/customXml" Target="../customXml/item37.xml"/><Relationship Id="rId40" Type="http://schemas.openxmlformats.org/officeDocument/2006/relationships/customXml" Target="../customXml/item40.xml"/><Relationship Id="rId45" Type="http://schemas.openxmlformats.org/officeDocument/2006/relationships/customXml" Target="../customXml/item45.xml"/><Relationship Id="rId53" Type="http://schemas.openxmlformats.org/officeDocument/2006/relationships/customXml" Target="../customXml/item53.xml"/><Relationship Id="rId58" Type="http://schemas.openxmlformats.org/officeDocument/2006/relationships/slideMaster" Target="slideMasters/slideMaster5.xml"/><Relationship Id="rId66" Type="http://schemas.openxmlformats.org/officeDocument/2006/relationships/slide" Target="slides/slide6.xml"/><Relationship Id="rId74" Type="http://schemas.openxmlformats.org/officeDocument/2006/relationships/slide" Target="slides/slide14.xml"/><Relationship Id="rId79" Type="http://schemas.openxmlformats.org/officeDocument/2006/relationships/commentAuthors" Target="commentAuthors.xml"/><Relationship Id="rId5" Type="http://schemas.openxmlformats.org/officeDocument/2006/relationships/customXml" Target="../customXml/item5.xml"/><Relationship Id="rId61" Type="http://schemas.openxmlformats.org/officeDocument/2006/relationships/slide" Target="slides/slide1.xml"/><Relationship Id="rId82" Type="http://schemas.openxmlformats.org/officeDocument/2006/relationships/theme" Target="theme/theme1.xml"/><Relationship Id="rId10" Type="http://schemas.openxmlformats.org/officeDocument/2006/relationships/customXml" Target="../customXml/item10.xml"/><Relationship Id="rId19" Type="http://schemas.openxmlformats.org/officeDocument/2006/relationships/customXml" Target="../customXml/item19.xml"/><Relationship Id="rId31" Type="http://schemas.openxmlformats.org/officeDocument/2006/relationships/customXml" Target="../customXml/item31.xml"/><Relationship Id="rId44" Type="http://schemas.openxmlformats.org/officeDocument/2006/relationships/customXml" Target="../customXml/item44.xml"/><Relationship Id="rId52" Type="http://schemas.openxmlformats.org/officeDocument/2006/relationships/customXml" Target="../customXml/item52.xml"/><Relationship Id="rId60" Type="http://schemas.openxmlformats.org/officeDocument/2006/relationships/slideMaster" Target="slideMasters/slideMaster7.xml"/><Relationship Id="rId65" Type="http://schemas.openxmlformats.org/officeDocument/2006/relationships/slide" Target="slides/slide5.xml"/><Relationship Id="rId73" Type="http://schemas.openxmlformats.org/officeDocument/2006/relationships/slide" Target="slides/slide13.xml"/><Relationship Id="rId78" Type="http://schemas.openxmlformats.org/officeDocument/2006/relationships/handoutMaster" Target="handoutMasters/handoutMaster1.xml"/><Relationship Id="rId81"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customXml" Target="../customXml/item14.xml"/><Relationship Id="rId22" Type="http://schemas.openxmlformats.org/officeDocument/2006/relationships/customXml" Target="../customXml/item22.xml"/><Relationship Id="rId27" Type="http://schemas.openxmlformats.org/officeDocument/2006/relationships/customXml" Target="../customXml/item27.xml"/><Relationship Id="rId30" Type="http://schemas.openxmlformats.org/officeDocument/2006/relationships/customXml" Target="../customXml/item30.xml"/><Relationship Id="rId35" Type="http://schemas.openxmlformats.org/officeDocument/2006/relationships/customXml" Target="../customXml/item35.xml"/><Relationship Id="rId43" Type="http://schemas.openxmlformats.org/officeDocument/2006/relationships/customXml" Target="../customXml/item43.xml"/><Relationship Id="rId48" Type="http://schemas.openxmlformats.org/officeDocument/2006/relationships/customXml" Target="../customXml/item48.xml"/><Relationship Id="rId56" Type="http://schemas.openxmlformats.org/officeDocument/2006/relationships/slideMaster" Target="slideMasters/slideMaster3.xml"/><Relationship Id="rId64" Type="http://schemas.openxmlformats.org/officeDocument/2006/relationships/slide" Target="slides/slide4.xml"/><Relationship Id="rId69" Type="http://schemas.openxmlformats.org/officeDocument/2006/relationships/slide" Target="slides/slide9.xml"/><Relationship Id="rId77" Type="http://schemas.openxmlformats.org/officeDocument/2006/relationships/notesMaster" Target="notesMasters/notesMaster1.xml"/><Relationship Id="rId8" Type="http://schemas.openxmlformats.org/officeDocument/2006/relationships/customXml" Target="../customXml/item8.xml"/><Relationship Id="rId51" Type="http://schemas.openxmlformats.org/officeDocument/2006/relationships/customXml" Target="../customXml/item51.xml"/><Relationship Id="rId72" Type="http://schemas.openxmlformats.org/officeDocument/2006/relationships/slide" Target="slides/slide12.xml"/><Relationship Id="rId80"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customXml" Target="../customXml/item25.xml"/><Relationship Id="rId33" Type="http://schemas.openxmlformats.org/officeDocument/2006/relationships/customXml" Target="../customXml/item33.xml"/><Relationship Id="rId38" Type="http://schemas.openxmlformats.org/officeDocument/2006/relationships/customXml" Target="../customXml/item38.xml"/><Relationship Id="rId46" Type="http://schemas.openxmlformats.org/officeDocument/2006/relationships/customXml" Target="../customXml/item46.xml"/><Relationship Id="rId59" Type="http://schemas.openxmlformats.org/officeDocument/2006/relationships/slideMaster" Target="slideMasters/slideMaster6.xml"/><Relationship Id="rId67" Type="http://schemas.openxmlformats.org/officeDocument/2006/relationships/slide" Target="slides/slide7.xml"/><Relationship Id="rId20" Type="http://schemas.openxmlformats.org/officeDocument/2006/relationships/customXml" Target="../customXml/item20.xml"/><Relationship Id="rId41" Type="http://schemas.openxmlformats.org/officeDocument/2006/relationships/customXml" Target="../customXml/item41.xml"/><Relationship Id="rId54" Type="http://schemas.openxmlformats.org/officeDocument/2006/relationships/slideMaster" Target="slideMasters/slideMaster1.xml"/><Relationship Id="rId62" Type="http://schemas.openxmlformats.org/officeDocument/2006/relationships/slide" Target="slides/slide2.xml"/><Relationship Id="rId70" Type="http://schemas.openxmlformats.org/officeDocument/2006/relationships/slide" Target="slides/slide10.xml"/><Relationship Id="rId75" Type="http://schemas.openxmlformats.org/officeDocument/2006/relationships/slide" Target="slides/slide15.xml"/><Relationship Id="rId83"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customXml" Target="../customXml/item28.xml"/><Relationship Id="rId36" Type="http://schemas.openxmlformats.org/officeDocument/2006/relationships/customXml" Target="../customXml/item36.xml"/><Relationship Id="rId49" Type="http://schemas.openxmlformats.org/officeDocument/2006/relationships/customXml" Target="../customXml/item49.xml"/><Relationship Id="rId57" Type="http://schemas.openxmlformats.org/officeDocument/2006/relationships/slideMaster" Target="slideMasters/slideMaster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0.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06" tIns="46652" rIns="93306" bIns="46652" rtlCol="0"/>
          <a:lstStyle>
            <a:lvl1pPr algn="l">
              <a:defRPr sz="1200"/>
            </a:lvl1pPr>
          </a:lstStyle>
          <a:p>
            <a:endParaRPr lang="en-US" dirty="0">
              <a:latin typeface="Segoe UI" pitchFamily="34" charset="0"/>
            </a:endParaRPr>
          </a:p>
        </p:txBody>
      </p:sp>
      <p:sp>
        <p:nvSpPr>
          <p:cNvPr id="3" name="Date Placeholder 2"/>
          <p:cNvSpPr>
            <a:spLocks noGrp="1"/>
          </p:cNvSpPr>
          <p:nvPr>
            <p:ph type="dt" sz="quarter" idx="1"/>
          </p:nvPr>
        </p:nvSpPr>
        <p:spPr>
          <a:xfrm>
            <a:off x="3978134" y="0"/>
            <a:ext cx="3043343" cy="465455"/>
          </a:xfrm>
          <a:prstGeom prst="rect">
            <a:avLst/>
          </a:prstGeom>
        </p:spPr>
        <p:txBody>
          <a:bodyPr vert="horz" lIns="93306" tIns="46652" rIns="93306" bIns="46652" rtlCol="0"/>
          <a:lstStyle>
            <a:lvl1pPr algn="r">
              <a:defRPr sz="1200"/>
            </a:lvl1pPr>
          </a:lstStyle>
          <a:p>
            <a:fld id="{1C3F5198-D814-4F07-A84F-942E63C84983}" type="datetimeFigureOut">
              <a:rPr lang="en-US" smtClean="0">
                <a:latin typeface="Segoe UI" pitchFamily="34" charset="0"/>
              </a:rPr>
              <a:pPr/>
              <a:t>11/13/2017</a:t>
            </a:fld>
            <a:endParaRPr lang="en-US" dirty="0">
              <a:latin typeface="Segoe UI" pitchFamily="34" charset="0"/>
            </a:endParaRPr>
          </a:p>
        </p:txBody>
      </p:sp>
      <p:sp>
        <p:nvSpPr>
          <p:cNvPr id="4" name="Footer Placeholder 3"/>
          <p:cNvSpPr>
            <a:spLocks noGrp="1"/>
          </p:cNvSpPr>
          <p:nvPr>
            <p:ph type="ftr" sz="quarter" idx="2"/>
          </p:nvPr>
        </p:nvSpPr>
        <p:spPr>
          <a:xfrm>
            <a:off x="2" y="8842031"/>
            <a:ext cx="6398824" cy="465455"/>
          </a:xfrm>
          <a:prstGeom prst="rect">
            <a:avLst/>
          </a:prstGeom>
        </p:spPr>
        <p:txBody>
          <a:bodyPr vert="horz" lIns="93306" tIns="46652" rIns="93306" bIns="46652" rtlCol="0" anchor="b"/>
          <a:lstStyle>
            <a:lvl1pPr algn="l">
              <a:defRPr sz="1200"/>
            </a:lvl1pPr>
          </a:lstStyle>
          <a:p>
            <a:r>
              <a:rPr lang="en-US" sz="500" dirty="0">
                <a:solidFill>
                  <a:srgbClr val="000000"/>
                </a:solidFill>
                <a:latin typeface="Segoe UI" pitchFamily="34" charset="0"/>
              </a:rPr>
              <a:t>© 2009 Microsoft Corporation. All rights reserved. Microsoft, Windows, Windows Vista and other product names are or may be registered trademarks and/or trademarks in the U.S. and/or other countries.</a:t>
            </a:r>
          </a:p>
          <a:p>
            <a:r>
              <a:rPr lang="en-US" sz="500" dirty="0">
                <a:solidFill>
                  <a:srgbClr val="000000"/>
                </a:solidFill>
                <a:latin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a:solidFill>
                  <a:srgbClr val="000000"/>
                </a:solidFill>
                <a:latin typeface="Segoe UI" pitchFamily="34" charset="0"/>
              </a:rPr>
            </a:br>
            <a:r>
              <a:rPr lang="en-US" sz="500" dirty="0">
                <a:solidFill>
                  <a:srgbClr val="000000"/>
                </a:solidFill>
                <a:latin typeface="Segoe UI" pitchFamily="34" charset="0"/>
              </a:rPr>
              <a:t>MICROSOFT MAKES NO WARRANTIES, EXPRESS, IMPLIED OR STATUTORY, AS TO THE INFORMATION IN THIS PRESENTATION.</a:t>
            </a:r>
          </a:p>
        </p:txBody>
      </p:sp>
      <p:sp>
        <p:nvSpPr>
          <p:cNvPr id="5" name="Slide Number Placeholder 4"/>
          <p:cNvSpPr>
            <a:spLocks noGrp="1"/>
          </p:cNvSpPr>
          <p:nvPr>
            <p:ph type="sldNum" sz="quarter" idx="3"/>
          </p:nvPr>
        </p:nvSpPr>
        <p:spPr>
          <a:xfrm>
            <a:off x="6398824" y="8842031"/>
            <a:ext cx="622650" cy="465455"/>
          </a:xfrm>
          <a:prstGeom prst="rect">
            <a:avLst/>
          </a:prstGeom>
        </p:spPr>
        <p:txBody>
          <a:bodyPr vert="horz" lIns="93306" tIns="46652" rIns="93306" bIns="46652" rtlCol="0" anchor="b"/>
          <a:lstStyle>
            <a:lvl1pPr algn="r">
              <a:defRPr sz="1200"/>
            </a:lvl1pPr>
          </a:lstStyle>
          <a:p>
            <a:fld id="{8980CB99-47E3-46F4-AAEB-3919FBEFC014}" type="slidenum">
              <a:rPr lang="en-US" smtClean="0">
                <a:latin typeface="Segoe UI" pitchFamily="34" charset="0"/>
              </a:rPr>
              <a:pPr/>
              <a:t>‹#›</a:t>
            </a:fld>
            <a:endParaRPr lang="en-US" dirty="0">
              <a:latin typeface="Segoe UI" pitchFamily="34" charset="0"/>
            </a:endParaRPr>
          </a:p>
        </p:txBody>
      </p:sp>
    </p:spTree>
    <p:extLst>
      <p:ext uri="{BB962C8B-B14F-4D97-AF65-F5344CB8AC3E}">
        <p14:creationId xmlns:p14="http://schemas.microsoft.com/office/powerpoint/2010/main" val="28290163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06" tIns="46652" rIns="93306" bIns="46652" rtlCol="0"/>
          <a:lstStyle>
            <a:lvl1pPr algn="l">
              <a:defRPr sz="1200">
                <a:latin typeface="Segoe UI" pitchFamily="34" charset="0"/>
              </a:defRPr>
            </a:lvl1pPr>
          </a:lstStyle>
          <a:p>
            <a:endParaRPr lang="en-US" dirty="0"/>
          </a:p>
        </p:txBody>
      </p:sp>
      <p:sp>
        <p:nvSpPr>
          <p:cNvPr id="3" name="Date Placeholder 2"/>
          <p:cNvSpPr>
            <a:spLocks noGrp="1"/>
          </p:cNvSpPr>
          <p:nvPr>
            <p:ph type="dt" idx="1"/>
          </p:nvPr>
        </p:nvSpPr>
        <p:spPr>
          <a:xfrm>
            <a:off x="3978134" y="0"/>
            <a:ext cx="3043343" cy="465455"/>
          </a:xfrm>
          <a:prstGeom prst="rect">
            <a:avLst/>
          </a:prstGeom>
        </p:spPr>
        <p:txBody>
          <a:bodyPr vert="horz" lIns="93306" tIns="46652" rIns="93306" bIns="46652" rtlCol="0"/>
          <a:lstStyle>
            <a:lvl1pPr algn="r">
              <a:defRPr sz="1200">
                <a:latin typeface="Segoe UI" pitchFamily="34" charset="0"/>
              </a:defRPr>
            </a:lvl1pPr>
          </a:lstStyle>
          <a:p>
            <a:fld id="{7C3FBCD4-166E-446F-AF18-7D4A0CF9AEF6}" type="datetimeFigureOut">
              <a:rPr lang="en-US" smtClean="0"/>
              <a:pPr/>
              <a:t>11/13/2017</a:t>
            </a:fld>
            <a:endParaRPr lang="en-US" dirty="0"/>
          </a:p>
        </p:txBody>
      </p:sp>
      <p:sp>
        <p:nvSpPr>
          <p:cNvPr id="4" name="Slide Image Placeholder 3"/>
          <p:cNvSpPr>
            <a:spLocks noGrp="1" noRot="1" noChangeAspect="1"/>
          </p:cNvSpPr>
          <p:nvPr>
            <p:ph type="sldImg" idx="2"/>
          </p:nvPr>
        </p:nvSpPr>
        <p:spPr>
          <a:xfrm>
            <a:off x="409575" y="698500"/>
            <a:ext cx="6203950" cy="3490913"/>
          </a:xfrm>
          <a:prstGeom prst="rect">
            <a:avLst/>
          </a:prstGeom>
          <a:noFill/>
          <a:ln w="12700">
            <a:solidFill>
              <a:prstClr val="black"/>
            </a:solidFill>
          </a:ln>
        </p:spPr>
        <p:txBody>
          <a:bodyPr vert="horz" lIns="93306" tIns="46652" rIns="93306" bIns="46652" rtlCol="0" anchor="ctr"/>
          <a:lstStyle/>
          <a:p>
            <a:endParaRPr lang="en-US" dirty="0"/>
          </a:p>
        </p:txBody>
      </p:sp>
      <p:sp>
        <p:nvSpPr>
          <p:cNvPr id="5" name="Notes Placeholder 4"/>
          <p:cNvSpPr>
            <a:spLocks noGrp="1"/>
          </p:cNvSpPr>
          <p:nvPr>
            <p:ph type="body" sz="quarter" idx="3"/>
          </p:nvPr>
        </p:nvSpPr>
        <p:spPr>
          <a:xfrm>
            <a:off x="702310" y="4421825"/>
            <a:ext cx="5618480" cy="4189095"/>
          </a:xfrm>
          <a:prstGeom prst="rect">
            <a:avLst/>
          </a:prstGeom>
        </p:spPr>
        <p:txBody>
          <a:bodyPr vert="horz" lIns="93306" tIns="46652" rIns="93306" bIns="46652"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842031"/>
            <a:ext cx="6320790" cy="465455"/>
          </a:xfrm>
          <a:prstGeom prst="rect">
            <a:avLst/>
          </a:prstGeom>
        </p:spPr>
        <p:txBody>
          <a:bodyPr vert="horz" lIns="93306" tIns="46652" rIns="93306" bIns="46652" rtlCol="0" anchor="b"/>
          <a:lstStyle>
            <a:lvl1pPr algn="l">
              <a:defRPr sz="500">
                <a:latin typeface="Segoe" pitchFamily="34" charset="0"/>
              </a:defRPr>
            </a:lvl1pPr>
          </a:lstStyle>
          <a:p>
            <a:r>
              <a:rPr lang="en-US" dirty="0">
                <a:solidFill>
                  <a:srgbClr val="000000"/>
                </a:solidFill>
                <a:latin typeface="Segoe UI" pitchFamily="34" charset="0"/>
              </a:rPr>
              <a:t>© 2009 Microsoft Corporation. All rights reserved. Microsoft, Windows, Windows Vista and other product names are or may be registered trademarks and/or trademarks in the U.S. and/or other countries.</a:t>
            </a:r>
          </a:p>
          <a:p>
            <a:r>
              <a:rPr lang="en-US" dirty="0">
                <a:solidFill>
                  <a:srgbClr val="000000"/>
                </a:solidFill>
                <a:latin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dirty="0">
                <a:solidFill>
                  <a:srgbClr val="000000"/>
                </a:solidFill>
                <a:latin typeface="Segoe UI" pitchFamily="34" charset="0"/>
              </a:rPr>
            </a:br>
            <a:r>
              <a:rPr lang="en-US" dirty="0">
                <a:solidFill>
                  <a:srgbClr val="000000"/>
                </a:solidFill>
                <a:latin typeface="Segoe UI" pitchFamily="34" charset="0"/>
              </a:rPr>
              <a:t>MICROSOFT MAKES NO WARRANTIES, EXPRESS, IMPLIED OR STATUTORY, AS TO THE INFORMATION IN THIS PRESENTATION.</a:t>
            </a:r>
          </a:p>
        </p:txBody>
      </p:sp>
      <p:sp>
        <p:nvSpPr>
          <p:cNvPr id="7" name="Slide Number Placeholder 6"/>
          <p:cNvSpPr>
            <a:spLocks noGrp="1"/>
          </p:cNvSpPr>
          <p:nvPr>
            <p:ph type="sldNum" sz="quarter" idx="5"/>
          </p:nvPr>
        </p:nvSpPr>
        <p:spPr>
          <a:xfrm>
            <a:off x="6320789" y="8842031"/>
            <a:ext cx="700685" cy="465455"/>
          </a:xfrm>
          <a:prstGeom prst="rect">
            <a:avLst/>
          </a:prstGeom>
        </p:spPr>
        <p:txBody>
          <a:bodyPr vert="horz" lIns="93306" tIns="46652" rIns="93306" bIns="46652" rtlCol="0" anchor="b"/>
          <a:lstStyle>
            <a:lvl1pPr algn="r">
              <a:defRPr sz="1200">
                <a:latin typeface="Segoe UI" pitchFamily="34" charset="0"/>
              </a:defRPr>
            </a:lvl1pPr>
          </a:lstStyle>
          <a:p>
            <a:fld id="{8B263312-38AA-4E1E-B2B5-0F8F122B24FE}" type="slidenum">
              <a:rPr lang="en-US" smtClean="0"/>
              <a:pPr/>
              <a:t>‹#›</a:t>
            </a:fld>
            <a:endParaRPr lang="en-US" dirty="0"/>
          </a:p>
        </p:txBody>
      </p:sp>
    </p:spTree>
    <p:extLst>
      <p:ext uri="{BB962C8B-B14F-4D97-AF65-F5344CB8AC3E}">
        <p14:creationId xmlns:p14="http://schemas.microsoft.com/office/powerpoint/2010/main" val="3124071592"/>
      </p:ext>
    </p:extLst>
  </p:cSld>
  <p:clrMap bg1="lt1" tx1="dk1" bg2="lt2" tx2="dk2" accent1="accent1" accent2="accent2" accent3="accent3" accent4="accent4" accent5="accent5" accent6="accent6" hlink="hlink" folHlink="folHlink"/>
  <p:notesStyle>
    <a:lvl1pPr marL="0" algn="l" defTabSz="1096740" rtl="0" eaLnBrk="1" latinLnBrk="0" hangingPunct="1">
      <a:lnSpc>
        <a:spcPct val="90000"/>
      </a:lnSpc>
      <a:spcAft>
        <a:spcPts val="400"/>
      </a:spcAft>
      <a:defRPr sz="1100" kern="1200">
        <a:solidFill>
          <a:schemeClr val="tx1"/>
        </a:solidFill>
        <a:latin typeface="Segoe UI" pitchFamily="34" charset="0"/>
        <a:ea typeface="+mn-ea"/>
        <a:cs typeface="+mn-cs"/>
      </a:defRPr>
    </a:lvl1pPr>
    <a:lvl2pPr marL="255463" indent="-126937" algn="l" defTabSz="1096740" rtl="0" eaLnBrk="1" latinLnBrk="0" hangingPunct="1">
      <a:lnSpc>
        <a:spcPct val="90000"/>
      </a:lnSpc>
      <a:spcAft>
        <a:spcPts val="400"/>
      </a:spcAft>
      <a:buFont typeface="Arial" pitchFamily="34" charset="0"/>
      <a:buChar char="•"/>
      <a:defRPr sz="1100" kern="1200">
        <a:solidFill>
          <a:schemeClr val="tx1"/>
        </a:solidFill>
        <a:latin typeface="Segoe UI" pitchFamily="34" charset="0"/>
        <a:ea typeface="+mn-ea"/>
        <a:cs typeface="+mn-cs"/>
      </a:defRPr>
    </a:lvl2pPr>
    <a:lvl3pPr marL="393506" indent="-138047" algn="l" defTabSz="1096740" rtl="0" eaLnBrk="1" latinLnBrk="0" hangingPunct="1">
      <a:lnSpc>
        <a:spcPct val="90000"/>
      </a:lnSpc>
      <a:spcAft>
        <a:spcPts val="400"/>
      </a:spcAft>
      <a:buFont typeface="Arial" pitchFamily="34" charset="0"/>
      <a:buChar char="•"/>
      <a:defRPr sz="1100" kern="1200">
        <a:solidFill>
          <a:schemeClr val="tx1"/>
        </a:solidFill>
        <a:latin typeface="Segoe UI" pitchFamily="34" charset="0"/>
        <a:ea typeface="+mn-ea"/>
        <a:cs typeface="+mn-cs"/>
      </a:defRPr>
    </a:lvl3pPr>
    <a:lvl4pPr marL="579153" indent="-176126" algn="l" defTabSz="1096740" rtl="0" eaLnBrk="1" latinLnBrk="0" hangingPunct="1">
      <a:lnSpc>
        <a:spcPct val="90000"/>
      </a:lnSpc>
      <a:spcAft>
        <a:spcPts val="400"/>
      </a:spcAft>
      <a:buFont typeface="Arial" pitchFamily="34" charset="0"/>
      <a:buChar char="•"/>
      <a:defRPr sz="1100" kern="1200">
        <a:solidFill>
          <a:schemeClr val="tx1"/>
        </a:solidFill>
        <a:latin typeface="Segoe UI" pitchFamily="34" charset="0"/>
        <a:ea typeface="+mn-ea"/>
        <a:cs typeface="+mn-cs"/>
      </a:defRPr>
    </a:lvl4pPr>
    <a:lvl5pPr marL="737828" indent="-138047" algn="l" defTabSz="1096740" rtl="0" eaLnBrk="1" latinLnBrk="0" hangingPunct="1">
      <a:lnSpc>
        <a:spcPct val="90000"/>
      </a:lnSpc>
      <a:spcAft>
        <a:spcPts val="400"/>
      </a:spcAft>
      <a:buFont typeface="Arial" pitchFamily="34" charset="0"/>
      <a:buChar char="•"/>
      <a:defRPr sz="1100" kern="1200">
        <a:solidFill>
          <a:schemeClr val="tx1"/>
        </a:solidFill>
        <a:latin typeface="Segoe UI" pitchFamily="34" charset="0"/>
        <a:ea typeface="+mn-ea"/>
        <a:cs typeface="+mn-cs"/>
      </a:defRPr>
    </a:lvl5pPr>
    <a:lvl6pPr marL="2741856" algn="l" defTabSz="1096740" rtl="0" eaLnBrk="1" latinLnBrk="0" hangingPunct="1">
      <a:defRPr sz="1400" kern="1200">
        <a:solidFill>
          <a:schemeClr val="tx1"/>
        </a:solidFill>
        <a:latin typeface="+mn-lt"/>
        <a:ea typeface="+mn-ea"/>
        <a:cs typeface="+mn-cs"/>
      </a:defRPr>
    </a:lvl6pPr>
    <a:lvl7pPr marL="3290227" algn="l" defTabSz="1096740" rtl="0" eaLnBrk="1" latinLnBrk="0" hangingPunct="1">
      <a:defRPr sz="1400" kern="1200">
        <a:solidFill>
          <a:schemeClr val="tx1"/>
        </a:solidFill>
        <a:latin typeface="+mn-lt"/>
        <a:ea typeface="+mn-ea"/>
        <a:cs typeface="+mn-cs"/>
      </a:defRPr>
    </a:lvl7pPr>
    <a:lvl8pPr marL="3838597" algn="l" defTabSz="1096740" rtl="0" eaLnBrk="1" latinLnBrk="0" hangingPunct="1">
      <a:defRPr sz="1400" kern="1200">
        <a:solidFill>
          <a:schemeClr val="tx1"/>
        </a:solidFill>
        <a:latin typeface="+mn-lt"/>
        <a:ea typeface="+mn-ea"/>
        <a:cs typeface="+mn-cs"/>
      </a:defRPr>
    </a:lvl8pPr>
    <a:lvl9pPr marL="4386971" algn="l" defTabSz="1096740"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1</a:t>
            </a:fld>
            <a:endParaRPr lang="en-US" dirty="0"/>
          </a:p>
        </p:txBody>
      </p:sp>
    </p:spTree>
    <p:extLst>
      <p:ext uri="{BB962C8B-B14F-4D97-AF65-F5344CB8AC3E}">
        <p14:creationId xmlns:p14="http://schemas.microsoft.com/office/powerpoint/2010/main" val="4986490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B263312-38AA-4E1E-B2B5-0F8F122B24FE}" type="slidenum">
              <a:rPr lang="en-US" smtClean="0"/>
              <a:pPr/>
              <a:t>2</a:t>
            </a:fld>
            <a:endParaRPr lang="en-US" dirty="0"/>
          </a:p>
        </p:txBody>
      </p:sp>
    </p:spTree>
    <p:extLst>
      <p:ext uri="{BB962C8B-B14F-4D97-AF65-F5344CB8AC3E}">
        <p14:creationId xmlns:p14="http://schemas.microsoft.com/office/powerpoint/2010/main" val="6798581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B263312-38AA-4E1E-B2B5-0F8F122B24FE}" type="slidenum">
              <a:rPr lang="en-US" smtClean="0"/>
              <a:pPr/>
              <a:t>3</a:t>
            </a:fld>
            <a:endParaRPr lang="en-US" dirty="0"/>
          </a:p>
        </p:txBody>
      </p:sp>
    </p:spTree>
    <p:extLst>
      <p:ext uri="{BB962C8B-B14F-4D97-AF65-F5344CB8AC3E}">
        <p14:creationId xmlns:p14="http://schemas.microsoft.com/office/powerpoint/2010/main" val="39524588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B263312-38AA-4E1E-B2B5-0F8F122B24FE}" type="slidenum">
              <a:rPr lang="en-US" smtClean="0"/>
              <a:pPr/>
              <a:t>4</a:t>
            </a:fld>
            <a:endParaRPr lang="en-US" dirty="0"/>
          </a:p>
        </p:txBody>
      </p:sp>
    </p:spTree>
    <p:extLst>
      <p:ext uri="{BB962C8B-B14F-4D97-AF65-F5344CB8AC3E}">
        <p14:creationId xmlns:p14="http://schemas.microsoft.com/office/powerpoint/2010/main" val="26811681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B263312-38AA-4E1E-B2B5-0F8F122B24FE}" type="slidenum">
              <a:rPr lang="en-US" smtClean="0"/>
              <a:pPr/>
              <a:t>5</a:t>
            </a:fld>
            <a:endParaRPr lang="en-US" dirty="0"/>
          </a:p>
        </p:txBody>
      </p:sp>
    </p:spTree>
    <p:extLst>
      <p:ext uri="{BB962C8B-B14F-4D97-AF65-F5344CB8AC3E}">
        <p14:creationId xmlns:p14="http://schemas.microsoft.com/office/powerpoint/2010/main" val="55615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B263312-38AA-4E1E-B2B5-0F8F122B24FE}" type="slidenum">
              <a:rPr lang="en-US" smtClean="0"/>
              <a:pPr/>
              <a:t>6</a:t>
            </a:fld>
            <a:endParaRPr lang="en-US" dirty="0"/>
          </a:p>
        </p:txBody>
      </p:sp>
    </p:spTree>
    <p:extLst>
      <p:ext uri="{BB962C8B-B14F-4D97-AF65-F5344CB8AC3E}">
        <p14:creationId xmlns:p14="http://schemas.microsoft.com/office/powerpoint/2010/main" val="26869192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B263312-38AA-4E1E-B2B5-0F8F122B24FE}" type="slidenum">
              <a:rPr lang="en-US" smtClean="0"/>
              <a:pPr/>
              <a:t>7</a:t>
            </a:fld>
            <a:endParaRPr lang="en-US" dirty="0"/>
          </a:p>
        </p:txBody>
      </p:sp>
    </p:spTree>
    <p:extLst>
      <p:ext uri="{BB962C8B-B14F-4D97-AF65-F5344CB8AC3E}">
        <p14:creationId xmlns:p14="http://schemas.microsoft.com/office/powerpoint/2010/main" val="6221455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B263312-38AA-4E1E-B2B5-0F8F122B24FE}" type="slidenum">
              <a:rPr lang="en-US" smtClean="0"/>
              <a:pPr/>
              <a:t>8</a:t>
            </a:fld>
            <a:endParaRPr lang="en-US" dirty="0"/>
          </a:p>
        </p:txBody>
      </p:sp>
    </p:spTree>
    <p:extLst>
      <p:ext uri="{BB962C8B-B14F-4D97-AF65-F5344CB8AC3E}">
        <p14:creationId xmlns:p14="http://schemas.microsoft.com/office/powerpoint/2010/main" val="14335260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B263312-38AA-4E1E-B2B5-0F8F122B24FE}" type="slidenum">
              <a:rPr lang="en-US" smtClean="0"/>
              <a:pPr/>
              <a:t>9</a:t>
            </a:fld>
            <a:endParaRPr lang="en-US" dirty="0"/>
          </a:p>
        </p:txBody>
      </p:sp>
    </p:spTree>
    <p:extLst>
      <p:ext uri="{BB962C8B-B14F-4D97-AF65-F5344CB8AC3E}">
        <p14:creationId xmlns:p14="http://schemas.microsoft.com/office/powerpoint/2010/main" val="16133476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B263312-38AA-4E1E-B2B5-0F8F122B24FE}" type="slidenum">
              <a:rPr lang="en-US" smtClean="0"/>
              <a:pPr/>
              <a:t>10</a:t>
            </a:fld>
            <a:endParaRPr lang="en-US" dirty="0"/>
          </a:p>
        </p:txBody>
      </p:sp>
    </p:spTree>
    <p:extLst>
      <p:ext uri="{BB962C8B-B14F-4D97-AF65-F5344CB8AC3E}">
        <p14:creationId xmlns:p14="http://schemas.microsoft.com/office/powerpoint/2010/main" val="30230876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B263312-38AA-4E1E-B2B5-0F8F122B24FE}" type="slidenum">
              <a:rPr lang="en-US" smtClean="0"/>
              <a:pPr/>
              <a:t>11</a:t>
            </a:fld>
            <a:endParaRPr lang="en-US" dirty="0"/>
          </a:p>
        </p:txBody>
      </p:sp>
    </p:spTree>
    <p:extLst>
      <p:ext uri="{BB962C8B-B14F-4D97-AF65-F5344CB8AC3E}">
        <p14:creationId xmlns:p14="http://schemas.microsoft.com/office/powerpoint/2010/main" val="38489629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B263312-38AA-4E1E-B2B5-0F8F122B24FE}" type="slidenum">
              <a:rPr lang="en-US" smtClean="0"/>
              <a:pPr/>
              <a:t>12</a:t>
            </a:fld>
            <a:endParaRPr lang="en-US" dirty="0"/>
          </a:p>
        </p:txBody>
      </p:sp>
    </p:spTree>
    <p:extLst>
      <p:ext uri="{BB962C8B-B14F-4D97-AF65-F5344CB8AC3E}">
        <p14:creationId xmlns:p14="http://schemas.microsoft.com/office/powerpoint/2010/main" val="35760374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B263312-38AA-4E1E-B2B5-0F8F122B24FE}" type="slidenum">
              <a:rPr lang="en-US" smtClean="0"/>
              <a:pPr/>
              <a:t>13</a:t>
            </a:fld>
            <a:endParaRPr lang="en-US" dirty="0"/>
          </a:p>
        </p:txBody>
      </p:sp>
    </p:spTree>
    <p:extLst>
      <p:ext uri="{BB962C8B-B14F-4D97-AF65-F5344CB8AC3E}">
        <p14:creationId xmlns:p14="http://schemas.microsoft.com/office/powerpoint/2010/main" val="4544631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B263312-38AA-4E1E-B2B5-0F8F122B24FE}" type="slidenum">
              <a:rPr lang="en-US" smtClean="0"/>
              <a:pPr/>
              <a:t>14</a:t>
            </a:fld>
            <a:endParaRPr lang="en-US" dirty="0"/>
          </a:p>
        </p:txBody>
      </p:sp>
    </p:spTree>
    <p:extLst>
      <p:ext uri="{BB962C8B-B14F-4D97-AF65-F5344CB8AC3E}">
        <p14:creationId xmlns:p14="http://schemas.microsoft.com/office/powerpoint/2010/main" val="20805373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B263312-38AA-4E1E-B2B5-0F8F122B24FE}" type="slidenum">
              <a:rPr lang="en-US" smtClean="0"/>
              <a:pPr/>
              <a:t>15</a:t>
            </a:fld>
            <a:endParaRPr lang="en-US" dirty="0"/>
          </a:p>
        </p:txBody>
      </p:sp>
    </p:spTree>
    <p:extLst>
      <p:ext uri="{BB962C8B-B14F-4D97-AF65-F5344CB8AC3E}">
        <p14:creationId xmlns:p14="http://schemas.microsoft.com/office/powerpoint/2010/main" val="10246442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2AABF77-E2E4-44CA-BA5C-65E132CF08D8}" type="slidenum">
              <a:rPr lang="en-US" smtClean="0"/>
              <a:pPr/>
              <a:t>16</a:t>
            </a:fld>
            <a:endParaRPr lang="en-US" dirty="0"/>
          </a:p>
        </p:txBody>
      </p:sp>
    </p:spTree>
    <p:extLst>
      <p:ext uri="{BB962C8B-B14F-4D97-AF65-F5344CB8AC3E}">
        <p14:creationId xmlns:p14="http://schemas.microsoft.com/office/powerpoint/2010/main" val="38583979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6" Type="http://schemas.microsoft.com/office/2007/relationships/hdphoto" Target="../media/hdphoto3.wdp"/><Relationship Id="rId5" Type="http://schemas.openxmlformats.org/officeDocument/2006/relationships/image" Target="../media/image4.png"/><Relationship Id="rId4" Type="http://schemas.microsoft.com/office/2007/relationships/hdphoto" Target="../media/hdphoto2.wdp"/></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microsoft.com/office/2007/relationships/hdphoto" Target="../media/hdphoto4.wdp"/></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4" Type="http://schemas.microsoft.com/office/2007/relationships/hdphoto" Target="../media/hdphoto4.wdp"/></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g"/><Relationship Id="rId1" Type="http://schemas.openxmlformats.org/officeDocument/2006/relationships/slideMaster" Target="../slideMasters/slideMaster2.xml"/><Relationship Id="rId6" Type="http://schemas.microsoft.com/office/2007/relationships/hdphoto" Target="../media/hdphoto6.wdp"/><Relationship Id="rId5" Type="http://schemas.openxmlformats.org/officeDocument/2006/relationships/image" Target="../media/image8.png"/><Relationship Id="rId4" Type="http://schemas.microsoft.com/office/2007/relationships/hdphoto" Target="../media/hdphoto5.wdp"/></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3.xml"/><Relationship Id="rId6" Type="http://schemas.microsoft.com/office/2007/relationships/hdphoto" Target="../media/hdphoto3.wdp"/><Relationship Id="rId5" Type="http://schemas.openxmlformats.org/officeDocument/2006/relationships/image" Target="../media/image4.png"/><Relationship Id="rId4" Type="http://schemas.microsoft.com/office/2007/relationships/hdphoto" Target="../media/hdphoto2.wdp"/></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4.xml"/><Relationship Id="rId6" Type="http://schemas.microsoft.com/office/2007/relationships/hdphoto" Target="../media/hdphoto3.wdp"/><Relationship Id="rId5" Type="http://schemas.openxmlformats.org/officeDocument/2006/relationships/image" Target="../media/image4.png"/><Relationship Id="rId4" Type="http://schemas.microsoft.com/office/2007/relationships/hdphoto" Target="../media/hdphoto2.wdp"/></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g"/><Relationship Id="rId1" Type="http://schemas.openxmlformats.org/officeDocument/2006/relationships/slideMaster" Target="../slideMasters/slideMaster5.xml"/><Relationship Id="rId4" Type="http://schemas.microsoft.com/office/2007/relationships/hdphoto" Target="../media/hdphoto7.wdp"/></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g"/><Relationship Id="rId1" Type="http://schemas.openxmlformats.org/officeDocument/2006/relationships/slideMaster" Target="../slideMasters/slideMaster5.xml"/><Relationship Id="rId6" Type="http://schemas.microsoft.com/office/2007/relationships/hdphoto" Target="../media/hdphoto6.wdp"/><Relationship Id="rId5" Type="http://schemas.openxmlformats.org/officeDocument/2006/relationships/image" Target="../media/image8.png"/><Relationship Id="rId4" Type="http://schemas.microsoft.com/office/2007/relationships/hdphoto" Target="../media/hdphoto5.wdp"/></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6.xml"/><Relationship Id="rId6" Type="http://schemas.microsoft.com/office/2007/relationships/hdphoto" Target="../media/hdphoto3.wdp"/><Relationship Id="rId5" Type="http://schemas.openxmlformats.org/officeDocument/2006/relationships/image" Target="../media/image4.png"/><Relationship Id="rId4" Type="http://schemas.microsoft.com/office/2007/relationships/hdphoto" Target="../media/hdphoto2.wdp"/></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3.jpg"/><Relationship Id="rId1" Type="http://schemas.openxmlformats.org/officeDocument/2006/relationships/slideMaster" Target="../slideMasters/slideMaster7.xml"/><Relationship Id="rId4" Type="http://schemas.microsoft.com/office/2007/relationships/hdphoto" Target="../media/hdphoto3.wdp"/></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7.xml"/><Relationship Id="rId6" Type="http://schemas.microsoft.com/office/2007/relationships/hdphoto" Target="../media/hdphoto3.wdp"/><Relationship Id="rId5" Type="http://schemas.openxmlformats.org/officeDocument/2006/relationships/image" Target="../media/image4.png"/><Relationship Id="rId4" Type="http://schemas.microsoft.com/office/2007/relationships/hdphoto" Target="../media/hdphoto2.wdp"/></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3.jpg"/><Relationship Id="rId1" Type="http://schemas.openxmlformats.org/officeDocument/2006/relationships/slideMaster" Target="../slideMasters/slideMaster7.xml"/><Relationship Id="rId4" Type="http://schemas.microsoft.com/office/2007/relationships/hdphoto" Target="../media/hdphoto3.wdp"/></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g"/><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623104" y="274323"/>
            <a:ext cx="13382301" cy="914096"/>
          </a:xfrm>
        </p:spPr>
        <p:txBody>
          <a:bodyPr/>
          <a:lstStyle/>
          <a:p>
            <a:r>
              <a:rPr lang="en-US"/>
              <a:t>Click to edit Master title style</a:t>
            </a:r>
            <a:endParaRPr lang="en-US" dirty="0"/>
          </a:p>
        </p:txBody>
      </p:sp>
      <p:sp>
        <p:nvSpPr>
          <p:cNvPr id="5" name="Text Placeholder 4"/>
          <p:cNvSpPr>
            <a:spLocks noGrp="1"/>
          </p:cNvSpPr>
          <p:nvPr>
            <p:ph type="body" sz="quarter" idx="10"/>
          </p:nvPr>
        </p:nvSpPr>
        <p:spPr>
          <a:xfrm>
            <a:off x="623104" y="1737359"/>
            <a:ext cx="13382301" cy="1135696"/>
          </a:xfrm>
        </p:spPr>
        <p:txBody>
          <a:bodyPr/>
          <a:lstStyle>
            <a:lvl1pPr marL="0" indent="0">
              <a:spcBef>
                <a:spcPts val="0"/>
              </a:spcBef>
              <a:spcAft>
                <a:spcPts val="1080"/>
              </a:spcAft>
              <a:buNone/>
              <a:defRPr sz="4800" spc="-120" baseline="0">
                <a:latin typeface="Segoe UI Light" pitchFamily="34" charset="0"/>
              </a:defRPr>
            </a:lvl1pPr>
            <a:lvl2pPr marL="0" indent="0">
              <a:spcBef>
                <a:spcPts val="0"/>
              </a:spcBef>
              <a:spcAft>
                <a:spcPts val="480"/>
              </a:spcAft>
              <a:buNone/>
              <a:defRPr sz="2400" spc="-61" baseline="0">
                <a:gradFill flip="none" rotWithShape="1">
                  <a:gsLst>
                    <a:gs pos="0">
                      <a:schemeClr val="tx1">
                        <a:lumMod val="75000"/>
                      </a:schemeClr>
                    </a:gs>
                    <a:gs pos="86000">
                      <a:schemeClr val="tx1">
                        <a:lumMod val="75000"/>
                      </a:schemeClr>
                    </a:gs>
                  </a:gsLst>
                  <a:path path="circle">
                    <a:fillToRect r="100000" b="100000"/>
                  </a:path>
                  <a:tileRect l="-100000" t="-100000"/>
                </a:gradFill>
              </a:defRPr>
            </a:lvl2pPr>
            <a:lvl3pPr marL="0" indent="0">
              <a:spcBef>
                <a:spcPts val="0"/>
              </a:spcBef>
              <a:spcAft>
                <a:spcPts val="480"/>
              </a:spcAft>
              <a:buNone/>
              <a:defRPr sz="2400"/>
            </a:lvl3pPr>
            <a:lvl4pPr marL="0" indent="0">
              <a:spcBef>
                <a:spcPts val="0"/>
              </a:spcBef>
              <a:spcAft>
                <a:spcPts val="480"/>
              </a:spcAft>
              <a:buNone/>
              <a:defRPr/>
            </a:lvl4pPr>
            <a:lvl5pPr marL="0" indent="0">
              <a:spcBef>
                <a:spcPts val="0"/>
              </a:spcBef>
              <a:spcAft>
                <a:spcPts val="480"/>
              </a:spcAft>
              <a:buNone/>
              <a:defRPr/>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3939713644"/>
      </p:ext>
    </p:extLst>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623104" y="274323"/>
            <a:ext cx="13382301" cy="914096"/>
          </a:xfrm>
        </p:spPr>
        <p:txBody>
          <a:bodyPr/>
          <a:lstStyle/>
          <a:p>
            <a:r>
              <a:rPr lang="en-US"/>
              <a:t>Click to edit Master title style</a:t>
            </a:r>
            <a:endParaRPr lang="en-US" dirty="0"/>
          </a:p>
        </p:txBody>
      </p:sp>
      <p:sp>
        <p:nvSpPr>
          <p:cNvPr id="5" name="Text Placeholder 4"/>
          <p:cNvSpPr>
            <a:spLocks noGrp="1"/>
          </p:cNvSpPr>
          <p:nvPr>
            <p:ph type="body" sz="quarter" idx="10"/>
          </p:nvPr>
        </p:nvSpPr>
        <p:spPr>
          <a:xfrm>
            <a:off x="623104" y="1737364"/>
            <a:ext cx="13382301" cy="24052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86350105"/>
      </p:ext>
    </p:extLst>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623104" y="1737364"/>
            <a:ext cx="13382301" cy="2405274"/>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72214407"/>
      </p:ext>
    </p:extLst>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751865336"/>
      </p:ext>
    </p:extLst>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0522930"/>
      </p:ext>
    </p:extLst>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ck Layout - 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623104" y="1737364"/>
            <a:ext cx="13382301" cy="2405274"/>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3131550"/>
      </p:ext>
    </p:extLst>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lack Notes slide Layou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623104" y="1737364"/>
            <a:ext cx="13382301" cy="2405274"/>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6"/>
          <p:cNvSpPr>
            <a:spLocks noGrp="1"/>
          </p:cNvSpPr>
          <p:nvPr>
            <p:ph type="body" sz="quarter" idx="11"/>
          </p:nvPr>
        </p:nvSpPr>
        <p:spPr>
          <a:xfrm>
            <a:off x="2" y="7486655"/>
            <a:ext cx="14630402" cy="742950"/>
          </a:xfrm>
          <a:solidFill>
            <a:srgbClr val="FFFF99"/>
          </a:solidFill>
        </p:spPr>
        <p:txBody>
          <a:bodyPr wrap="square" lIns="182799" tIns="91401" rIns="182799" bIns="91401" anchor="b" anchorCtr="0">
            <a:noAutofit/>
          </a:bodyPr>
          <a:lstStyle>
            <a:lvl1pPr algn="r">
              <a:buFont typeface="Arial" pitchFamily="34" charset="0"/>
              <a:buNone/>
              <a:defRPr spc="-61" baseline="0">
                <a:gradFill>
                  <a:gsLst>
                    <a:gs pos="0">
                      <a:srgbClr val="000000"/>
                    </a:gs>
                    <a:gs pos="100000">
                      <a:srgbClr val="000000"/>
                    </a:gs>
                  </a:gsLst>
                  <a:lin ang="5400000" scaled="0"/>
                </a:gradFill>
                <a:effectLst/>
                <a:latin typeface="Segoe UI" pitchFamily="34" charset="0"/>
              </a:defRPr>
            </a:lvl1pPr>
          </a:lstStyle>
          <a:p>
            <a:pPr lvl="0"/>
            <a:r>
              <a:rPr lang="en-US"/>
              <a:t>Click to edit Master text styles</a:t>
            </a:r>
          </a:p>
        </p:txBody>
      </p:sp>
    </p:spTree>
    <p:extLst>
      <p:ext uri="{BB962C8B-B14F-4D97-AF65-F5344CB8AC3E}">
        <p14:creationId xmlns:p14="http://schemas.microsoft.com/office/powerpoint/2010/main" val="1543043790"/>
      </p:ext>
    </p:extLst>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cSld name="Title with Logo">
    <p:spTree>
      <p:nvGrpSpPr>
        <p:cNvPr id="1" name=""/>
        <p:cNvGrpSpPr/>
        <p:nvPr/>
      </p:nvGrpSpPr>
      <p:grpSpPr>
        <a:xfrm>
          <a:off x="0" y="0"/>
          <a:ext cx="0" cy="0"/>
          <a:chOff x="0" y="0"/>
          <a:chExt cx="0" cy="0"/>
        </a:xfrm>
      </p:grpSpPr>
      <p:sp>
        <p:nvSpPr>
          <p:cNvPr id="11" name="Title 1"/>
          <p:cNvSpPr>
            <a:spLocks noGrp="1"/>
          </p:cNvSpPr>
          <p:nvPr>
            <p:ph type="ctrTitle"/>
          </p:nvPr>
        </p:nvSpPr>
        <p:spPr>
          <a:xfrm>
            <a:off x="1168085" y="1693129"/>
            <a:ext cx="12294260" cy="1828198"/>
          </a:xfrm>
        </p:spPr>
        <p:txBody>
          <a:bodyPr>
            <a:noAutofit/>
          </a:bodyPr>
          <a:lstStyle>
            <a:lvl1pPr>
              <a:lnSpc>
                <a:spcPct val="90000"/>
              </a:lnSpc>
              <a:defRPr sz="7000"/>
            </a:lvl1pPr>
          </a:lstStyle>
          <a:p>
            <a:r>
              <a:rPr lang="en-US"/>
              <a:t>Click to edit Master title style</a:t>
            </a:r>
            <a:endParaRPr lang="en-US" dirty="0"/>
          </a:p>
        </p:txBody>
      </p:sp>
      <p:sp>
        <p:nvSpPr>
          <p:cNvPr id="13" name="Subtitle 2"/>
          <p:cNvSpPr>
            <a:spLocks noGrp="1"/>
          </p:cNvSpPr>
          <p:nvPr>
            <p:ph type="subTitle" idx="1"/>
          </p:nvPr>
        </p:nvSpPr>
        <p:spPr>
          <a:xfrm>
            <a:off x="1163327" y="4114810"/>
            <a:ext cx="12294262" cy="555906"/>
          </a:xfrm>
        </p:spPr>
        <p:txBody>
          <a:bodyPr>
            <a:noAutofit/>
          </a:bodyPr>
          <a:lstStyle>
            <a:lvl1pPr marL="0" indent="0" algn="l">
              <a:lnSpc>
                <a:spcPct val="90000"/>
              </a:lnSpc>
              <a:spcBef>
                <a:spcPts val="0"/>
              </a:spcBef>
              <a:buNone/>
              <a:defRPr>
                <a:gradFill>
                  <a:gsLst>
                    <a:gs pos="0">
                      <a:schemeClr val="tx1"/>
                    </a:gs>
                    <a:gs pos="86000">
                      <a:schemeClr val="tx1"/>
                    </a:gs>
                  </a:gsLst>
                  <a:lin ang="5400000" scaled="0"/>
                </a:gradFill>
              </a:defRPr>
            </a:lvl1pPr>
            <a:lvl2pPr marL="731041" indent="0" algn="ctr">
              <a:buNone/>
              <a:defRPr>
                <a:solidFill>
                  <a:schemeClr val="tx1">
                    <a:tint val="75000"/>
                  </a:schemeClr>
                </a:solidFill>
              </a:defRPr>
            </a:lvl2pPr>
            <a:lvl3pPr marL="1462080" indent="0" algn="ctr">
              <a:buNone/>
              <a:defRPr>
                <a:solidFill>
                  <a:schemeClr val="tx1">
                    <a:tint val="75000"/>
                  </a:schemeClr>
                </a:solidFill>
              </a:defRPr>
            </a:lvl3pPr>
            <a:lvl4pPr marL="2193118" indent="0" algn="ctr">
              <a:buNone/>
              <a:defRPr>
                <a:solidFill>
                  <a:schemeClr val="tx1">
                    <a:tint val="75000"/>
                  </a:schemeClr>
                </a:solidFill>
              </a:defRPr>
            </a:lvl4pPr>
            <a:lvl5pPr marL="2924159" indent="0" algn="ctr">
              <a:buNone/>
              <a:defRPr>
                <a:solidFill>
                  <a:schemeClr val="tx1">
                    <a:tint val="75000"/>
                  </a:schemeClr>
                </a:solidFill>
              </a:defRPr>
            </a:lvl5pPr>
            <a:lvl6pPr marL="3655201" indent="0" algn="ctr">
              <a:buNone/>
              <a:defRPr>
                <a:solidFill>
                  <a:schemeClr val="tx1">
                    <a:tint val="75000"/>
                  </a:schemeClr>
                </a:solidFill>
              </a:defRPr>
            </a:lvl6pPr>
            <a:lvl7pPr marL="4386234" indent="0" algn="ctr">
              <a:buNone/>
              <a:defRPr>
                <a:solidFill>
                  <a:schemeClr val="tx1">
                    <a:tint val="75000"/>
                  </a:schemeClr>
                </a:solidFill>
              </a:defRPr>
            </a:lvl7pPr>
            <a:lvl8pPr marL="5117277" indent="0" algn="ctr">
              <a:buNone/>
              <a:defRPr>
                <a:solidFill>
                  <a:schemeClr val="tx1">
                    <a:tint val="75000"/>
                  </a:schemeClr>
                </a:solidFill>
              </a:defRPr>
            </a:lvl8pPr>
            <a:lvl9pPr marL="5848317"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2793152584"/>
      </p:ext>
    </p:extLst>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6865" y="1438276"/>
            <a:ext cx="6701630" cy="1632446"/>
          </a:xfrm>
        </p:spPr>
        <p:txBody>
          <a:bodyPr/>
          <a:lstStyle>
            <a:lvl1pPr marL="407760" indent="-407760">
              <a:lnSpc>
                <a:spcPct val="90000"/>
              </a:lnSpc>
              <a:defRPr sz="2400"/>
            </a:lvl1pPr>
            <a:lvl2pPr marL="807591" indent="-390309">
              <a:lnSpc>
                <a:spcPct val="90000"/>
              </a:lnSpc>
              <a:defRPr sz="2200"/>
            </a:lvl2pPr>
            <a:lvl3pPr marL="1143955" indent="-345883">
              <a:lnSpc>
                <a:spcPct val="90000"/>
              </a:lnSpc>
              <a:defRPr sz="1900"/>
            </a:lvl3pPr>
            <a:lvl4pPr marL="1472384" indent="-328431">
              <a:lnSpc>
                <a:spcPct val="90000"/>
              </a:lnSpc>
              <a:defRPr sz="1800"/>
            </a:lvl4pPr>
            <a:lvl5pPr marL="1818267" indent="-336361">
              <a:lnSpc>
                <a:spcPct val="90000"/>
              </a:lnSpc>
              <a:defRPr sz="18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420003" y="1438276"/>
            <a:ext cx="6768323" cy="1632446"/>
          </a:xfrm>
        </p:spPr>
        <p:txBody>
          <a:bodyPr/>
          <a:lstStyle>
            <a:lvl1pPr marL="417278" indent="-417278">
              <a:lnSpc>
                <a:spcPct val="90000"/>
              </a:lnSpc>
              <a:defRPr sz="2400"/>
            </a:lvl1pPr>
            <a:lvl2pPr marL="807591" indent="-407760">
              <a:lnSpc>
                <a:spcPct val="90000"/>
              </a:lnSpc>
              <a:defRPr sz="2200"/>
            </a:lvl2pPr>
            <a:lvl3pPr marL="1153473" indent="-363335">
              <a:lnSpc>
                <a:spcPct val="90000"/>
              </a:lnSpc>
              <a:defRPr sz="1900"/>
            </a:lvl3pPr>
            <a:lvl4pPr marL="1472384" indent="-318912">
              <a:lnSpc>
                <a:spcPct val="90000"/>
              </a:lnSpc>
              <a:defRPr sz="1800"/>
            </a:lvl4pPr>
            <a:lvl5pPr marL="1818267" indent="-328431">
              <a:lnSpc>
                <a:spcPct val="90000"/>
              </a:lnSpc>
              <a:defRPr sz="18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p:cNvPicPr>
            <a:picLocks noChangeAspect="1"/>
          </p:cNvPicPr>
          <p:nvPr userDrawn="1"/>
        </p:nvPicPr>
        <p:blipFill>
          <a:blip r:embed="rId2" cstate="email">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2711568" y="7613938"/>
            <a:ext cx="1646349" cy="524227"/>
          </a:xfrm>
          <a:prstGeom prst="rect">
            <a:avLst/>
          </a:prstGeom>
        </p:spPr>
      </p:pic>
    </p:spTree>
    <p:extLst>
      <p:ext uri="{BB962C8B-B14F-4D97-AF65-F5344CB8AC3E}">
        <p14:creationId xmlns:p14="http://schemas.microsoft.com/office/powerpoint/2010/main" val="1560734986"/>
      </p:ext>
    </p:extLst>
  </p:cSld>
  <p:clrMapOvr>
    <a:masterClrMapping/>
  </p:clrMapOvr>
  <p:transition>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WALKIN - Prints in GRAYSCAL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Text Placeholder 5"/>
          <p:cNvSpPr>
            <a:spLocks noGrp="1"/>
          </p:cNvSpPr>
          <p:nvPr userDrawn="1">
            <p:ph type="body" sz="quarter" idx="10" hasCustomPrompt="1"/>
          </p:nvPr>
        </p:nvSpPr>
        <p:spPr>
          <a:xfrm>
            <a:off x="615477" y="3471255"/>
            <a:ext cx="13477638" cy="1462554"/>
          </a:xfrm>
        </p:spPr>
        <p:txBody>
          <a:bodyPr/>
          <a:lstStyle>
            <a:lvl1pPr marL="0" indent="0">
              <a:buNone/>
              <a:defRPr lang="en-US" sz="10600" i="0" kern="1200" spc="-120" baseline="0" dirty="0" smtClean="0">
                <a:solidFill>
                  <a:schemeClr val="tx1">
                    <a:alpha val="99000"/>
                  </a:schemeClr>
                </a:solidFill>
                <a:latin typeface="Segoe UI Light" pitchFamily="34" charset="0"/>
                <a:ea typeface="+mn-ea"/>
                <a:cs typeface="+mn-cs"/>
              </a:defRPr>
            </a:lvl1pPr>
          </a:lstStyle>
          <a:p>
            <a:pPr marL="0" lvl="0" indent="0" algn="l" defTabSz="1097045" rtl="0" eaLnBrk="1" latinLnBrk="0" hangingPunct="1">
              <a:lnSpc>
                <a:spcPct val="90000"/>
              </a:lnSpc>
              <a:spcBef>
                <a:spcPct val="20000"/>
              </a:spcBef>
              <a:buSzPct val="90000"/>
              <a:buFont typeface="Arial" pitchFamily="34" charset="0"/>
              <a:buNone/>
            </a:pPr>
            <a:r>
              <a:rPr lang="en-US" dirty="0"/>
              <a:t>Click to edit title style</a:t>
            </a:r>
          </a:p>
        </p:txBody>
      </p:sp>
      <p:sp>
        <p:nvSpPr>
          <p:cNvPr id="25" name="Text Placeholder 8"/>
          <p:cNvSpPr>
            <a:spLocks noGrp="1"/>
          </p:cNvSpPr>
          <p:nvPr userDrawn="1">
            <p:ph type="body" sz="quarter" idx="11" hasCustomPrompt="1"/>
          </p:nvPr>
        </p:nvSpPr>
        <p:spPr>
          <a:xfrm>
            <a:off x="615480" y="5212080"/>
            <a:ext cx="9018713" cy="531838"/>
          </a:xfrm>
        </p:spPr>
        <p:txBody>
          <a:bodyPr/>
          <a:lstStyle>
            <a:lvl1pPr marL="0" indent="0">
              <a:buNone/>
              <a:defRPr lang="en-US" sz="3800" kern="1200" spc="-120" baseline="0" dirty="0">
                <a:solidFill>
                  <a:schemeClr val="tx1">
                    <a:alpha val="99000"/>
                  </a:schemeClr>
                </a:solidFill>
                <a:latin typeface="+mj-lt"/>
                <a:ea typeface="+mn-ea"/>
                <a:cs typeface="+mn-cs"/>
              </a:defRPr>
            </a:lvl1pPr>
          </a:lstStyle>
          <a:p>
            <a:pPr marL="0" lvl="0" indent="0" algn="l" defTabSz="1097045" rtl="0" eaLnBrk="1" latinLnBrk="0" hangingPunct="1">
              <a:lnSpc>
                <a:spcPct val="90000"/>
              </a:lnSpc>
              <a:spcBef>
                <a:spcPct val="20000"/>
              </a:spcBef>
              <a:buSzPct val="90000"/>
              <a:buFont typeface="Arial" pitchFamily="34" charset="0"/>
              <a:buNone/>
            </a:pPr>
            <a:r>
              <a:rPr lang="en-US" dirty="0"/>
              <a:t>Speaker Name</a:t>
            </a:r>
          </a:p>
        </p:txBody>
      </p:sp>
      <p:pic>
        <p:nvPicPr>
          <p:cNvPr id="26" name="Picture 25" descr="Microsoft logo and tagline"/>
          <p:cNvPicPr>
            <a:picLocks noChangeAspect="1" noChangeArrowheads="1"/>
          </p:cNvPicPr>
          <p:nvPr userDrawn="1"/>
        </p:nvPicPr>
        <p:blipFill rotWithShape="1">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p:blipFill>
        <p:spPr bwMode="black">
          <a:xfrm>
            <a:off x="641818" y="7637581"/>
            <a:ext cx="1915281" cy="322039"/>
          </a:xfrm>
          <a:prstGeom prst="rect">
            <a:avLst/>
          </a:prstGeom>
          <a:noFill/>
          <a:ln>
            <a:noFill/>
          </a:ln>
        </p:spPr>
      </p:pic>
      <p:pic>
        <p:nvPicPr>
          <p:cNvPr id="7" name="Picture 6"/>
          <p:cNvPicPr>
            <a:picLocks noChangeAspect="1"/>
          </p:cNvPicPr>
          <p:nvPr userDrawn="1"/>
        </p:nvPicPr>
        <p:blipFill>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23102" y="274320"/>
            <a:ext cx="2998173" cy="348406"/>
          </a:xfrm>
          <a:prstGeom prst="rect">
            <a:avLst/>
          </a:prstGeom>
        </p:spPr>
      </p:pic>
    </p:spTree>
    <p:extLst>
      <p:ext uri="{BB962C8B-B14F-4D97-AF65-F5344CB8AC3E}">
        <p14:creationId xmlns:p14="http://schemas.microsoft.com/office/powerpoint/2010/main" val="3907891393"/>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3097" y="274321"/>
            <a:ext cx="13382301" cy="897476"/>
          </a:xfrm>
        </p:spPr>
        <p:txBody>
          <a:bodyPr/>
          <a:lstStyle>
            <a:lvl1pPr>
              <a:defRPr sz="6480"/>
            </a:lvl1pPr>
          </a:lstStyle>
          <a:p>
            <a:r>
              <a:rPr lang="en-US"/>
              <a:t>Click to edit Master title style</a:t>
            </a:r>
            <a:endParaRPr lang="en-US" dirty="0"/>
          </a:p>
        </p:txBody>
      </p:sp>
      <p:sp>
        <p:nvSpPr>
          <p:cNvPr id="5" name="Text Placeholder 4"/>
          <p:cNvSpPr>
            <a:spLocks noGrp="1"/>
          </p:cNvSpPr>
          <p:nvPr>
            <p:ph type="body" sz="quarter" idx="10"/>
          </p:nvPr>
        </p:nvSpPr>
        <p:spPr>
          <a:xfrm>
            <a:off x="623097" y="1737359"/>
            <a:ext cx="13382301" cy="1135696"/>
          </a:xfrm>
        </p:spPr>
        <p:txBody>
          <a:bodyPr/>
          <a:lstStyle>
            <a:lvl1pPr marL="3810" indent="0">
              <a:spcBef>
                <a:spcPts val="0"/>
              </a:spcBef>
              <a:spcAft>
                <a:spcPts val="1080"/>
              </a:spcAft>
              <a:buSzPct val="80000"/>
              <a:buFont typeface="Arial" pitchFamily="34" charset="0"/>
              <a:buNone/>
              <a:defRPr sz="4800" spc="-120" baseline="0">
                <a:gradFill>
                  <a:gsLst>
                    <a:gs pos="0">
                      <a:srgbClr val="595959"/>
                    </a:gs>
                    <a:gs pos="86000">
                      <a:srgbClr val="595959"/>
                    </a:gs>
                  </a:gsLst>
                  <a:lin ang="5400000" scaled="0"/>
                </a:gradFill>
                <a:latin typeface="Segoe UI Light" pitchFamily="34" charset="0"/>
              </a:defRPr>
            </a:lvl1pPr>
            <a:lvl2pPr marL="3810" indent="0">
              <a:spcBef>
                <a:spcPts val="0"/>
              </a:spcBef>
              <a:buSzPct val="80000"/>
              <a:buFont typeface="Arial" pitchFamily="34" charset="0"/>
              <a:buNone/>
              <a:defRPr sz="2400" spc="-60" baseline="0">
                <a:gradFill>
                  <a:gsLst>
                    <a:gs pos="0">
                      <a:srgbClr val="595959"/>
                    </a:gs>
                    <a:gs pos="86000">
                      <a:srgbClr val="595959"/>
                    </a:gs>
                  </a:gsLst>
                  <a:lin ang="5400000" scaled="0"/>
                </a:gradFill>
              </a:defRPr>
            </a:lvl2pPr>
            <a:lvl3pPr marL="1510666" indent="-483870">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3pPr>
            <a:lvl4pPr marL="1925956" indent="-415290">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4pPr>
            <a:lvl5pPr marL="2329816" indent="-403860">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5pPr>
          </a:lstStyle>
          <a:p>
            <a:pPr lvl="0"/>
            <a:r>
              <a:rPr lang="en-US" dirty="0"/>
              <a:t>Click to edit Master text styles</a:t>
            </a:r>
          </a:p>
          <a:p>
            <a:pPr lvl="1"/>
            <a:r>
              <a:rPr lang="en-US" dirty="0"/>
              <a:t>Second level</a:t>
            </a:r>
          </a:p>
        </p:txBody>
      </p:sp>
      <p:pic>
        <p:nvPicPr>
          <p:cNvPr id="4" name="Picture 3"/>
          <p:cNvPicPr>
            <a:picLocks noChangeAspect="1"/>
          </p:cNvPicPr>
          <p:nvPr userDrawn="1"/>
        </p:nvPicPr>
        <p:blipFill>
          <a:blip r:embed="rId3" cstate="print">
            <a:duotone>
              <a:prstClr val="black"/>
              <a:schemeClr val="tx2">
                <a:tint val="45000"/>
                <a:satMod val="400000"/>
              </a:schemeClr>
            </a:duotone>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622564" y="7647056"/>
            <a:ext cx="2018831" cy="234601"/>
          </a:xfrm>
          <a:prstGeom prst="rect">
            <a:avLst/>
          </a:prstGeom>
        </p:spPr>
      </p:pic>
    </p:spTree>
    <p:extLst>
      <p:ext uri="{BB962C8B-B14F-4D97-AF65-F5344CB8AC3E}">
        <p14:creationId xmlns:p14="http://schemas.microsoft.com/office/powerpoint/2010/main" val="968852535"/>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Blank Accent Color 2">
    <p:bg>
      <p:bgPr>
        <a:solidFill>
          <a:srgbClr val="0072C6"/>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054204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623102" y="274323"/>
            <a:ext cx="13382301" cy="914096"/>
          </a:xfrm>
        </p:spPr>
        <p:txBody>
          <a:bodyPr/>
          <a:lstStyle/>
          <a:p>
            <a:r>
              <a:rPr lang="en-US"/>
              <a:t>Click to edit Master title style</a:t>
            </a:r>
            <a:endParaRPr lang="en-US" dirty="0"/>
          </a:p>
        </p:txBody>
      </p:sp>
      <p:sp>
        <p:nvSpPr>
          <p:cNvPr id="5" name="Text Placeholder 4"/>
          <p:cNvSpPr>
            <a:spLocks noGrp="1"/>
          </p:cNvSpPr>
          <p:nvPr>
            <p:ph type="body" sz="quarter" idx="10"/>
          </p:nvPr>
        </p:nvSpPr>
        <p:spPr>
          <a:xfrm>
            <a:off x="623102" y="1737359"/>
            <a:ext cx="13382301" cy="1135696"/>
          </a:xfrm>
        </p:spPr>
        <p:txBody>
          <a:bodyPr/>
          <a:lstStyle>
            <a:lvl1pPr marL="0" indent="0">
              <a:spcBef>
                <a:spcPts val="0"/>
              </a:spcBef>
              <a:spcAft>
                <a:spcPts val="1080"/>
              </a:spcAft>
              <a:buNone/>
              <a:defRPr sz="4800" spc="-120" baseline="0">
                <a:latin typeface="Segoe UI Light" pitchFamily="34" charset="0"/>
              </a:defRPr>
            </a:lvl1pPr>
            <a:lvl2pPr marL="0" indent="0">
              <a:spcBef>
                <a:spcPts val="0"/>
              </a:spcBef>
              <a:spcAft>
                <a:spcPts val="480"/>
              </a:spcAft>
              <a:buNone/>
              <a:defRPr sz="2400" spc="-61" baseline="0">
                <a:gradFill flip="none" rotWithShape="1">
                  <a:gsLst>
                    <a:gs pos="0">
                      <a:schemeClr val="tx1">
                        <a:lumMod val="75000"/>
                      </a:schemeClr>
                    </a:gs>
                    <a:gs pos="86000">
                      <a:schemeClr val="tx1">
                        <a:lumMod val="75000"/>
                      </a:schemeClr>
                    </a:gs>
                  </a:gsLst>
                  <a:path path="circle">
                    <a:fillToRect r="100000" b="100000"/>
                  </a:path>
                  <a:tileRect l="-100000" t="-100000"/>
                </a:gradFill>
              </a:defRPr>
            </a:lvl2pPr>
            <a:lvl3pPr marL="0" indent="0">
              <a:spcBef>
                <a:spcPts val="0"/>
              </a:spcBef>
              <a:spcAft>
                <a:spcPts val="480"/>
              </a:spcAft>
              <a:buNone/>
              <a:defRPr sz="2400"/>
            </a:lvl3pPr>
            <a:lvl4pPr marL="0" indent="0">
              <a:spcBef>
                <a:spcPts val="0"/>
              </a:spcBef>
              <a:spcAft>
                <a:spcPts val="480"/>
              </a:spcAft>
              <a:buNone/>
              <a:defRPr/>
            </a:lvl4pPr>
            <a:lvl5pPr marL="0" indent="0">
              <a:spcBef>
                <a:spcPts val="0"/>
              </a:spcBef>
              <a:spcAft>
                <a:spcPts val="480"/>
              </a:spcAft>
              <a:buNone/>
              <a:defRPr/>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4290780048"/>
      </p:ext>
    </p:extLst>
  </p:cSld>
  <p:clrMapOvr>
    <a:masterClrMapping/>
  </p:clrMapOvr>
  <p:transition>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623102" y="274323"/>
            <a:ext cx="13382301" cy="914096"/>
          </a:xfrm>
        </p:spPr>
        <p:txBody>
          <a:bodyPr/>
          <a:lstStyle/>
          <a:p>
            <a:r>
              <a:rPr lang="en-US"/>
              <a:t>Click to edit Master title style</a:t>
            </a:r>
            <a:endParaRPr lang="en-US" dirty="0"/>
          </a:p>
        </p:txBody>
      </p:sp>
      <p:sp>
        <p:nvSpPr>
          <p:cNvPr id="5" name="Text Placeholder 4"/>
          <p:cNvSpPr>
            <a:spLocks noGrp="1"/>
          </p:cNvSpPr>
          <p:nvPr>
            <p:ph type="body" sz="quarter" idx="10"/>
          </p:nvPr>
        </p:nvSpPr>
        <p:spPr>
          <a:xfrm>
            <a:off x="623102" y="1737363"/>
            <a:ext cx="13382301" cy="24052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3235894"/>
      </p:ext>
    </p:extLst>
  </p:cSld>
  <p:clrMapOvr>
    <a:masterClrMapping/>
  </p:clrMapOvr>
  <p:transition>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623102" y="1737363"/>
            <a:ext cx="13382301" cy="2405274"/>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1520869"/>
      </p:ext>
    </p:extLst>
  </p:cSld>
  <p:clrMapOvr>
    <a:masterClrMapping/>
  </p:clrMapOvr>
  <p:transition>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481314998"/>
      </p:ext>
    </p:extLst>
  </p:cSld>
  <p:clrMapOvr>
    <a:masterClrMapping/>
  </p:clrMapOvr>
  <p:transition>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4871500"/>
      </p:ext>
    </p:extLst>
  </p:cSld>
  <p:clrMapOvr>
    <a:masterClrMapping/>
  </p:clrMapOvr>
  <p:transition>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lack Layout - 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623102" y="1737363"/>
            <a:ext cx="13382301" cy="2405274"/>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99894625"/>
      </p:ext>
    </p:extLst>
  </p:cSld>
  <p:clrMapOvr>
    <a:masterClrMapping/>
  </p:clrMapOvr>
  <p:transition>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Black Notes slide Layou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623102" y="1737363"/>
            <a:ext cx="13382301" cy="2405274"/>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6"/>
          <p:cNvSpPr>
            <a:spLocks noGrp="1"/>
          </p:cNvSpPr>
          <p:nvPr>
            <p:ph type="body" sz="quarter" idx="11"/>
          </p:nvPr>
        </p:nvSpPr>
        <p:spPr>
          <a:xfrm>
            <a:off x="2" y="7486655"/>
            <a:ext cx="14630402" cy="742950"/>
          </a:xfrm>
          <a:solidFill>
            <a:srgbClr val="FFFF99"/>
          </a:solidFill>
        </p:spPr>
        <p:txBody>
          <a:bodyPr wrap="square" lIns="182819" tIns="91408" rIns="182819" bIns="91408" anchor="b" anchorCtr="0">
            <a:noAutofit/>
          </a:bodyPr>
          <a:lstStyle>
            <a:lvl1pPr algn="r">
              <a:buFont typeface="Arial" pitchFamily="34" charset="0"/>
              <a:buNone/>
              <a:defRPr spc="-61" baseline="0">
                <a:gradFill>
                  <a:gsLst>
                    <a:gs pos="0">
                      <a:srgbClr val="000000"/>
                    </a:gs>
                    <a:gs pos="100000">
                      <a:srgbClr val="000000"/>
                    </a:gs>
                  </a:gsLst>
                  <a:lin ang="5400000" scaled="0"/>
                </a:gradFill>
                <a:effectLst/>
                <a:latin typeface="Segoe UI" pitchFamily="34" charset="0"/>
              </a:defRPr>
            </a:lvl1pPr>
          </a:lstStyle>
          <a:p>
            <a:pPr lvl="0"/>
            <a:r>
              <a:rPr lang="en-US"/>
              <a:t>Click to edit Master text styles</a:t>
            </a:r>
          </a:p>
        </p:txBody>
      </p:sp>
    </p:spTree>
    <p:extLst>
      <p:ext uri="{BB962C8B-B14F-4D97-AF65-F5344CB8AC3E}">
        <p14:creationId xmlns:p14="http://schemas.microsoft.com/office/powerpoint/2010/main" val="4003874833"/>
      </p:ext>
    </p:extLst>
  </p:cSld>
  <p:clrMapOvr>
    <a:masterClrMapping/>
  </p:clrMapOvr>
  <p:transition>
    <p:wipe dir="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3098" y="274322"/>
            <a:ext cx="13382301" cy="897476"/>
          </a:xfrm>
        </p:spPr>
        <p:txBody>
          <a:bodyPr/>
          <a:lstStyle>
            <a:lvl1pPr>
              <a:defRPr sz="6500"/>
            </a:lvl1pPr>
          </a:lstStyle>
          <a:p>
            <a:r>
              <a:rPr lang="en-US"/>
              <a:t>Click to edit Master title style</a:t>
            </a:r>
            <a:endParaRPr lang="en-US" dirty="0"/>
          </a:p>
        </p:txBody>
      </p:sp>
      <p:sp>
        <p:nvSpPr>
          <p:cNvPr id="5" name="Text Placeholder 4"/>
          <p:cNvSpPr>
            <a:spLocks noGrp="1"/>
          </p:cNvSpPr>
          <p:nvPr>
            <p:ph type="body" sz="quarter" idx="10"/>
          </p:nvPr>
        </p:nvSpPr>
        <p:spPr>
          <a:xfrm>
            <a:off x="623098" y="1737359"/>
            <a:ext cx="13382301" cy="1249060"/>
          </a:xfrm>
        </p:spPr>
        <p:txBody>
          <a:bodyPr/>
          <a:lstStyle>
            <a:lvl1pPr marL="3811" indent="0">
              <a:spcBef>
                <a:spcPts val="0"/>
              </a:spcBef>
              <a:spcAft>
                <a:spcPts val="1080"/>
              </a:spcAft>
              <a:buSzPct val="80000"/>
              <a:buFont typeface="Arial" pitchFamily="34" charset="0"/>
              <a:buNone/>
              <a:defRPr sz="4800" spc="-120" baseline="0">
                <a:gradFill>
                  <a:gsLst>
                    <a:gs pos="0">
                      <a:srgbClr val="595959"/>
                    </a:gs>
                    <a:gs pos="86000">
                      <a:srgbClr val="595959"/>
                    </a:gs>
                  </a:gsLst>
                  <a:lin ang="5400000" scaled="0"/>
                </a:gradFill>
                <a:latin typeface="Segoe UI Light" pitchFamily="34" charset="0"/>
              </a:defRPr>
            </a:lvl1pPr>
            <a:lvl2pPr marL="3811" indent="0">
              <a:spcBef>
                <a:spcPts val="0"/>
              </a:spcBef>
              <a:buSzPct val="80000"/>
              <a:buFont typeface="Arial" pitchFamily="34" charset="0"/>
              <a:buNone/>
              <a:defRPr sz="2400" spc="-60" baseline="0">
                <a:gradFill>
                  <a:gsLst>
                    <a:gs pos="0">
                      <a:srgbClr val="595959"/>
                    </a:gs>
                    <a:gs pos="86000">
                      <a:srgbClr val="595959"/>
                    </a:gs>
                  </a:gsLst>
                  <a:lin ang="5400000" scaled="0"/>
                </a:gradFill>
              </a:defRPr>
            </a:lvl2pPr>
            <a:lvl3pPr marL="1510746" indent="-483897">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3pPr>
            <a:lvl4pPr marL="1926058" indent="-415312">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4pPr>
            <a:lvl5pPr marL="2329940" indent="-403882">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5pPr>
          </a:lstStyle>
          <a:p>
            <a:pPr lvl="0"/>
            <a:r>
              <a:rPr lang="en-US" dirty="0"/>
              <a:t>Click to edit Master text styles</a:t>
            </a:r>
          </a:p>
          <a:p>
            <a:pPr lvl="1"/>
            <a:r>
              <a:rPr lang="en-US" dirty="0"/>
              <a:t>Second level</a:t>
            </a:r>
          </a:p>
        </p:txBody>
      </p:sp>
      <p:pic>
        <p:nvPicPr>
          <p:cNvPr id="4" name="Picture 3"/>
          <p:cNvPicPr>
            <a:picLocks noChangeAspect="1"/>
          </p:cNvPicPr>
          <p:nvPr userDrawn="1"/>
        </p:nvPicPr>
        <p:blipFill>
          <a:blip r:embed="rId3" cstate="print">
            <a:duotone>
              <a:prstClr val="black"/>
              <a:schemeClr val="tx2">
                <a:tint val="45000"/>
                <a:satMod val="400000"/>
              </a:schemeClr>
            </a:duotone>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622565" y="7647057"/>
            <a:ext cx="2018831" cy="234601"/>
          </a:xfrm>
          <a:prstGeom prst="rect">
            <a:avLst/>
          </a:prstGeom>
        </p:spPr>
      </p:pic>
    </p:spTree>
    <p:extLst>
      <p:ext uri="{BB962C8B-B14F-4D97-AF65-F5344CB8AC3E}">
        <p14:creationId xmlns:p14="http://schemas.microsoft.com/office/powerpoint/2010/main" val="1969810489"/>
      </p:ext>
    </p:extLst>
  </p:cSld>
  <p:clrMapOvr>
    <a:masterClrMapping/>
  </p:clrMapOvr>
  <p:transition>
    <p:wipe dir="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623104" y="274323"/>
            <a:ext cx="13382301" cy="914096"/>
          </a:xfrm>
        </p:spPr>
        <p:txBody>
          <a:bodyPr/>
          <a:lstStyle/>
          <a:p>
            <a:r>
              <a:rPr lang="en-US"/>
              <a:t>Click to edit Master title style</a:t>
            </a:r>
            <a:endParaRPr lang="en-US" dirty="0"/>
          </a:p>
        </p:txBody>
      </p:sp>
      <p:sp>
        <p:nvSpPr>
          <p:cNvPr id="5" name="Text Placeholder 4"/>
          <p:cNvSpPr>
            <a:spLocks noGrp="1"/>
          </p:cNvSpPr>
          <p:nvPr>
            <p:ph type="body" sz="quarter" idx="10"/>
          </p:nvPr>
        </p:nvSpPr>
        <p:spPr>
          <a:xfrm>
            <a:off x="623104" y="1737359"/>
            <a:ext cx="13382301" cy="1135696"/>
          </a:xfrm>
        </p:spPr>
        <p:txBody>
          <a:bodyPr/>
          <a:lstStyle>
            <a:lvl1pPr marL="0" indent="0">
              <a:spcBef>
                <a:spcPts val="0"/>
              </a:spcBef>
              <a:spcAft>
                <a:spcPts val="1080"/>
              </a:spcAft>
              <a:buNone/>
              <a:defRPr sz="4800" spc="-120" baseline="0">
                <a:latin typeface="Segoe UI Light" pitchFamily="34" charset="0"/>
              </a:defRPr>
            </a:lvl1pPr>
            <a:lvl2pPr marL="0" indent="0">
              <a:spcBef>
                <a:spcPts val="0"/>
              </a:spcBef>
              <a:spcAft>
                <a:spcPts val="480"/>
              </a:spcAft>
              <a:buNone/>
              <a:defRPr sz="2400" spc="-61" baseline="0">
                <a:gradFill flip="none" rotWithShape="1">
                  <a:gsLst>
                    <a:gs pos="0">
                      <a:schemeClr val="tx1">
                        <a:lumMod val="75000"/>
                      </a:schemeClr>
                    </a:gs>
                    <a:gs pos="86000">
                      <a:schemeClr val="tx1">
                        <a:lumMod val="75000"/>
                      </a:schemeClr>
                    </a:gs>
                  </a:gsLst>
                  <a:path path="circle">
                    <a:fillToRect r="100000" b="100000"/>
                  </a:path>
                  <a:tileRect l="-100000" t="-100000"/>
                </a:gradFill>
              </a:defRPr>
            </a:lvl2pPr>
            <a:lvl3pPr marL="0" indent="0">
              <a:spcBef>
                <a:spcPts val="0"/>
              </a:spcBef>
              <a:spcAft>
                <a:spcPts val="480"/>
              </a:spcAft>
              <a:buNone/>
              <a:defRPr sz="2400"/>
            </a:lvl3pPr>
            <a:lvl4pPr marL="0" indent="0">
              <a:spcBef>
                <a:spcPts val="0"/>
              </a:spcBef>
              <a:spcAft>
                <a:spcPts val="480"/>
              </a:spcAft>
              <a:buNone/>
              <a:defRPr/>
            </a:lvl4pPr>
            <a:lvl5pPr marL="0" indent="0">
              <a:spcBef>
                <a:spcPts val="0"/>
              </a:spcBef>
              <a:spcAft>
                <a:spcPts val="480"/>
              </a:spcAft>
              <a:buNone/>
              <a:defRPr/>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345693396"/>
      </p:ext>
    </p:extLst>
  </p:cSld>
  <p:clrMapOvr>
    <a:masterClrMapping/>
  </p:clrMapOvr>
  <p:transition>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623104" y="274323"/>
            <a:ext cx="13382301" cy="914096"/>
          </a:xfrm>
        </p:spPr>
        <p:txBody>
          <a:bodyPr/>
          <a:lstStyle/>
          <a:p>
            <a:r>
              <a:rPr lang="en-US"/>
              <a:t>Click to edit Master title style</a:t>
            </a:r>
            <a:endParaRPr lang="en-US" dirty="0"/>
          </a:p>
        </p:txBody>
      </p:sp>
      <p:sp>
        <p:nvSpPr>
          <p:cNvPr id="5" name="Text Placeholder 4"/>
          <p:cNvSpPr>
            <a:spLocks noGrp="1"/>
          </p:cNvSpPr>
          <p:nvPr>
            <p:ph type="body" sz="quarter" idx="10"/>
          </p:nvPr>
        </p:nvSpPr>
        <p:spPr>
          <a:xfrm>
            <a:off x="623104" y="1737364"/>
            <a:ext cx="13382301" cy="24052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62365066"/>
      </p:ext>
    </p:extLst>
  </p:cSld>
  <p:clrMapOvr>
    <a:masterClrMapping/>
  </p:clrMapOvr>
  <p:transition>
    <p:wipe dir="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WALKIN - Prints in GRAYSCAL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Text Placeholder 5"/>
          <p:cNvSpPr>
            <a:spLocks noGrp="1"/>
          </p:cNvSpPr>
          <p:nvPr userDrawn="1">
            <p:ph type="body" sz="quarter" idx="10" hasCustomPrompt="1"/>
          </p:nvPr>
        </p:nvSpPr>
        <p:spPr>
          <a:xfrm>
            <a:off x="615477" y="3471256"/>
            <a:ext cx="13477638" cy="1462554"/>
          </a:xfrm>
        </p:spPr>
        <p:txBody>
          <a:bodyPr/>
          <a:lstStyle>
            <a:lvl1pPr marL="0" indent="0">
              <a:buNone/>
              <a:defRPr lang="en-US" sz="10600" i="0" kern="1200" spc="-120" baseline="0" dirty="0" smtClean="0">
                <a:solidFill>
                  <a:schemeClr val="tx1">
                    <a:alpha val="99000"/>
                  </a:schemeClr>
                </a:solidFill>
                <a:latin typeface="Segoe UI Light" pitchFamily="34" charset="0"/>
                <a:ea typeface="+mn-ea"/>
                <a:cs typeface="+mn-cs"/>
              </a:defRPr>
            </a:lvl1pPr>
          </a:lstStyle>
          <a:p>
            <a:pPr marL="0" lvl="0" indent="0" algn="l" defTabSz="1095558" rtl="0" eaLnBrk="1" latinLnBrk="0" hangingPunct="1">
              <a:lnSpc>
                <a:spcPct val="90000"/>
              </a:lnSpc>
              <a:spcBef>
                <a:spcPct val="20000"/>
              </a:spcBef>
              <a:buSzPct val="90000"/>
              <a:buFont typeface="Arial" pitchFamily="34" charset="0"/>
              <a:buNone/>
            </a:pPr>
            <a:r>
              <a:rPr lang="en-US" dirty="0"/>
              <a:t>Click to edit title style</a:t>
            </a:r>
          </a:p>
        </p:txBody>
      </p:sp>
      <p:sp>
        <p:nvSpPr>
          <p:cNvPr id="25" name="Text Placeholder 8"/>
          <p:cNvSpPr>
            <a:spLocks noGrp="1"/>
          </p:cNvSpPr>
          <p:nvPr userDrawn="1">
            <p:ph type="body" sz="quarter" idx="11" hasCustomPrompt="1"/>
          </p:nvPr>
        </p:nvSpPr>
        <p:spPr>
          <a:xfrm>
            <a:off x="615477" y="5212148"/>
            <a:ext cx="9018714" cy="531838"/>
          </a:xfrm>
        </p:spPr>
        <p:txBody>
          <a:bodyPr/>
          <a:lstStyle>
            <a:lvl1pPr marL="0" indent="0">
              <a:buNone/>
              <a:defRPr lang="en-US" sz="3800" kern="1200" spc="-120" baseline="0" dirty="0">
                <a:solidFill>
                  <a:schemeClr val="tx1">
                    <a:alpha val="99000"/>
                  </a:schemeClr>
                </a:solidFill>
                <a:latin typeface="+mj-lt"/>
                <a:ea typeface="+mn-ea"/>
                <a:cs typeface="+mn-cs"/>
              </a:defRPr>
            </a:lvl1pPr>
          </a:lstStyle>
          <a:p>
            <a:pPr marL="0" lvl="0" indent="0" algn="l" defTabSz="1095558" rtl="0" eaLnBrk="1" latinLnBrk="0" hangingPunct="1">
              <a:lnSpc>
                <a:spcPct val="90000"/>
              </a:lnSpc>
              <a:spcBef>
                <a:spcPct val="20000"/>
              </a:spcBef>
              <a:buSzPct val="90000"/>
              <a:buFont typeface="Arial" pitchFamily="34" charset="0"/>
              <a:buNone/>
            </a:pPr>
            <a:r>
              <a:rPr lang="en-US" dirty="0"/>
              <a:t>Speaker Name</a:t>
            </a:r>
          </a:p>
        </p:txBody>
      </p:sp>
      <p:pic>
        <p:nvPicPr>
          <p:cNvPr id="26" name="Picture 25" descr="Microsoft logo and tagline"/>
          <p:cNvPicPr>
            <a:picLocks noChangeAspect="1" noChangeArrowheads="1"/>
          </p:cNvPicPr>
          <p:nvPr userDrawn="1"/>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p:blipFill>
        <p:spPr bwMode="black">
          <a:xfrm>
            <a:off x="641818" y="7637647"/>
            <a:ext cx="1915282" cy="322040"/>
          </a:xfrm>
          <a:prstGeom prst="rect">
            <a:avLst/>
          </a:prstGeom>
          <a:noFill/>
          <a:ln>
            <a:noFill/>
          </a:ln>
        </p:spPr>
      </p:pic>
      <p:pic>
        <p:nvPicPr>
          <p:cNvPr id="7" name="Picture 6"/>
          <p:cNvPicPr>
            <a:picLocks noChangeAspect="1"/>
          </p:cNvPicPr>
          <p:nvPr userDrawn="1"/>
        </p:nvPicPr>
        <p:blipFill>
          <a:blip r:embed="rId5" cstate="print">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23099" y="274322"/>
            <a:ext cx="2998173" cy="348406"/>
          </a:xfrm>
          <a:prstGeom prst="rect">
            <a:avLst/>
          </a:prstGeom>
        </p:spPr>
      </p:pic>
    </p:spTree>
    <p:extLst>
      <p:ext uri="{BB962C8B-B14F-4D97-AF65-F5344CB8AC3E}">
        <p14:creationId xmlns:p14="http://schemas.microsoft.com/office/powerpoint/2010/main" val="1753764364"/>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2_Title Slide 3">
    <p:bg>
      <p:bgPr>
        <a:solidFill>
          <a:schemeClr val="bg1"/>
        </a:solidFill>
        <a:effectLst/>
      </p:bgPr>
    </p:bg>
    <p:spTree>
      <p:nvGrpSpPr>
        <p:cNvPr id="1" name=""/>
        <p:cNvGrpSpPr/>
        <p:nvPr/>
      </p:nvGrpSpPr>
      <p:grpSpPr>
        <a:xfrm>
          <a:off x="0" y="0"/>
          <a:ext cx="0" cy="0"/>
          <a:chOff x="0" y="0"/>
          <a:chExt cx="0" cy="0"/>
        </a:xfrm>
      </p:grpSpPr>
      <p:grpSp>
        <p:nvGrpSpPr>
          <p:cNvPr id="8" name="Group 7"/>
          <p:cNvGrpSpPr/>
          <p:nvPr/>
        </p:nvGrpSpPr>
        <p:grpSpPr>
          <a:xfrm>
            <a:off x="12888084" y="515391"/>
            <a:ext cx="1299463" cy="214946"/>
            <a:chOff x="3602038" y="1063626"/>
            <a:chExt cx="4365626" cy="722312"/>
          </a:xfrm>
        </p:grpSpPr>
        <p:sp>
          <p:nvSpPr>
            <p:cNvPr id="9" name="Freeform 8"/>
            <p:cNvSpPr>
              <a:spLocks/>
            </p:cNvSpPr>
            <p:nvPr/>
          </p:nvSpPr>
          <p:spPr bwMode="auto">
            <a:xfrm>
              <a:off x="3602038" y="1074738"/>
              <a:ext cx="884238" cy="679450"/>
            </a:xfrm>
            <a:custGeom>
              <a:avLst/>
              <a:gdLst>
                <a:gd name="T0" fmla="*/ 0 w 557"/>
                <a:gd name="T1" fmla="*/ 428 h 428"/>
                <a:gd name="T2" fmla="*/ 93 w 557"/>
                <a:gd name="T3" fmla="*/ 0 h 428"/>
                <a:gd name="T4" fmla="*/ 265 w 557"/>
                <a:gd name="T5" fmla="*/ 0 h 428"/>
                <a:gd name="T6" fmla="*/ 273 w 557"/>
                <a:gd name="T7" fmla="*/ 238 h 428"/>
                <a:gd name="T8" fmla="*/ 385 w 557"/>
                <a:gd name="T9" fmla="*/ 0 h 428"/>
                <a:gd name="T10" fmla="*/ 557 w 557"/>
                <a:gd name="T11" fmla="*/ 0 h 428"/>
                <a:gd name="T12" fmla="*/ 459 w 557"/>
                <a:gd name="T13" fmla="*/ 428 h 428"/>
                <a:gd name="T14" fmla="*/ 339 w 557"/>
                <a:gd name="T15" fmla="*/ 428 h 428"/>
                <a:gd name="T16" fmla="*/ 389 w 557"/>
                <a:gd name="T17" fmla="*/ 199 h 428"/>
                <a:gd name="T18" fmla="*/ 273 w 557"/>
                <a:gd name="T19" fmla="*/ 428 h 428"/>
                <a:gd name="T20" fmla="*/ 187 w 557"/>
                <a:gd name="T21" fmla="*/ 428 h 428"/>
                <a:gd name="T22" fmla="*/ 179 w 557"/>
                <a:gd name="T23" fmla="*/ 199 h 428"/>
                <a:gd name="T24" fmla="*/ 125 w 557"/>
                <a:gd name="T25" fmla="*/ 428 h 428"/>
                <a:gd name="T26" fmla="*/ 0 w 557"/>
                <a:gd name="T27" fmla="*/ 428 h 428"/>
                <a:gd name="T28" fmla="*/ 0 w 557"/>
                <a:gd name="T29" fmla="*/ 428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57" h="428">
                  <a:moveTo>
                    <a:pt x="0" y="428"/>
                  </a:moveTo>
                  <a:lnTo>
                    <a:pt x="93" y="0"/>
                  </a:lnTo>
                  <a:lnTo>
                    <a:pt x="265" y="0"/>
                  </a:lnTo>
                  <a:lnTo>
                    <a:pt x="273" y="238"/>
                  </a:lnTo>
                  <a:lnTo>
                    <a:pt x="385" y="0"/>
                  </a:lnTo>
                  <a:lnTo>
                    <a:pt x="557" y="0"/>
                  </a:lnTo>
                  <a:lnTo>
                    <a:pt x="459" y="428"/>
                  </a:lnTo>
                  <a:lnTo>
                    <a:pt x="339" y="428"/>
                  </a:lnTo>
                  <a:lnTo>
                    <a:pt x="389" y="199"/>
                  </a:lnTo>
                  <a:lnTo>
                    <a:pt x="273" y="428"/>
                  </a:lnTo>
                  <a:lnTo>
                    <a:pt x="187" y="428"/>
                  </a:lnTo>
                  <a:lnTo>
                    <a:pt x="179" y="199"/>
                  </a:lnTo>
                  <a:lnTo>
                    <a:pt x="125" y="428"/>
                  </a:lnTo>
                  <a:lnTo>
                    <a:pt x="0" y="428"/>
                  </a:lnTo>
                  <a:lnTo>
                    <a:pt x="0" y="428"/>
                  </a:ln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991"/>
              <a:endParaRPr lang="en-US">
                <a:solidFill>
                  <a:prstClr val="black"/>
                </a:solidFill>
              </a:endParaRPr>
            </a:p>
          </p:txBody>
        </p:sp>
        <p:sp>
          <p:nvSpPr>
            <p:cNvPr id="10" name="Freeform 9"/>
            <p:cNvSpPr>
              <a:spLocks/>
            </p:cNvSpPr>
            <p:nvPr/>
          </p:nvSpPr>
          <p:spPr bwMode="auto">
            <a:xfrm>
              <a:off x="4510088" y="1074738"/>
              <a:ext cx="204788" cy="111125"/>
            </a:xfrm>
            <a:custGeom>
              <a:avLst/>
              <a:gdLst>
                <a:gd name="T0" fmla="*/ 0 w 129"/>
                <a:gd name="T1" fmla="*/ 70 h 70"/>
                <a:gd name="T2" fmla="*/ 113 w 129"/>
                <a:gd name="T3" fmla="*/ 70 h 70"/>
                <a:gd name="T4" fmla="*/ 129 w 129"/>
                <a:gd name="T5" fmla="*/ 0 h 70"/>
                <a:gd name="T6" fmla="*/ 16 w 129"/>
                <a:gd name="T7" fmla="*/ 0 h 70"/>
                <a:gd name="T8" fmla="*/ 0 w 129"/>
                <a:gd name="T9" fmla="*/ 70 h 70"/>
                <a:gd name="T10" fmla="*/ 0 w 129"/>
                <a:gd name="T11" fmla="*/ 70 h 70"/>
              </a:gdLst>
              <a:ahLst/>
              <a:cxnLst>
                <a:cxn ang="0">
                  <a:pos x="T0" y="T1"/>
                </a:cxn>
                <a:cxn ang="0">
                  <a:pos x="T2" y="T3"/>
                </a:cxn>
                <a:cxn ang="0">
                  <a:pos x="T4" y="T5"/>
                </a:cxn>
                <a:cxn ang="0">
                  <a:pos x="T6" y="T7"/>
                </a:cxn>
                <a:cxn ang="0">
                  <a:pos x="T8" y="T9"/>
                </a:cxn>
                <a:cxn ang="0">
                  <a:pos x="T10" y="T11"/>
                </a:cxn>
              </a:cxnLst>
              <a:rect l="0" t="0" r="r" b="b"/>
              <a:pathLst>
                <a:path w="129" h="70">
                  <a:moveTo>
                    <a:pt x="0" y="70"/>
                  </a:moveTo>
                  <a:lnTo>
                    <a:pt x="113" y="70"/>
                  </a:lnTo>
                  <a:lnTo>
                    <a:pt x="129" y="0"/>
                  </a:lnTo>
                  <a:lnTo>
                    <a:pt x="16" y="0"/>
                  </a:lnTo>
                  <a:lnTo>
                    <a:pt x="0" y="70"/>
                  </a:lnTo>
                  <a:lnTo>
                    <a:pt x="0" y="70"/>
                  </a:ln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991"/>
              <a:endParaRPr lang="en-US">
                <a:solidFill>
                  <a:prstClr val="black"/>
                </a:solidFill>
              </a:endParaRPr>
            </a:p>
          </p:txBody>
        </p:sp>
        <p:sp>
          <p:nvSpPr>
            <p:cNvPr id="11" name="Freeform 10"/>
            <p:cNvSpPr>
              <a:spLocks/>
            </p:cNvSpPr>
            <p:nvPr/>
          </p:nvSpPr>
          <p:spPr bwMode="auto">
            <a:xfrm>
              <a:off x="4381501" y="1247776"/>
              <a:ext cx="296863" cy="506413"/>
            </a:xfrm>
            <a:custGeom>
              <a:avLst/>
              <a:gdLst>
                <a:gd name="T0" fmla="*/ 116 w 187"/>
                <a:gd name="T1" fmla="*/ 319 h 319"/>
                <a:gd name="T2" fmla="*/ 0 w 187"/>
                <a:gd name="T3" fmla="*/ 319 h 319"/>
                <a:gd name="T4" fmla="*/ 70 w 187"/>
                <a:gd name="T5" fmla="*/ 0 h 319"/>
                <a:gd name="T6" fmla="*/ 187 w 187"/>
                <a:gd name="T7" fmla="*/ 0 h 319"/>
                <a:gd name="T8" fmla="*/ 116 w 187"/>
                <a:gd name="T9" fmla="*/ 319 h 319"/>
                <a:gd name="T10" fmla="*/ 116 w 187"/>
                <a:gd name="T11" fmla="*/ 319 h 319"/>
              </a:gdLst>
              <a:ahLst/>
              <a:cxnLst>
                <a:cxn ang="0">
                  <a:pos x="T0" y="T1"/>
                </a:cxn>
                <a:cxn ang="0">
                  <a:pos x="T2" y="T3"/>
                </a:cxn>
                <a:cxn ang="0">
                  <a:pos x="T4" y="T5"/>
                </a:cxn>
                <a:cxn ang="0">
                  <a:pos x="T6" y="T7"/>
                </a:cxn>
                <a:cxn ang="0">
                  <a:pos x="T8" y="T9"/>
                </a:cxn>
                <a:cxn ang="0">
                  <a:pos x="T10" y="T11"/>
                </a:cxn>
              </a:cxnLst>
              <a:rect l="0" t="0" r="r" b="b"/>
              <a:pathLst>
                <a:path w="187" h="319">
                  <a:moveTo>
                    <a:pt x="116" y="319"/>
                  </a:moveTo>
                  <a:lnTo>
                    <a:pt x="0" y="319"/>
                  </a:lnTo>
                  <a:lnTo>
                    <a:pt x="70" y="0"/>
                  </a:lnTo>
                  <a:lnTo>
                    <a:pt x="187" y="0"/>
                  </a:lnTo>
                  <a:lnTo>
                    <a:pt x="116" y="319"/>
                  </a:lnTo>
                  <a:lnTo>
                    <a:pt x="116" y="319"/>
                  </a:ln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991"/>
              <a:endParaRPr lang="en-US">
                <a:solidFill>
                  <a:prstClr val="black"/>
                </a:solidFill>
              </a:endParaRPr>
            </a:p>
          </p:txBody>
        </p:sp>
        <p:sp>
          <p:nvSpPr>
            <p:cNvPr id="12" name="Freeform 11"/>
            <p:cNvSpPr>
              <a:spLocks/>
            </p:cNvSpPr>
            <p:nvPr/>
          </p:nvSpPr>
          <p:spPr bwMode="auto">
            <a:xfrm>
              <a:off x="5148263" y="1241426"/>
              <a:ext cx="431800" cy="512763"/>
            </a:xfrm>
            <a:custGeom>
              <a:avLst/>
              <a:gdLst>
                <a:gd name="T0" fmla="*/ 19 w 70"/>
                <a:gd name="T1" fmla="*/ 1 h 83"/>
                <a:gd name="T2" fmla="*/ 45 w 70"/>
                <a:gd name="T3" fmla="*/ 1 h 83"/>
                <a:gd name="T4" fmla="*/ 43 w 70"/>
                <a:gd name="T5" fmla="*/ 12 h 83"/>
                <a:gd name="T6" fmla="*/ 56 w 70"/>
                <a:gd name="T7" fmla="*/ 2 h 83"/>
                <a:gd name="T8" fmla="*/ 70 w 70"/>
                <a:gd name="T9" fmla="*/ 0 h 83"/>
                <a:gd name="T10" fmla="*/ 64 w 70"/>
                <a:gd name="T11" fmla="*/ 27 h 83"/>
                <a:gd name="T12" fmla="*/ 35 w 70"/>
                <a:gd name="T13" fmla="*/ 54 h 83"/>
                <a:gd name="T14" fmla="*/ 28 w 70"/>
                <a:gd name="T15" fmla="*/ 83 h 83"/>
                <a:gd name="T16" fmla="*/ 0 w 70"/>
                <a:gd name="T17" fmla="*/ 83 h 83"/>
                <a:gd name="T18" fmla="*/ 19 w 70"/>
                <a:gd name="T19" fmla="*/ 1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83">
                  <a:moveTo>
                    <a:pt x="19" y="1"/>
                  </a:moveTo>
                  <a:cubicBezTo>
                    <a:pt x="45" y="1"/>
                    <a:pt x="45" y="1"/>
                    <a:pt x="45" y="1"/>
                  </a:cubicBezTo>
                  <a:cubicBezTo>
                    <a:pt x="43" y="12"/>
                    <a:pt x="43" y="12"/>
                    <a:pt x="43" y="12"/>
                  </a:cubicBezTo>
                  <a:cubicBezTo>
                    <a:pt x="46" y="7"/>
                    <a:pt x="51" y="4"/>
                    <a:pt x="56" y="2"/>
                  </a:cubicBezTo>
                  <a:cubicBezTo>
                    <a:pt x="61" y="1"/>
                    <a:pt x="65" y="0"/>
                    <a:pt x="70" y="0"/>
                  </a:cubicBezTo>
                  <a:cubicBezTo>
                    <a:pt x="64" y="27"/>
                    <a:pt x="64" y="27"/>
                    <a:pt x="64" y="27"/>
                  </a:cubicBezTo>
                  <a:cubicBezTo>
                    <a:pt x="62" y="27"/>
                    <a:pt x="41" y="23"/>
                    <a:pt x="35" y="54"/>
                  </a:cubicBezTo>
                  <a:cubicBezTo>
                    <a:pt x="28" y="83"/>
                    <a:pt x="28" y="83"/>
                    <a:pt x="28" y="83"/>
                  </a:cubicBezTo>
                  <a:cubicBezTo>
                    <a:pt x="0" y="83"/>
                    <a:pt x="0" y="83"/>
                    <a:pt x="0" y="83"/>
                  </a:cubicBezTo>
                  <a:cubicBezTo>
                    <a:pt x="19" y="1"/>
                    <a:pt x="19" y="1"/>
                    <a:pt x="19" y="1"/>
                  </a:cubicBez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991"/>
              <a:endParaRPr lang="en-US">
                <a:solidFill>
                  <a:prstClr val="black"/>
                </a:solidFill>
              </a:endParaRPr>
            </a:p>
          </p:txBody>
        </p:sp>
        <p:sp>
          <p:nvSpPr>
            <p:cNvPr id="13" name="Freeform 12"/>
            <p:cNvSpPr>
              <a:spLocks/>
            </p:cNvSpPr>
            <p:nvPr/>
          </p:nvSpPr>
          <p:spPr bwMode="auto">
            <a:xfrm>
              <a:off x="4510088" y="1217613"/>
              <a:ext cx="700088" cy="555625"/>
            </a:xfrm>
            <a:custGeom>
              <a:avLst/>
              <a:gdLst>
                <a:gd name="T0" fmla="*/ 106 w 113"/>
                <a:gd name="T1" fmla="*/ 57 h 90"/>
                <a:gd name="T2" fmla="*/ 56 w 113"/>
                <a:gd name="T3" fmla="*/ 90 h 90"/>
                <a:gd name="T4" fmla="*/ 77 w 113"/>
                <a:gd name="T5" fmla="*/ 3 h 90"/>
                <a:gd name="T6" fmla="*/ 111 w 113"/>
                <a:gd name="T7" fmla="*/ 36 h 90"/>
                <a:gd name="T8" fmla="*/ 80 w 113"/>
                <a:gd name="T9" fmla="*/ 36 h 90"/>
                <a:gd name="T10" fmla="*/ 72 w 113"/>
                <a:gd name="T11" fmla="*/ 23 h 90"/>
                <a:gd name="T12" fmla="*/ 61 w 113"/>
                <a:gd name="T13" fmla="*/ 69 h 90"/>
                <a:gd name="T14" fmla="*/ 75 w 113"/>
                <a:gd name="T15" fmla="*/ 57 h 90"/>
                <a:gd name="T16" fmla="*/ 106 w 113"/>
                <a:gd name="T17" fmla="*/ 5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90">
                  <a:moveTo>
                    <a:pt x="106" y="57"/>
                  </a:moveTo>
                  <a:cubicBezTo>
                    <a:pt x="106" y="58"/>
                    <a:pt x="97" y="90"/>
                    <a:pt x="56" y="90"/>
                  </a:cubicBezTo>
                  <a:cubicBezTo>
                    <a:pt x="0" y="88"/>
                    <a:pt x="15" y="0"/>
                    <a:pt x="77" y="3"/>
                  </a:cubicBezTo>
                  <a:cubicBezTo>
                    <a:pt x="113" y="5"/>
                    <a:pt x="111" y="35"/>
                    <a:pt x="111" y="36"/>
                  </a:cubicBezTo>
                  <a:cubicBezTo>
                    <a:pt x="80" y="36"/>
                    <a:pt x="80" y="36"/>
                    <a:pt x="80" y="36"/>
                  </a:cubicBezTo>
                  <a:cubicBezTo>
                    <a:pt x="80" y="35"/>
                    <a:pt x="81" y="22"/>
                    <a:pt x="72" y="23"/>
                  </a:cubicBezTo>
                  <a:cubicBezTo>
                    <a:pt x="54" y="23"/>
                    <a:pt x="41" y="68"/>
                    <a:pt x="61" y="69"/>
                  </a:cubicBezTo>
                  <a:cubicBezTo>
                    <a:pt x="70" y="69"/>
                    <a:pt x="74" y="58"/>
                    <a:pt x="75" y="57"/>
                  </a:cubicBezTo>
                  <a:cubicBezTo>
                    <a:pt x="106" y="57"/>
                    <a:pt x="106" y="57"/>
                    <a:pt x="106" y="57"/>
                  </a:cubicBez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991"/>
              <a:endParaRPr lang="en-US">
                <a:solidFill>
                  <a:prstClr val="black"/>
                </a:solidFill>
              </a:endParaRPr>
            </a:p>
          </p:txBody>
        </p:sp>
        <p:sp>
          <p:nvSpPr>
            <p:cNvPr id="14" name="Freeform 13"/>
            <p:cNvSpPr>
              <a:spLocks noEditPoints="1"/>
            </p:cNvSpPr>
            <p:nvPr/>
          </p:nvSpPr>
          <p:spPr bwMode="auto">
            <a:xfrm>
              <a:off x="6427788" y="1211263"/>
              <a:ext cx="846138" cy="574675"/>
            </a:xfrm>
            <a:custGeom>
              <a:avLst/>
              <a:gdLst>
                <a:gd name="T0" fmla="*/ 60 w 137"/>
                <a:gd name="T1" fmla="*/ 91 h 93"/>
                <a:gd name="T2" fmla="*/ 79 w 137"/>
                <a:gd name="T3" fmla="*/ 3 h 93"/>
                <a:gd name="T4" fmla="*/ 60 w 137"/>
                <a:gd name="T5" fmla="*/ 91 h 93"/>
                <a:gd name="T6" fmla="*/ 77 w 137"/>
                <a:gd name="T7" fmla="*/ 22 h 93"/>
                <a:gd name="T8" fmla="*/ 61 w 137"/>
                <a:gd name="T9" fmla="*/ 70 h 93"/>
                <a:gd name="T10" fmla="*/ 77 w 137"/>
                <a:gd name="T11" fmla="*/ 22 h 93"/>
              </a:gdLst>
              <a:ahLst/>
              <a:cxnLst>
                <a:cxn ang="0">
                  <a:pos x="T0" y="T1"/>
                </a:cxn>
                <a:cxn ang="0">
                  <a:pos x="T2" y="T3"/>
                </a:cxn>
                <a:cxn ang="0">
                  <a:pos x="T4" y="T5"/>
                </a:cxn>
                <a:cxn ang="0">
                  <a:pos x="T6" y="T7"/>
                </a:cxn>
                <a:cxn ang="0">
                  <a:pos x="T8" y="T9"/>
                </a:cxn>
                <a:cxn ang="0">
                  <a:pos x="T10" y="T11"/>
                </a:cxn>
              </a:cxnLst>
              <a:rect l="0" t="0" r="r" b="b"/>
              <a:pathLst>
                <a:path w="137" h="93">
                  <a:moveTo>
                    <a:pt x="60" y="91"/>
                  </a:moveTo>
                  <a:cubicBezTo>
                    <a:pt x="0" y="88"/>
                    <a:pt x="18" y="0"/>
                    <a:pt x="79" y="3"/>
                  </a:cubicBezTo>
                  <a:cubicBezTo>
                    <a:pt x="137" y="6"/>
                    <a:pt x="120" y="93"/>
                    <a:pt x="60" y="91"/>
                  </a:cubicBezTo>
                  <a:close/>
                  <a:moveTo>
                    <a:pt x="77" y="22"/>
                  </a:moveTo>
                  <a:cubicBezTo>
                    <a:pt x="57" y="18"/>
                    <a:pt x="43" y="66"/>
                    <a:pt x="61" y="70"/>
                  </a:cubicBezTo>
                  <a:cubicBezTo>
                    <a:pt x="82" y="74"/>
                    <a:pt x="97" y="26"/>
                    <a:pt x="77" y="22"/>
                  </a:cubicBez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991"/>
              <a:endParaRPr lang="en-US">
                <a:solidFill>
                  <a:prstClr val="black"/>
                </a:solidFill>
              </a:endParaRPr>
            </a:p>
          </p:txBody>
        </p:sp>
        <p:sp>
          <p:nvSpPr>
            <p:cNvPr id="15" name="Freeform 14"/>
            <p:cNvSpPr>
              <a:spLocks/>
            </p:cNvSpPr>
            <p:nvPr/>
          </p:nvSpPr>
          <p:spPr bwMode="auto">
            <a:xfrm>
              <a:off x="7126288" y="1063626"/>
              <a:ext cx="655638" cy="703263"/>
            </a:xfrm>
            <a:custGeom>
              <a:avLst/>
              <a:gdLst>
                <a:gd name="T0" fmla="*/ 59 w 106"/>
                <a:gd name="T1" fmla="*/ 18 h 114"/>
                <a:gd name="T2" fmla="*/ 48 w 106"/>
                <a:gd name="T3" fmla="*/ 28 h 114"/>
                <a:gd name="T4" fmla="*/ 47 w 106"/>
                <a:gd name="T5" fmla="*/ 30 h 114"/>
                <a:gd name="T6" fmla="*/ 64 w 106"/>
                <a:gd name="T7" fmla="*/ 30 h 114"/>
                <a:gd name="T8" fmla="*/ 69 w 106"/>
                <a:gd name="T9" fmla="*/ 11 h 114"/>
                <a:gd name="T10" fmla="*/ 96 w 106"/>
                <a:gd name="T11" fmla="*/ 11 h 114"/>
                <a:gd name="T12" fmla="*/ 92 w 106"/>
                <a:gd name="T13" fmla="*/ 30 h 114"/>
                <a:gd name="T14" fmla="*/ 106 w 106"/>
                <a:gd name="T15" fmla="*/ 30 h 114"/>
                <a:gd name="T16" fmla="*/ 101 w 106"/>
                <a:gd name="T17" fmla="*/ 49 h 114"/>
                <a:gd name="T18" fmla="*/ 87 w 106"/>
                <a:gd name="T19" fmla="*/ 49 h 114"/>
                <a:gd name="T20" fmla="*/ 80 w 106"/>
                <a:gd name="T21" fmla="*/ 85 h 114"/>
                <a:gd name="T22" fmla="*/ 79 w 106"/>
                <a:gd name="T23" fmla="*/ 91 h 114"/>
                <a:gd name="T24" fmla="*/ 92 w 106"/>
                <a:gd name="T25" fmla="*/ 93 h 114"/>
                <a:gd name="T26" fmla="*/ 88 w 106"/>
                <a:gd name="T27" fmla="*/ 112 h 114"/>
                <a:gd name="T28" fmla="*/ 56 w 106"/>
                <a:gd name="T29" fmla="*/ 109 h 114"/>
                <a:gd name="T30" fmla="*/ 51 w 106"/>
                <a:gd name="T31" fmla="*/ 91 h 114"/>
                <a:gd name="T32" fmla="*/ 60 w 106"/>
                <a:gd name="T33" fmla="*/ 49 h 114"/>
                <a:gd name="T34" fmla="*/ 44 w 106"/>
                <a:gd name="T35" fmla="*/ 49 h 114"/>
                <a:gd name="T36" fmla="*/ 30 w 106"/>
                <a:gd name="T37" fmla="*/ 112 h 114"/>
                <a:gd name="T38" fmla="*/ 1 w 106"/>
                <a:gd name="T39" fmla="*/ 112 h 114"/>
                <a:gd name="T40" fmla="*/ 15 w 106"/>
                <a:gd name="T41" fmla="*/ 49 h 114"/>
                <a:gd name="T42" fmla="*/ 0 w 106"/>
                <a:gd name="T43" fmla="*/ 49 h 114"/>
                <a:gd name="T44" fmla="*/ 4 w 106"/>
                <a:gd name="T45" fmla="*/ 30 h 114"/>
                <a:gd name="T46" fmla="*/ 18 w 106"/>
                <a:gd name="T47" fmla="*/ 30 h 114"/>
                <a:gd name="T48" fmla="*/ 30 w 106"/>
                <a:gd name="T49" fmla="*/ 7 h 114"/>
                <a:gd name="T50" fmla="*/ 62 w 106"/>
                <a:gd name="T51" fmla="*/ 3 h 114"/>
                <a:gd name="T52" fmla="*/ 59 w 106"/>
                <a:gd name="T53" fmla="*/ 1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6" h="114">
                  <a:moveTo>
                    <a:pt x="59" y="18"/>
                  </a:moveTo>
                  <a:cubicBezTo>
                    <a:pt x="50" y="18"/>
                    <a:pt x="49" y="22"/>
                    <a:pt x="48" y="28"/>
                  </a:cubicBezTo>
                  <a:cubicBezTo>
                    <a:pt x="47" y="30"/>
                    <a:pt x="47" y="30"/>
                    <a:pt x="47" y="30"/>
                  </a:cubicBezTo>
                  <a:cubicBezTo>
                    <a:pt x="64" y="30"/>
                    <a:pt x="64" y="30"/>
                    <a:pt x="64" y="30"/>
                  </a:cubicBezTo>
                  <a:cubicBezTo>
                    <a:pt x="69" y="11"/>
                    <a:pt x="69" y="11"/>
                    <a:pt x="69" y="11"/>
                  </a:cubicBezTo>
                  <a:cubicBezTo>
                    <a:pt x="96" y="11"/>
                    <a:pt x="96" y="11"/>
                    <a:pt x="96" y="11"/>
                  </a:cubicBezTo>
                  <a:cubicBezTo>
                    <a:pt x="92" y="30"/>
                    <a:pt x="92" y="30"/>
                    <a:pt x="92" y="30"/>
                  </a:cubicBezTo>
                  <a:cubicBezTo>
                    <a:pt x="106" y="30"/>
                    <a:pt x="106" y="30"/>
                    <a:pt x="106" y="30"/>
                  </a:cubicBezTo>
                  <a:cubicBezTo>
                    <a:pt x="101" y="49"/>
                    <a:pt x="101" y="49"/>
                    <a:pt x="101" y="49"/>
                  </a:cubicBezTo>
                  <a:cubicBezTo>
                    <a:pt x="87" y="49"/>
                    <a:pt x="87" y="49"/>
                    <a:pt x="87" y="49"/>
                  </a:cubicBezTo>
                  <a:cubicBezTo>
                    <a:pt x="80" y="85"/>
                    <a:pt x="80" y="85"/>
                    <a:pt x="80" y="85"/>
                  </a:cubicBezTo>
                  <a:cubicBezTo>
                    <a:pt x="79" y="87"/>
                    <a:pt x="79" y="89"/>
                    <a:pt x="79" y="91"/>
                  </a:cubicBezTo>
                  <a:cubicBezTo>
                    <a:pt x="81" y="94"/>
                    <a:pt x="92" y="93"/>
                    <a:pt x="92" y="93"/>
                  </a:cubicBezTo>
                  <a:cubicBezTo>
                    <a:pt x="88" y="112"/>
                    <a:pt x="88" y="112"/>
                    <a:pt x="88" y="112"/>
                  </a:cubicBezTo>
                  <a:cubicBezTo>
                    <a:pt x="88" y="112"/>
                    <a:pt x="64" y="114"/>
                    <a:pt x="56" y="109"/>
                  </a:cubicBezTo>
                  <a:cubicBezTo>
                    <a:pt x="52" y="106"/>
                    <a:pt x="49" y="101"/>
                    <a:pt x="51" y="91"/>
                  </a:cubicBezTo>
                  <a:cubicBezTo>
                    <a:pt x="60" y="49"/>
                    <a:pt x="60" y="49"/>
                    <a:pt x="60" y="49"/>
                  </a:cubicBezTo>
                  <a:cubicBezTo>
                    <a:pt x="44" y="49"/>
                    <a:pt x="44" y="49"/>
                    <a:pt x="44" y="49"/>
                  </a:cubicBezTo>
                  <a:cubicBezTo>
                    <a:pt x="30" y="112"/>
                    <a:pt x="30" y="112"/>
                    <a:pt x="30" y="112"/>
                  </a:cubicBezTo>
                  <a:cubicBezTo>
                    <a:pt x="1" y="112"/>
                    <a:pt x="1" y="112"/>
                    <a:pt x="1" y="112"/>
                  </a:cubicBezTo>
                  <a:cubicBezTo>
                    <a:pt x="15" y="49"/>
                    <a:pt x="15" y="49"/>
                    <a:pt x="15" y="49"/>
                  </a:cubicBezTo>
                  <a:cubicBezTo>
                    <a:pt x="0" y="49"/>
                    <a:pt x="0" y="49"/>
                    <a:pt x="0" y="49"/>
                  </a:cubicBezTo>
                  <a:cubicBezTo>
                    <a:pt x="4" y="30"/>
                    <a:pt x="4" y="30"/>
                    <a:pt x="4" y="30"/>
                  </a:cubicBezTo>
                  <a:cubicBezTo>
                    <a:pt x="18" y="30"/>
                    <a:pt x="18" y="30"/>
                    <a:pt x="18" y="30"/>
                  </a:cubicBezTo>
                  <a:cubicBezTo>
                    <a:pt x="21" y="20"/>
                    <a:pt x="23" y="13"/>
                    <a:pt x="30" y="7"/>
                  </a:cubicBezTo>
                  <a:cubicBezTo>
                    <a:pt x="39" y="0"/>
                    <a:pt x="62" y="3"/>
                    <a:pt x="62" y="3"/>
                  </a:cubicBezTo>
                  <a:cubicBezTo>
                    <a:pt x="59" y="18"/>
                    <a:pt x="59" y="18"/>
                    <a:pt x="59" y="18"/>
                  </a:cubicBez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991"/>
              <a:endParaRPr lang="en-US">
                <a:solidFill>
                  <a:prstClr val="black"/>
                </a:solidFill>
              </a:endParaRPr>
            </a:p>
          </p:txBody>
        </p:sp>
        <p:sp>
          <p:nvSpPr>
            <p:cNvPr id="16" name="Freeform 15"/>
            <p:cNvSpPr>
              <a:spLocks noEditPoints="1"/>
            </p:cNvSpPr>
            <p:nvPr/>
          </p:nvSpPr>
          <p:spPr bwMode="auto">
            <a:xfrm>
              <a:off x="5338763" y="1211263"/>
              <a:ext cx="1274763" cy="568325"/>
            </a:xfrm>
            <a:custGeom>
              <a:avLst/>
              <a:gdLst>
                <a:gd name="T0" fmla="*/ 85 w 206"/>
                <a:gd name="T1" fmla="*/ 60 h 92"/>
                <a:gd name="T2" fmla="*/ 141 w 206"/>
                <a:gd name="T3" fmla="*/ 60 h 92"/>
                <a:gd name="T4" fmla="*/ 154 w 206"/>
                <a:gd name="T5" fmla="*/ 72 h 92"/>
                <a:gd name="T6" fmla="*/ 154 w 206"/>
                <a:gd name="T7" fmla="*/ 56 h 92"/>
                <a:gd name="T8" fmla="*/ 121 w 206"/>
                <a:gd name="T9" fmla="*/ 27 h 92"/>
                <a:gd name="T10" fmla="*/ 164 w 206"/>
                <a:gd name="T11" fmla="*/ 3 h 92"/>
                <a:gd name="T12" fmla="*/ 199 w 206"/>
                <a:gd name="T13" fmla="*/ 30 h 92"/>
                <a:gd name="T14" fmla="*/ 170 w 206"/>
                <a:gd name="T15" fmla="*/ 30 h 92"/>
                <a:gd name="T16" fmla="*/ 161 w 206"/>
                <a:gd name="T17" fmla="*/ 20 h 92"/>
                <a:gd name="T18" fmla="*/ 159 w 206"/>
                <a:gd name="T19" fmla="*/ 33 h 92"/>
                <a:gd name="T20" fmla="*/ 196 w 206"/>
                <a:gd name="T21" fmla="*/ 59 h 92"/>
                <a:gd name="T22" fmla="*/ 150 w 206"/>
                <a:gd name="T23" fmla="*/ 91 h 92"/>
                <a:gd name="T24" fmla="*/ 109 w 206"/>
                <a:gd name="T25" fmla="*/ 63 h 92"/>
                <a:gd name="T26" fmla="*/ 60 w 206"/>
                <a:gd name="T27" fmla="*/ 91 h 92"/>
                <a:gd name="T28" fmla="*/ 79 w 206"/>
                <a:gd name="T29" fmla="*/ 3 h 92"/>
                <a:gd name="T30" fmla="*/ 115 w 206"/>
                <a:gd name="T31" fmla="*/ 47 h 92"/>
                <a:gd name="T32" fmla="*/ 113 w 206"/>
                <a:gd name="T33" fmla="*/ 51 h 92"/>
                <a:gd name="T34" fmla="*/ 85 w 206"/>
                <a:gd name="T35" fmla="*/ 60 h 92"/>
                <a:gd name="T36" fmla="*/ 77 w 206"/>
                <a:gd name="T37" fmla="*/ 22 h 92"/>
                <a:gd name="T38" fmla="*/ 62 w 206"/>
                <a:gd name="T39" fmla="*/ 70 h 92"/>
                <a:gd name="T40" fmla="*/ 77 w 206"/>
                <a:gd name="T41" fmla="*/ 22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06" h="92">
                  <a:moveTo>
                    <a:pt x="85" y="60"/>
                  </a:moveTo>
                  <a:cubicBezTo>
                    <a:pt x="141" y="60"/>
                    <a:pt x="141" y="60"/>
                    <a:pt x="141" y="60"/>
                  </a:cubicBezTo>
                  <a:cubicBezTo>
                    <a:pt x="141" y="60"/>
                    <a:pt x="136" y="72"/>
                    <a:pt x="154" y="72"/>
                  </a:cubicBezTo>
                  <a:cubicBezTo>
                    <a:pt x="166" y="72"/>
                    <a:pt x="170" y="59"/>
                    <a:pt x="154" y="56"/>
                  </a:cubicBezTo>
                  <a:cubicBezTo>
                    <a:pt x="147" y="54"/>
                    <a:pt x="118" y="50"/>
                    <a:pt x="121" y="27"/>
                  </a:cubicBezTo>
                  <a:cubicBezTo>
                    <a:pt x="124" y="9"/>
                    <a:pt x="143" y="3"/>
                    <a:pt x="164" y="3"/>
                  </a:cubicBezTo>
                  <a:cubicBezTo>
                    <a:pt x="206" y="4"/>
                    <a:pt x="198" y="29"/>
                    <a:pt x="199" y="30"/>
                  </a:cubicBezTo>
                  <a:cubicBezTo>
                    <a:pt x="170" y="30"/>
                    <a:pt x="170" y="30"/>
                    <a:pt x="170" y="30"/>
                  </a:cubicBezTo>
                  <a:cubicBezTo>
                    <a:pt x="170" y="30"/>
                    <a:pt x="173" y="20"/>
                    <a:pt x="161" y="20"/>
                  </a:cubicBezTo>
                  <a:cubicBezTo>
                    <a:pt x="149" y="20"/>
                    <a:pt x="146" y="30"/>
                    <a:pt x="159" y="33"/>
                  </a:cubicBezTo>
                  <a:cubicBezTo>
                    <a:pt x="176" y="37"/>
                    <a:pt x="195" y="37"/>
                    <a:pt x="196" y="59"/>
                  </a:cubicBezTo>
                  <a:cubicBezTo>
                    <a:pt x="196" y="64"/>
                    <a:pt x="193" y="92"/>
                    <a:pt x="150" y="91"/>
                  </a:cubicBezTo>
                  <a:cubicBezTo>
                    <a:pt x="110" y="90"/>
                    <a:pt x="108" y="72"/>
                    <a:pt x="109" y="63"/>
                  </a:cubicBezTo>
                  <a:cubicBezTo>
                    <a:pt x="102" y="78"/>
                    <a:pt x="84" y="92"/>
                    <a:pt x="60" y="91"/>
                  </a:cubicBezTo>
                  <a:cubicBezTo>
                    <a:pt x="0" y="89"/>
                    <a:pt x="18" y="0"/>
                    <a:pt x="79" y="3"/>
                  </a:cubicBezTo>
                  <a:cubicBezTo>
                    <a:pt x="107" y="5"/>
                    <a:pt x="118" y="26"/>
                    <a:pt x="115" y="47"/>
                  </a:cubicBezTo>
                  <a:cubicBezTo>
                    <a:pt x="114" y="50"/>
                    <a:pt x="114" y="51"/>
                    <a:pt x="113" y="51"/>
                  </a:cubicBezTo>
                  <a:cubicBezTo>
                    <a:pt x="85" y="60"/>
                    <a:pt x="85" y="60"/>
                    <a:pt x="85" y="60"/>
                  </a:cubicBezTo>
                  <a:close/>
                  <a:moveTo>
                    <a:pt x="77" y="22"/>
                  </a:moveTo>
                  <a:cubicBezTo>
                    <a:pt x="58" y="18"/>
                    <a:pt x="43" y="66"/>
                    <a:pt x="62" y="70"/>
                  </a:cubicBezTo>
                  <a:cubicBezTo>
                    <a:pt x="83" y="74"/>
                    <a:pt x="97" y="26"/>
                    <a:pt x="77" y="22"/>
                  </a:cubicBez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991"/>
              <a:endParaRPr lang="en-US">
                <a:solidFill>
                  <a:prstClr val="black"/>
                </a:solidFill>
              </a:endParaRPr>
            </a:p>
          </p:txBody>
        </p:sp>
        <p:sp>
          <p:nvSpPr>
            <p:cNvPr id="17" name="Freeform 16"/>
            <p:cNvSpPr>
              <a:spLocks noEditPoints="1"/>
            </p:cNvSpPr>
            <p:nvPr/>
          </p:nvSpPr>
          <p:spPr bwMode="auto">
            <a:xfrm>
              <a:off x="7794626" y="1247776"/>
              <a:ext cx="173038" cy="130175"/>
            </a:xfrm>
            <a:custGeom>
              <a:avLst/>
              <a:gdLst>
                <a:gd name="T0" fmla="*/ 14 w 28"/>
                <a:gd name="T1" fmla="*/ 0 h 21"/>
                <a:gd name="T2" fmla="*/ 14 w 28"/>
                <a:gd name="T3" fmla="*/ 21 h 21"/>
                <a:gd name="T4" fmla="*/ 14 w 28"/>
                <a:gd name="T5" fmla="*/ 0 h 21"/>
                <a:gd name="T6" fmla="*/ 14 w 28"/>
                <a:gd name="T7" fmla="*/ 2 h 21"/>
                <a:gd name="T8" fmla="*/ 14 w 28"/>
                <a:gd name="T9" fmla="*/ 19 h 21"/>
                <a:gd name="T10" fmla="*/ 14 w 28"/>
                <a:gd name="T11" fmla="*/ 2 h 21"/>
                <a:gd name="T12" fmla="*/ 16 w 28"/>
                <a:gd name="T13" fmla="*/ 12 h 21"/>
                <a:gd name="T14" fmla="*/ 18 w 28"/>
                <a:gd name="T15" fmla="*/ 16 h 21"/>
                <a:gd name="T16" fmla="*/ 15 w 28"/>
                <a:gd name="T17" fmla="*/ 16 h 21"/>
                <a:gd name="T18" fmla="*/ 14 w 28"/>
                <a:gd name="T19" fmla="*/ 12 h 21"/>
                <a:gd name="T20" fmla="*/ 12 w 28"/>
                <a:gd name="T21" fmla="*/ 12 h 21"/>
                <a:gd name="T22" fmla="*/ 12 w 28"/>
                <a:gd name="T23" fmla="*/ 17 h 21"/>
                <a:gd name="T24" fmla="*/ 9 w 28"/>
                <a:gd name="T25" fmla="*/ 17 h 21"/>
                <a:gd name="T26" fmla="*/ 11 w 28"/>
                <a:gd name="T27" fmla="*/ 5 h 21"/>
                <a:gd name="T28" fmla="*/ 16 w 28"/>
                <a:gd name="T29" fmla="*/ 5 h 21"/>
                <a:gd name="T30" fmla="*/ 19 w 28"/>
                <a:gd name="T31" fmla="*/ 9 h 21"/>
                <a:gd name="T32" fmla="*/ 16 w 28"/>
                <a:gd name="T33" fmla="*/ 12 h 21"/>
                <a:gd name="T34" fmla="*/ 15 w 28"/>
                <a:gd name="T35" fmla="*/ 7 h 21"/>
                <a:gd name="T36" fmla="*/ 13 w 28"/>
                <a:gd name="T37" fmla="*/ 7 h 21"/>
                <a:gd name="T38" fmla="*/ 13 w 28"/>
                <a:gd name="T39" fmla="*/ 11 h 21"/>
                <a:gd name="T40" fmla="*/ 15 w 28"/>
                <a:gd name="T41" fmla="*/ 11 h 21"/>
                <a:gd name="T42" fmla="*/ 17 w 28"/>
                <a:gd name="T43" fmla="*/ 9 h 21"/>
                <a:gd name="T44" fmla="*/ 15 w 28"/>
                <a:gd name="T45" fmla="*/ 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 h="21">
                  <a:moveTo>
                    <a:pt x="14" y="0"/>
                  </a:moveTo>
                  <a:cubicBezTo>
                    <a:pt x="28" y="0"/>
                    <a:pt x="28" y="21"/>
                    <a:pt x="14" y="21"/>
                  </a:cubicBezTo>
                  <a:cubicBezTo>
                    <a:pt x="0" y="21"/>
                    <a:pt x="0" y="0"/>
                    <a:pt x="14" y="0"/>
                  </a:cubicBezTo>
                  <a:close/>
                  <a:moveTo>
                    <a:pt x="14" y="2"/>
                  </a:moveTo>
                  <a:cubicBezTo>
                    <a:pt x="2" y="2"/>
                    <a:pt x="2" y="19"/>
                    <a:pt x="14" y="19"/>
                  </a:cubicBezTo>
                  <a:cubicBezTo>
                    <a:pt x="26" y="19"/>
                    <a:pt x="26" y="2"/>
                    <a:pt x="14" y="2"/>
                  </a:cubicBezTo>
                  <a:close/>
                  <a:moveTo>
                    <a:pt x="16" y="12"/>
                  </a:moveTo>
                  <a:cubicBezTo>
                    <a:pt x="18" y="16"/>
                    <a:pt x="18" y="16"/>
                    <a:pt x="18" y="16"/>
                  </a:cubicBezTo>
                  <a:cubicBezTo>
                    <a:pt x="15" y="16"/>
                    <a:pt x="15" y="16"/>
                    <a:pt x="15" y="16"/>
                  </a:cubicBezTo>
                  <a:cubicBezTo>
                    <a:pt x="14" y="12"/>
                    <a:pt x="14" y="12"/>
                    <a:pt x="14" y="12"/>
                  </a:cubicBezTo>
                  <a:cubicBezTo>
                    <a:pt x="12" y="12"/>
                    <a:pt x="12" y="12"/>
                    <a:pt x="12" y="12"/>
                  </a:cubicBezTo>
                  <a:cubicBezTo>
                    <a:pt x="12" y="17"/>
                    <a:pt x="12" y="17"/>
                    <a:pt x="12" y="17"/>
                  </a:cubicBezTo>
                  <a:cubicBezTo>
                    <a:pt x="9" y="17"/>
                    <a:pt x="9" y="17"/>
                    <a:pt x="9" y="17"/>
                  </a:cubicBezTo>
                  <a:cubicBezTo>
                    <a:pt x="11" y="5"/>
                    <a:pt x="11" y="5"/>
                    <a:pt x="11" y="5"/>
                  </a:cubicBezTo>
                  <a:cubicBezTo>
                    <a:pt x="16" y="5"/>
                    <a:pt x="16" y="5"/>
                    <a:pt x="16" y="5"/>
                  </a:cubicBezTo>
                  <a:cubicBezTo>
                    <a:pt x="16" y="5"/>
                    <a:pt x="19" y="6"/>
                    <a:pt x="19" y="9"/>
                  </a:cubicBezTo>
                  <a:cubicBezTo>
                    <a:pt x="19" y="12"/>
                    <a:pt x="16" y="12"/>
                    <a:pt x="16" y="12"/>
                  </a:cubicBezTo>
                  <a:close/>
                  <a:moveTo>
                    <a:pt x="15" y="7"/>
                  </a:moveTo>
                  <a:cubicBezTo>
                    <a:pt x="13" y="7"/>
                    <a:pt x="13" y="7"/>
                    <a:pt x="13" y="7"/>
                  </a:cubicBezTo>
                  <a:cubicBezTo>
                    <a:pt x="13" y="11"/>
                    <a:pt x="13" y="11"/>
                    <a:pt x="13" y="11"/>
                  </a:cubicBezTo>
                  <a:cubicBezTo>
                    <a:pt x="15" y="11"/>
                    <a:pt x="15" y="11"/>
                    <a:pt x="15" y="11"/>
                  </a:cubicBezTo>
                  <a:cubicBezTo>
                    <a:pt x="15" y="11"/>
                    <a:pt x="17" y="11"/>
                    <a:pt x="17" y="9"/>
                  </a:cubicBezTo>
                  <a:cubicBezTo>
                    <a:pt x="17" y="7"/>
                    <a:pt x="15" y="7"/>
                    <a:pt x="15" y="7"/>
                  </a:cubicBez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991"/>
              <a:endParaRPr lang="en-US">
                <a:solidFill>
                  <a:prstClr val="black"/>
                </a:solidFill>
              </a:endParaRPr>
            </a:p>
          </p:txBody>
        </p:sp>
      </p:grpSp>
      <p:sp>
        <p:nvSpPr>
          <p:cNvPr id="2" name="Title 1"/>
          <p:cNvSpPr>
            <a:spLocks noGrp="1"/>
          </p:cNvSpPr>
          <p:nvPr>
            <p:ph type="ctrTitle"/>
          </p:nvPr>
        </p:nvSpPr>
        <p:spPr>
          <a:xfrm>
            <a:off x="5920476" y="2345371"/>
            <a:ext cx="8267851" cy="1162601"/>
          </a:xfrm>
        </p:spPr>
        <p:txBody>
          <a:bodyPr anchor="b">
            <a:noAutofit/>
          </a:bodyPr>
          <a:lstStyle>
            <a:lvl1pPr>
              <a:lnSpc>
                <a:spcPct val="90000"/>
              </a:lnSpc>
              <a:defRPr sz="4800" baseline="0"/>
            </a:lvl1pPr>
          </a:lstStyle>
          <a:p>
            <a:r>
              <a:rPr lang="en-US" dirty="0"/>
              <a:t>Click to edit Master title style</a:t>
            </a:r>
          </a:p>
        </p:txBody>
      </p:sp>
      <p:sp>
        <p:nvSpPr>
          <p:cNvPr id="3" name="Subtitle 2"/>
          <p:cNvSpPr>
            <a:spLocks noGrp="1"/>
          </p:cNvSpPr>
          <p:nvPr>
            <p:ph type="subTitle" idx="1"/>
          </p:nvPr>
        </p:nvSpPr>
        <p:spPr>
          <a:xfrm>
            <a:off x="5920205" y="3574474"/>
            <a:ext cx="8268120" cy="555906"/>
          </a:xfrm>
        </p:spPr>
        <p:txBody>
          <a:bodyPr anchor="ctr">
            <a:noAutofit/>
          </a:bodyPr>
          <a:lstStyle>
            <a:lvl1pPr marL="0" indent="0" algn="l">
              <a:lnSpc>
                <a:spcPct val="90000"/>
              </a:lnSpc>
              <a:spcBef>
                <a:spcPts val="0"/>
              </a:spcBef>
              <a:buNone/>
              <a:defRPr sz="2400">
                <a:solidFill>
                  <a:schemeClr val="tx2">
                    <a:alpha val="99000"/>
                  </a:schemeClr>
                </a:solidFill>
              </a:defRPr>
            </a:lvl1pPr>
            <a:lvl2pPr marL="548461" indent="0" algn="ctr">
              <a:buNone/>
              <a:defRPr>
                <a:solidFill>
                  <a:schemeClr val="tx1">
                    <a:tint val="75000"/>
                  </a:schemeClr>
                </a:solidFill>
              </a:defRPr>
            </a:lvl2pPr>
            <a:lvl3pPr marL="1096920" indent="0" algn="ctr">
              <a:buNone/>
              <a:defRPr>
                <a:solidFill>
                  <a:schemeClr val="tx1">
                    <a:tint val="75000"/>
                  </a:schemeClr>
                </a:solidFill>
              </a:defRPr>
            </a:lvl3pPr>
            <a:lvl4pPr marL="1645382" indent="0" algn="ctr">
              <a:buNone/>
              <a:defRPr>
                <a:solidFill>
                  <a:schemeClr val="tx1">
                    <a:tint val="75000"/>
                  </a:schemeClr>
                </a:solidFill>
              </a:defRPr>
            </a:lvl4pPr>
            <a:lvl5pPr marL="2193843" indent="0" algn="ctr">
              <a:buNone/>
              <a:defRPr>
                <a:solidFill>
                  <a:schemeClr val="tx1">
                    <a:tint val="75000"/>
                  </a:schemeClr>
                </a:solidFill>
              </a:defRPr>
            </a:lvl5pPr>
            <a:lvl6pPr marL="2742305" indent="0" algn="ctr">
              <a:buNone/>
              <a:defRPr>
                <a:solidFill>
                  <a:schemeClr val="tx1">
                    <a:tint val="75000"/>
                  </a:schemeClr>
                </a:solidFill>
              </a:defRPr>
            </a:lvl6pPr>
            <a:lvl7pPr marL="3290764" indent="0" algn="ctr">
              <a:buNone/>
              <a:defRPr>
                <a:solidFill>
                  <a:schemeClr val="tx1">
                    <a:tint val="75000"/>
                  </a:schemeClr>
                </a:solidFill>
              </a:defRPr>
            </a:lvl7pPr>
            <a:lvl8pPr marL="3839224" indent="0" algn="ctr">
              <a:buNone/>
              <a:defRPr>
                <a:solidFill>
                  <a:schemeClr val="tx1">
                    <a:tint val="75000"/>
                  </a:schemeClr>
                </a:solidFill>
              </a:defRPr>
            </a:lvl8pPr>
            <a:lvl9pPr marL="4387684" indent="0" algn="ctr">
              <a:buNone/>
              <a:defRPr>
                <a:solidFill>
                  <a:schemeClr val="tx1">
                    <a:tint val="75000"/>
                  </a:schemeClr>
                </a:solidFill>
              </a:defRPr>
            </a:lvl9pPr>
          </a:lstStyle>
          <a:p>
            <a:r>
              <a:rPr lang="en-US"/>
              <a:t>Click to edit Master subtitle style</a:t>
            </a:r>
            <a:endParaRPr lang="en-US" dirty="0"/>
          </a:p>
        </p:txBody>
      </p:sp>
      <p:cxnSp>
        <p:nvCxnSpPr>
          <p:cNvPr id="7" name="Straight Connector 6"/>
          <p:cNvCxnSpPr/>
          <p:nvPr/>
        </p:nvCxnSpPr>
        <p:spPr>
          <a:xfrm>
            <a:off x="5118136" y="2427316"/>
            <a:ext cx="0" cy="1978430"/>
          </a:xfrm>
          <a:prstGeom prst="line">
            <a:avLst/>
          </a:prstGeom>
          <a:ln w="28575" cap="rnd">
            <a:solidFill>
              <a:srgbClr val="EE7816"/>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6078438"/>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506862" y="1438281"/>
            <a:ext cx="13681462" cy="1601977"/>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Picture 3"/>
          <p:cNvPicPr>
            <a:picLocks noChangeAspect="1"/>
          </p:cNvPicPr>
          <p:nvPr userDrawn="1"/>
        </p:nvPicPr>
        <p:blipFill>
          <a:blip r:embed="rId2" cstate="email">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2711567" y="7613934"/>
            <a:ext cx="1646349" cy="524227"/>
          </a:xfrm>
          <a:prstGeom prst="rect">
            <a:avLst/>
          </a:prstGeom>
        </p:spPr>
      </p:pic>
      <p:sp>
        <p:nvSpPr>
          <p:cNvPr id="5" name="Slide Number Placeholder 4"/>
          <p:cNvSpPr>
            <a:spLocks noGrp="1"/>
          </p:cNvSpPr>
          <p:nvPr>
            <p:ph type="sldNum" sz="quarter" idx="4"/>
          </p:nvPr>
        </p:nvSpPr>
        <p:spPr>
          <a:xfrm>
            <a:off x="347666" y="7525085"/>
            <a:ext cx="478453" cy="438150"/>
          </a:xfrm>
          <a:prstGeom prst="rect">
            <a:avLst/>
          </a:prstGeom>
        </p:spPr>
        <p:txBody>
          <a:bodyPr vert="horz" lIns="109709" tIns="54855" rIns="109709" bIns="54855" rtlCol="0" anchor="ctr"/>
          <a:lstStyle>
            <a:lvl1pPr algn="l">
              <a:defRPr sz="1400">
                <a:solidFill>
                  <a:schemeClr val="tx1">
                    <a:tint val="75000"/>
                  </a:schemeClr>
                </a:solidFill>
              </a:defRPr>
            </a:lvl1pPr>
          </a:lstStyle>
          <a:p>
            <a:fld id="{B60359E2-F1E6-40F3-81C3-5A646FA8713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4245379577"/>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6862" y="1438276"/>
            <a:ext cx="6701631" cy="1591820"/>
          </a:xfrm>
        </p:spPr>
        <p:txBody>
          <a:bodyPr/>
          <a:lstStyle>
            <a:lvl1pPr marL="407853" indent="-407853">
              <a:lnSpc>
                <a:spcPct val="90000"/>
              </a:lnSpc>
              <a:defRPr sz="2400"/>
            </a:lvl1pPr>
            <a:lvl2pPr marL="807773" indent="-390396">
              <a:lnSpc>
                <a:spcPct val="90000"/>
              </a:lnSpc>
              <a:defRPr sz="2200"/>
            </a:lvl2pPr>
            <a:lvl3pPr marL="1144214" indent="-345961">
              <a:lnSpc>
                <a:spcPct val="90000"/>
              </a:lnSpc>
              <a:defRPr sz="1900"/>
            </a:lvl3pPr>
            <a:lvl4pPr marL="1472717" indent="-328506">
              <a:lnSpc>
                <a:spcPct val="90000"/>
              </a:lnSpc>
              <a:defRPr sz="1700"/>
            </a:lvl4pPr>
            <a:lvl5pPr marL="1818680" indent="-336439">
              <a:lnSpc>
                <a:spcPct val="90000"/>
              </a:lnSpc>
              <a:defRPr sz="17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420002" y="1438276"/>
            <a:ext cx="6768323" cy="1591820"/>
          </a:xfrm>
        </p:spPr>
        <p:txBody>
          <a:bodyPr/>
          <a:lstStyle>
            <a:lvl1pPr marL="417374" indent="-417374">
              <a:lnSpc>
                <a:spcPct val="90000"/>
              </a:lnSpc>
              <a:defRPr sz="2400"/>
            </a:lvl1pPr>
            <a:lvl2pPr marL="807773" indent="-407853">
              <a:lnSpc>
                <a:spcPct val="90000"/>
              </a:lnSpc>
              <a:defRPr sz="2200"/>
            </a:lvl2pPr>
            <a:lvl3pPr marL="1153735" indent="-363419">
              <a:lnSpc>
                <a:spcPct val="90000"/>
              </a:lnSpc>
              <a:defRPr sz="1900"/>
            </a:lvl3pPr>
            <a:lvl4pPr marL="1472717" indent="-318984">
              <a:lnSpc>
                <a:spcPct val="90000"/>
              </a:lnSpc>
              <a:defRPr sz="1700"/>
            </a:lvl4pPr>
            <a:lvl5pPr marL="1818680" indent="-328506">
              <a:lnSpc>
                <a:spcPct val="90000"/>
              </a:lnSpc>
              <a:defRPr sz="17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p:cNvPicPr>
            <a:picLocks noChangeAspect="1"/>
          </p:cNvPicPr>
          <p:nvPr userDrawn="1"/>
        </p:nvPicPr>
        <p:blipFill>
          <a:blip r:embed="rId2" cstate="email">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2711567" y="7613934"/>
            <a:ext cx="1646349" cy="524227"/>
          </a:xfrm>
          <a:prstGeom prst="rect">
            <a:avLst/>
          </a:prstGeom>
        </p:spPr>
      </p:pic>
    </p:spTree>
    <p:extLst>
      <p:ext uri="{BB962C8B-B14F-4D97-AF65-F5344CB8AC3E}">
        <p14:creationId xmlns:p14="http://schemas.microsoft.com/office/powerpoint/2010/main" val="1222417215"/>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06863" y="1487597"/>
            <a:ext cx="6686418" cy="415498"/>
          </a:xfrm>
        </p:spPr>
        <p:txBody>
          <a:bodyPr anchor="b"/>
          <a:lstStyle>
            <a:lvl1pPr marL="0" indent="0">
              <a:lnSpc>
                <a:spcPct val="90000"/>
              </a:lnSpc>
              <a:spcBef>
                <a:spcPts val="0"/>
              </a:spcBef>
              <a:buNone/>
              <a:defRPr sz="3000" b="0">
                <a:latin typeface="Segoe UI Semibold" pitchFamily="34" charset="0"/>
              </a:defRPr>
            </a:lvl1pPr>
            <a:lvl2pPr marL="548461" indent="0">
              <a:buNone/>
              <a:defRPr sz="2400" b="1"/>
            </a:lvl2pPr>
            <a:lvl3pPr marL="1096920" indent="0">
              <a:buNone/>
              <a:defRPr sz="2200" b="1"/>
            </a:lvl3pPr>
            <a:lvl4pPr marL="1645382" indent="0">
              <a:buNone/>
              <a:defRPr sz="1900" b="1"/>
            </a:lvl4pPr>
            <a:lvl5pPr marL="2193843" indent="0">
              <a:buNone/>
              <a:defRPr sz="1900" b="1"/>
            </a:lvl5pPr>
            <a:lvl6pPr marL="2742305" indent="0">
              <a:buNone/>
              <a:defRPr sz="1900" b="1"/>
            </a:lvl6pPr>
            <a:lvl7pPr marL="3290764" indent="0">
              <a:buNone/>
              <a:defRPr sz="1900" b="1"/>
            </a:lvl7pPr>
            <a:lvl8pPr marL="3839224" indent="0">
              <a:buNone/>
              <a:defRPr sz="1900" b="1"/>
            </a:lvl8pPr>
            <a:lvl9pPr marL="4387684" indent="0">
              <a:buNone/>
              <a:defRPr sz="1900" b="1"/>
            </a:lvl9pPr>
          </a:lstStyle>
          <a:p>
            <a:pPr lvl="0"/>
            <a:r>
              <a:rPr lang="en-US"/>
              <a:t>Click to edit Master text styles</a:t>
            </a:r>
          </a:p>
        </p:txBody>
      </p:sp>
      <p:sp>
        <p:nvSpPr>
          <p:cNvPr id="4" name="Content Placeholder 3"/>
          <p:cNvSpPr>
            <a:spLocks noGrp="1"/>
          </p:cNvSpPr>
          <p:nvPr>
            <p:ph sz="half" idx="2"/>
          </p:nvPr>
        </p:nvSpPr>
        <p:spPr>
          <a:xfrm>
            <a:off x="493394" y="2286000"/>
            <a:ext cx="6699886" cy="1673074"/>
          </a:xfrm>
        </p:spPr>
        <p:txBody>
          <a:bodyPr/>
          <a:lstStyle>
            <a:lvl1pPr marL="338027" indent="-338027">
              <a:defRPr sz="2400"/>
            </a:lvl1pPr>
            <a:lvl2pPr marL="674468" indent="-318984">
              <a:defRPr sz="2200"/>
            </a:lvl2pPr>
            <a:lvl3pPr marL="975995" indent="-292004">
              <a:defRPr sz="1900"/>
            </a:lvl3pPr>
            <a:lvl4pPr marL="1260064" indent="-274548">
              <a:defRPr sz="1900"/>
            </a:lvl4pPr>
            <a:lvl5pPr marL="1534612" indent="-247570">
              <a:defRPr sz="1900"/>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420002" y="1487597"/>
            <a:ext cx="6768323" cy="415498"/>
          </a:xfrm>
        </p:spPr>
        <p:txBody>
          <a:bodyPr anchor="b"/>
          <a:lstStyle>
            <a:lvl1pPr marL="0" indent="0">
              <a:lnSpc>
                <a:spcPct val="90000"/>
              </a:lnSpc>
              <a:spcBef>
                <a:spcPts val="0"/>
              </a:spcBef>
              <a:buNone/>
              <a:defRPr sz="3000" b="1"/>
            </a:lvl1pPr>
            <a:lvl2pPr marL="548461" indent="0">
              <a:buNone/>
              <a:defRPr sz="2400" b="1"/>
            </a:lvl2pPr>
            <a:lvl3pPr marL="1096920" indent="0">
              <a:buNone/>
              <a:defRPr sz="2200" b="1"/>
            </a:lvl3pPr>
            <a:lvl4pPr marL="1645382" indent="0">
              <a:buNone/>
              <a:defRPr sz="1900" b="1"/>
            </a:lvl4pPr>
            <a:lvl5pPr marL="2193843" indent="0">
              <a:buNone/>
              <a:defRPr sz="1900" b="1"/>
            </a:lvl5pPr>
            <a:lvl6pPr marL="2742305" indent="0">
              <a:buNone/>
              <a:defRPr sz="1900" b="1"/>
            </a:lvl6pPr>
            <a:lvl7pPr marL="3290764" indent="0">
              <a:buNone/>
              <a:defRPr sz="1900" b="1"/>
            </a:lvl7pPr>
            <a:lvl8pPr marL="3839224" indent="0">
              <a:buNone/>
              <a:defRPr sz="1900" b="1"/>
            </a:lvl8pPr>
            <a:lvl9pPr marL="4387684" indent="0">
              <a:buNone/>
              <a:defRPr sz="1900" b="1"/>
            </a:lvl9pPr>
          </a:lstStyle>
          <a:p>
            <a:pPr lvl="0"/>
            <a:r>
              <a:rPr lang="en-US"/>
              <a:t>Click to edit Master text styles</a:t>
            </a:r>
          </a:p>
        </p:txBody>
      </p:sp>
      <p:sp>
        <p:nvSpPr>
          <p:cNvPr id="6" name="Content Placeholder 5"/>
          <p:cNvSpPr>
            <a:spLocks noGrp="1"/>
          </p:cNvSpPr>
          <p:nvPr>
            <p:ph sz="quarter" idx="4"/>
          </p:nvPr>
        </p:nvSpPr>
        <p:spPr>
          <a:xfrm>
            <a:off x="7420006" y="2286001"/>
            <a:ext cx="6731945" cy="1673074"/>
          </a:xfrm>
        </p:spPr>
        <p:txBody>
          <a:bodyPr/>
          <a:lstStyle>
            <a:lvl1pPr marL="355482" indent="-355482">
              <a:defRPr sz="2400"/>
            </a:lvl1pPr>
            <a:lvl2pPr marL="683988" indent="-328506">
              <a:defRPr sz="2200"/>
            </a:lvl2pPr>
            <a:lvl3pPr marL="985515" indent="-293591">
              <a:defRPr sz="1900"/>
            </a:lvl3pPr>
            <a:lvl4pPr marL="1260064" indent="-284071">
              <a:defRPr sz="1900"/>
            </a:lvl4pPr>
            <a:lvl5pPr marL="1534612" indent="-265027">
              <a:defRPr sz="1900"/>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p:cNvPicPr>
            <a:picLocks noChangeAspect="1"/>
          </p:cNvPicPr>
          <p:nvPr userDrawn="1"/>
        </p:nvPicPr>
        <p:blipFill>
          <a:blip r:embed="rId2" cstate="email">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2711567" y="7613934"/>
            <a:ext cx="1646349" cy="524227"/>
          </a:xfrm>
          <a:prstGeom prst="rect">
            <a:avLst/>
          </a:prstGeom>
        </p:spPr>
      </p:pic>
    </p:spTree>
    <p:extLst>
      <p:ext uri="{BB962C8B-B14F-4D97-AF65-F5344CB8AC3E}">
        <p14:creationId xmlns:p14="http://schemas.microsoft.com/office/powerpoint/2010/main" val="1314957196"/>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alpha val="99000"/>
                  </a:schemeClr>
                </a:solidFill>
              </a:defRPr>
            </a:lvl1pPr>
          </a:lstStyle>
          <a:p>
            <a:r>
              <a:rPr lang="en-US" dirty="0"/>
              <a:t>Click to edit Master title style</a:t>
            </a:r>
          </a:p>
        </p:txBody>
      </p:sp>
      <p:pic>
        <p:nvPicPr>
          <p:cNvPr id="3" name="Picture 2"/>
          <p:cNvPicPr>
            <a:picLocks noChangeAspect="1"/>
          </p:cNvPicPr>
          <p:nvPr userDrawn="1"/>
        </p:nvPicPr>
        <p:blipFill>
          <a:blip r:embed="rId2" cstate="email">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2711567" y="7613934"/>
            <a:ext cx="1646349" cy="524227"/>
          </a:xfrm>
          <a:prstGeom prst="rect">
            <a:avLst/>
          </a:prstGeom>
        </p:spPr>
      </p:pic>
      <p:sp>
        <p:nvSpPr>
          <p:cNvPr id="4" name="Slide Number Placeholder 4"/>
          <p:cNvSpPr>
            <a:spLocks noGrp="1"/>
          </p:cNvSpPr>
          <p:nvPr>
            <p:ph type="sldNum" sz="quarter" idx="4"/>
          </p:nvPr>
        </p:nvSpPr>
        <p:spPr>
          <a:xfrm>
            <a:off x="14075538" y="7708936"/>
            <a:ext cx="478453" cy="438150"/>
          </a:xfrm>
          <a:prstGeom prst="rect">
            <a:avLst/>
          </a:prstGeom>
        </p:spPr>
        <p:txBody>
          <a:bodyPr vert="horz" lIns="109709" tIns="54855" rIns="109709" bIns="54855" rtlCol="0" anchor="ctr"/>
          <a:lstStyle>
            <a:lvl1pPr algn="l">
              <a:defRPr sz="1400">
                <a:solidFill>
                  <a:schemeClr val="tx1">
                    <a:tint val="75000"/>
                  </a:schemeClr>
                </a:solidFill>
              </a:defRPr>
            </a:lvl1pPr>
          </a:lstStyle>
          <a:p>
            <a:fld id="{B60359E2-F1E6-40F3-81C3-5A646FA8713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169077028"/>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2711567" y="7613934"/>
            <a:ext cx="1646349" cy="524227"/>
          </a:xfrm>
          <a:prstGeom prst="rect">
            <a:avLst/>
          </a:prstGeom>
        </p:spPr>
      </p:pic>
    </p:spTree>
    <p:extLst>
      <p:ext uri="{BB962C8B-B14F-4D97-AF65-F5344CB8AC3E}">
        <p14:creationId xmlns:p14="http://schemas.microsoft.com/office/powerpoint/2010/main" val="2867536255"/>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3_Title and Content">
    <p:bg bwMode="black">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solidFill>
                  <a:srgbClr val="FFFFFF"/>
                </a:solidFill>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609600" y="1693869"/>
            <a:ext cx="13411201" cy="1601977"/>
          </a:xfrm>
        </p:spPr>
        <p:txBody>
          <a:bodyPr/>
          <a:lstStyle>
            <a:lvl1pPr>
              <a:buClr>
                <a:srgbClr val="FFFFFF"/>
              </a:buClr>
              <a:buSzPct val="70000"/>
              <a:buFont typeface="Wingdings" pitchFamily="2" charset="2"/>
              <a:buChar char="l"/>
              <a:defRPr>
                <a:solidFill>
                  <a:srgbClr val="FFFFFF"/>
                </a:solidFill>
              </a:defRPr>
            </a:lvl1pPr>
            <a:lvl2pPr>
              <a:buClr>
                <a:srgbClr val="FFFFFF"/>
              </a:buClr>
              <a:buSzPct val="70000"/>
              <a:buFont typeface="Wingdings" pitchFamily="2" charset="2"/>
              <a:buChar char="l"/>
              <a:defRPr>
                <a:solidFill>
                  <a:srgbClr val="FFFFFF"/>
                </a:solidFill>
              </a:defRPr>
            </a:lvl2pPr>
            <a:lvl3pPr>
              <a:buClr>
                <a:srgbClr val="FFFFFF"/>
              </a:buClr>
              <a:buSzPct val="70000"/>
              <a:buFont typeface="Wingdings" pitchFamily="2" charset="2"/>
              <a:buChar char="l"/>
              <a:defRPr>
                <a:solidFill>
                  <a:srgbClr val="FFFFFF"/>
                </a:solidFill>
              </a:defRPr>
            </a:lvl3pPr>
            <a:lvl4pPr>
              <a:buClr>
                <a:srgbClr val="FFFFFF"/>
              </a:buClr>
              <a:buSzPct val="70000"/>
              <a:buFont typeface="Wingdings" pitchFamily="2" charset="2"/>
              <a:buChar char="l"/>
              <a:defRPr>
                <a:solidFill>
                  <a:srgbClr val="FFFFFF"/>
                </a:solidFill>
              </a:defRPr>
            </a:lvl4pPr>
            <a:lvl5pPr>
              <a:buClr>
                <a:srgbClr val="FFFFFF"/>
              </a:buClr>
              <a:buSzPct val="70000"/>
              <a:buFont typeface="Wingdings" pitchFamily="2" charset="2"/>
              <a:buChar char="l"/>
              <a:defRPr>
                <a:solidFill>
                  <a:srgbClr val="FFFFF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6"/>
          <p:cNvSpPr>
            <a:spLocks noGrp="1"/>
          </p:cNvSpPr>
          <p:nvPr>
            <p:ph type="body" sz="quarter" idx="11"/>
          </p:nvPr>
        </p:nvSpPr>
        <p:spPr>
          <a:xfrm>
            <a:off x="1" y="7486654"/>
            <a:ext cx="14630401" cy="742950"/>
          </a:xfrm>
          <a:solidFill>
            <a:srgbClr val="FFFF99"/>
          </a:solidFill>
        </p:spPr>
        <p:txBody>
          <a:bodyPr wrap="square" lIns="182819" tIns="91410" rIns="182819" bIns="91410" anchor="b" anchorCtr="0">
            <a:noAutofit/>
          </a:bodyPr>
          <a:lstStyle>
            <a:lvl1pPr algn="r">
              <a:buFont typeface="Arial" pitchFamily="34" charset="0"/>
              <a:buNone/>
              <a:defRPr>
                <a:solidFill>
                  <a:srgbClr val="000000"/>
                </a:solidFill>
                <a:effectLst/>
                <a:latin typeface="Segoe Semibold" pitchFamily="34" charset="0"/>
              </a:defRPr>
            </a:lvl1pPr>
          </a:lstStyle>
          <a:p>
            <a:pPr lvl="0"/>
            <a:r>
              <a:rPr lang="en-US"/>
              <a:t>Click to edit Master text styles</a:t>
            </a:r>
          </a:p>
        </p:txBody>
      </p:sp>
    </p:spTree>
    <p:extLst>
      <p:ext uri="{BB962C8B-B14F-4D97-AF65-F5344CB8AC3E}">
        <p14:creationId xmlns:p14="http://schemas.microsoft.com/office/powerpoint/2010/main" val="1900744459"/>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with Logo">
    <p:spTree>
      <p:nvGrpSpPr>
        <p:cNvPr id="1" name=""/>
        <p:cNvGrpSpPr/>
        <p:nvPr/>
      </p:nvGrpSpPr>
      <p:grpSpPr>
        <a:xfrm>
          <a:off x="0" y="0"/>
          <a:ext cx="0" cy="0"/>
          <a:chOff x="0" y="0"/>
          <a:chExt cx="0" cy="0"/>
        </a:xfrm>
      </p:grpSpPr>
      <p:sp>
        <p:nvSpPr>
          <p:cNvPr id="11" name="Title 1"/>
          <p:cNvSpPr>
            <a:spLocks noGrp="1"/>
          </p:cNvSpPr>
          <p:nvPr>
            <p:ph type="ctrTitle"/>
          </p:nvPr>
        </p:nvSpPr>
        <p:spPr>
          <a:xfrm>
            <a:off x="1168079" y="1693125"/>
            <a:ext cx="12294260" cy="1828196"/>
          </a:xfrm>
        </p:spPr>
        <p:txBody>
          <a:bodyPr>
            <a:noAutofit/>
          </a:bodyPr>
          <a:lstStyle>
            <a:lvl1pPr>
              <a:lnSpc>
                <a:spcPct val="90000"/>
              </a:lnSpc>
              <a:defRPr sz="7100"/>
            </a:lvl1pPr>
          </a:lstStyle>
          <a:p>
            <a:r>
              <a:rPr lang="en-US"/>
              <a:t>Click to edit Master title style</a:t>
            </a:r>
            <a:endParaRPr lang="en-US" dirty="0"/>
          </a:p>
        </p:txBody>
      </p:sp>
      <p:sp>
        <p:nvSpPr>
          <p:cNvPr id="13" name="Subtitle 2"/>
          <p:cNvSpPr>
            <a:spLocks noGrp="1"/>
          </p:cNvSpPr>
          <p:nvPr>
            <p:ph type="subTitle" idx="1"/>
          </p:nvPr>
        </p:nvSpPr>
        <p:spPr>
          <a:xfrm>
            <a:off x="1163325" y="4114810"/>
            <a:ext cx="12294263" cy="555906"/>
          </a:xfrm>
        </p:spPr>
        <p:txBody>
          <a:bodyPr>
            <a:noAutofit/>
          </a:bodyPr>
          <a:lstStyle>
            <a:lvl1pPr marL="0" indent="0" algn="l">
              <a:lnSpc>
                <a:spcPct val="90000"/>
              </a:lnSpc>
              <a:spcBef>
                <a:spcPts val="0"/>
              </a:spcBef>
              <a:buNone/>
              <a:defRPr>
                <a:gradFill>
                  <a:gsLst>
                    <a:gs pos="0">
                      <a:schemeClr val="tx1"/>
                    </a:gs>
                    <a:gs pos="86000">
                      <a:schemeClr val="tx1"/>
                    </a:gs>
                  </a:gsLst>
                  <a:lin ang="5400000" scaled="0"/>
                </a:gradFill>
              </a:defRPr>
            </a:lvl1pPr>
            <a:lvl2pPr marL="731206" indent="0" algn="ctr">
              <a:buNone/>
              <a:defRPr>
                <a:solidFill>
                  <a:schemeClr val="tx1">
                    <a:tint val="75000"/>
                  </a:schemeClr>
                </a:solidFill>
              </a:defRPr>
            </a:lvl2pPr>
            <a:lvl3pPr marL="1462411" indent="0" algn="ctr">
              <a:buNone/>
              <a:defRPr>
                <a:solidFill>
                  <a:schemeClr val="tx1">
                    <a:tint val="75000"/>
                  </a:schemeClr>
                </a:solidFill>
              </a:defRPr>
            </a:lvl3pPr>
            <a:lvl4pPr marL="2193616" indent="0" algn="ctr">
              <a:buNone/>
              <a:defRPr>
                <a:solidFill>
                  <a:schemeClr val="tx1">
                    <a:tint val="75000"/>
                  </a:schemeClr>
                </a:solidFill>
              </a:defRPr>
            </a:lvl4pPr>
            <a:lvl5pPr marL="2924823" indent="0" algn="ctr">
              <a:buNone/>
              <a:defRPr>
                <a:solidFill>
                  <a:schemeClr val="tx1">
                    <a:tint val="75000"/>
                  </a:schemeClr>
                </a:solidFill>
              </a:defRPr>
            </a:lvl5pPr>
            <a:lvl6pPr marL="3656028" indent="0" algn="ctr">
              <a:buNone/>
              <a:defRPr>
                <a:solidFill>
                  <a:schemeClr val="tx1">
                    <a:tint val="75000"/>
                  </a:schemeClr>
                </a:solidFill>
              </a:defRPr>
            </a:lvl6pPr>
            <a:lvl7pPr marL="4387229" indent="0" algn="ctr">
              <a:buNone/>
              <a:defRPr>
                <a:solidFill>
                  <a:schemeClr val="tx1">
                    <a:tint val="75000"/>
                  </a:schemeClr>
                </a:solidFill>
              </a:defRPr>
            </a:lvl7pPr>
            <a:lvl8pPr marL="5118437" indent="0" algn="ctr">
              <a:buNone/>
              <a:defRPr>
                <a:solidFill>
                  <a:schemeClr val="tx1">
                    <a:tint val="75000"/>
                  </a:schemeClr>
                </a:solidFill>
              </a:defRPr>
            </a:lvl8pPr>
            <a:lvl9pPr marL="5849643"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1539097639"/>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Black Layout - 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flip="none" rotWithShape="1">
                  <a:gsLst>
                    <a:gs pos="0">
                      <a:srgbClr val="FFFFFF"/>
                    </a:gs>
                    <a:gs pos="100000">
                      <a:srgbClr val="F8F57B"/>
                    </a:gs>
                  </a:gsLst>
                  <a:lin ang="5400000" scaled="0"/>
                  <a:tileRect/>
                </a:gradFill>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623102" y="1737364"/>
            <a:ext cx="13382301" cy="1601977"/>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76226331"/>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1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2267545" y="3196647"/>
            <a:ext cx="11190979" cy="779929"/>
          </a:xfrm>
        </p:spPr>
        <p:txBody>
          <a:bodyPr anchor="t" anchorCtr="0">
            <a:noAutofit/>
          </a:bodyPr>
          <a:lstStyle>
            <a:lvl1pPr>
              <a:lnSpc>
                <a:spcPct val="90000"/>
              </a:lnSpc>
              <a:defRPr sz="6400"/>
            </a:lvl1pPr>
          </a:lstStyle>
          <a:p>
            <a:r>
              <a:rPr lang="en-US"/>
              <a:t>Click to edit Master title style</a:t>
            </a:r>
            <a:endParaRPr lang="en-US" dirty="0"/>
          </a:p>
        </p:txBody>
      </p:sp>
      <p:sp>
        <p:nvSpPr>
          <p:cNvPr id="3" name="Subtitle 2"/>
          <p:cNvSpPr>
            <a:spLocks noGrp="1"/>
          </p:cNvSpPr>
          <p:nvPr>
            <p:ph type="subTitle" idx="1"/>
          </p:nvPr>
        </p:nvSpPr>
        <p:spPr>
          <a:xfrm>
            <a:off x="2267551" y="4658092"/>
            <a:ext cx="11190981" cy="553998"/>
          </a:xfrm>
        </p:spPr>
        <p:txBody>
          <a:bodyPr>
            <a:noAutofit/>
          </a:bodyPr>
          <a:lstStyle>
            <a:lvl1pPr marL="0" indent="0" algn="l">
              <a:lnSpc>
                <a:spcPct val="90000"/>
              </a:lnSpc>
              <a:spcBef>
                <a:spcPts val="0"/>
              </a:spcBef>
              <a:buNone/>
              <a:defRPr sz="4400">
                <a:gradFill>
                  <a:gsLst>
                    <a:gs pos="0">
                      <a:schemeClr val="tx1"/>
                    </a:gs>
                    <a:gs pos="86000">
                      <a:schemeClr val="tx1"/>
                    </a:gs>
                  </a:gsLst>
                  <a:lin ang="5400000" scaled="0"/>
                </a:gradFill>
              </a:defRPr>
            </a:lvl1pPr>
            <a:lvl2pPr marL="731206" indent="0" algn="ctr">
              <a:buNone/>
              <a:defRPr>
                <a:solidFill>
                  <a:schemeClr val="tx1">
                    <a:tint val="75000"/>
                  </a:schemeClr>
                </a:solidFill>
              </a:defRPr>
            </a:lvl2pPr>
            <a:lvl3pPr marL="1462411" indent="0" algn="ctr">
              <a:buNone/>
              <a:defRPr>
                <a:solidFill>
                  <a:schemeClr val="tx1">
                    <a:tint val="75000"/>
                  </a:schemeClr>
                </a:solidFill>
              </a:defRPr>
            </a:lvl3pPr>
            <a:lvl4pPr marL="2193616" indent="0" algn="ctr">
              <a:buNone/>
              <a:defRPr>
                <a:solidFill>
                  <a:schemeClr val="tx1">
                    <a:tint val="75000"/>
                  </a:schemeClr>
                </a:solidFill>
              </a:defRPr>
            </a:lvl4pPr>
            <a:lvl5pPr marL="2924823" indent="0" algn="ctr">
              <a:buNone/>
              <a:defRPr>
                <a:solidFill>
                  <a:schemeClr val="tx1">
                    <a:tint val="75000"/>
                  </a:schemeClr>
                </a:solidFill>
              </a:defRPr>
            </a:lvl5pPr>
            <a:lvl6pPr marL="3656028" indent="0" algn="ctr">
              <a:buNone/>
              <a:defRPr>
                <a:solidFill>
                  <a:schemeClr val="tx1">
                    <a:tint val="75000"/>
                  </a:schemeClr>
                </a:solidFill>
              </a:defRPr>
            </a:lvl6pPr>
            <a:lvl7pPr marL="4387229" indent="0" algn="ctr">
              <a:buNone/>
              <a:defRPr>
                <a:solidFill>
                  <a:schemeClr val="tx1">
                    <a:tint val="75000"/>
                  </a:schemeClr>
                </a:solidFill>
              </a:defRPr>
            </a:lvl7pPr>
            <a:lvl8pPr marL="5118437" indent="0" algn="ctr">
              <a:buNone/>
              <a:defRPr>
                <a:solidFill>
                  <a:schemeClr val="tx1">
                    <a:tint val="75000"/>
                  </a:schemeClr>
                </a:solidFill>
              </a:defRPr>
            </a:lvl8pPr>
            <a:lvl9pPr marL="5849643"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1164263" y="1737360"/>
            <a:ext cx="12294263" cy="1097280"/>
          </a:xfrm>
        </p:spPr>
        <p:txBody>
          <a:bodyPr anchor="t" anchorCtr="0">
            <a:noAutofit/>
            <a:scene3d>
              <a:camera prst="orthographicFront"/>
              <a:lightRig rig="flat" dir="t"/>
            </a:scene3d>
            <a:sp3d>
              <a:contourClr>
                <a:schemeClr val="tx2"/>
              </a:contourClr>
            </a:sp3d>
          </a:bodyPr>
          <a:lstStyle>
            <a:lvl1pPr marL="0" indent="0" algn="l">
              <a:buFont typeface="Arial" pitchFamily="34" charset="0"/>
              <a:buNone/>
              <a:defRPr kumimoji="0" lang="en-US" sz="9600" b="0" i="0" u="none" strike="noStrike" kern="1200" cap="none" spc="-240" normalizeH="0" baseline="0" noProof="0" dirty="0" smtClean="0">
                <a:ln w="11430"/>
                <a:gradFill>
                  <a:gsLst>
                    <a:gs pos="0">
                      <a:schemeClr val="tx1"/>
                    </a:gs>
                    <a:gs pos="88000">
                      <a:schemeClr val="tx1"/>
                    </a:gs>
                  </a:gsLst>
                  <a:lin ang="5400000"/>
                </a:gradFill>
                <a:effectLst/>
                <a:uLnTx/>
                <a:uFillTx/>
                <a:latin typeface="Segoe UI" pitchFamily="34" charset="0"/>
                <a:ea typeface="+mn-ea"/>
                <a:cs typeface="+mn-cs"/>
              </a:defRPr>
            </a:lvl1pPr>
          </a:lstStyle>
          <a:p>
            <a:pPr lvl="0"/>
            <a:r>
              <a:rPr lang="en-US" dirty="0"/>
              <a:t>click to…</a:t>
            </a:r>
          </a:p>
        </p:txBody>
      </p:sp>
    </p:spTree>
    <p:extLst>
      <p:ext uri="{BB962C8B-B14F-4D97-AF65-F5344CB8AC3E}">
        <p14:creationId xmlns:p14="http://schemas.microsoft.com/office/powerpoint/2010/main" val="2336846787"/>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ubtitle 5"/>
          <p:cNvSpPr>
            <a:spLocks noGrp="1"/>
          </p:cNvSpPr>
          <p:nvPr>
            <p:ph type="subTitle" idx="1"/>
          </p:nvPr>
        </p:nvSpPr>
        <p:spPr>
          <a:xfrm>
            <a:off x="11238074" y="3574473"/>
            <a:ext cx="2894186" cy="565078"/>
          </a:xfrm>
        </p:spPr>
        <p:txBody>
          <a:bodyPr/>
          <a:lstStyle>
            <a:lvl1pPr marL="0" indent="0">
              <a:buFontTx/>
              <a:buNone/>
              <a:defRPr sz="2000">
                <a:solidFill>
                  <a:schemeClr val="tx2">
                    <a:alpha val="99000"/>
                  </a:schemeClr>
                </a:solidFill>
              </a:defRPr>
            </a:lvl1pPr>
          </a:lstStyle>
          <a:p>
            <a:r>
              <a:rPr lang="en-US"/>
              <a:t>Click to edit Master subtitle style</a:t>
            </a:r>
            <a:endParaRPr lang="en-US" dirty="0"/>
          </a:p>
        </p:txBody>
      </p:sp>
      <p:sp>
        <p:nvSpPr>
          <p:cNvPr id="5" name="Date Placeholder 3"/>
          <p:cNvSpPr txBox="1">
            <a:spLocks/>
          </p:cNvSpPr>
          <p:nvPr userDrawn="1"/>
        </p:nvSpPr>
        <p:spPr>
          <a:xfrm>
            <a:off x="981156" y="7525955"/>
            <a:ext cx="5119393" cy="404386"/>
          </a:xfrm>
          <a:prstGeom prst="rect">
            <a:avLst/>
          </a:prstGeom>
        </p:spPr>
        <p:txBody>
          <a:bodyPr lIns="0" tIns="54855" rIns="0" bIns="5485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rgbClr val="525051">
                    <a:alpha val="99000"/>
                  </a:srgbClr>
                </a:solidFill>
              </a:rPr>
              <a:t>|  Copyright© 2011 Microsoft Corporation</a:t>
            </a:r>
          </a:p>
          <a:p>
            <a:r>
              <a:rPr lang="en-US" sz="1200" dirty="0">
                <a:solidFill>
                  <a:srgbClr val="525051">
                    <a:alpha val="99000"/>
                  </a:srgbClr>
                </a:solidFill>
              </a:rPr>
              <a:t>| Microsoft Confidential – Signed NDA Required</a:t>
            </a:r>
          </a:p>
        </p:txBody>
      </p:sp>
    </p:spTree>
    <p:extLst>
      <p:ext uri="{BB962C8B-B14F-4D97-AF65-F5344CB8AC3E}">
        <p14:creationId xmlns:p14="http://schemas.microsoft.com/office/powerpoint/2010/main" val="308708743"/>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6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ubtitle 5"/>
          <p:cNvSpPr>
            <a:spLocks noGrp="1"/>
          </p:cNvSpPr>
          <p:nvPr>
            <p:ph type="subTitle" idx="1"/>
          </p:nvPr>
        </p:nvSpPr>
        <p:spPr>
          <a:xfrm>
            <a:off x="11238074" y="3574473"/>
            <a:ext cx="2894186" cy="565078"/>
          </a:xfrm>
        </p:spPr>
        <p:txBody>
          <a:bodyPr/>
          <a:lstStyle>
            <a:lvl1pPr marL="0" indent="0">
              <a:buFontTx/>
              <a:buNone/>
              <a:defRPr sz="2000">
                <a:solidFill>
                  <a:schemeClr val="tx2">
                    <a:alpha val="99000"/>
                  </a:schemeClr>
                </a:solidFill>
              </a:defRPr>
            </a:lvl1pPr>
          </a:lstStyle>
          <a:p>
            <a:r>
              <a:rPr lang="en-US"/>
              <a:t>Click to edit Master subtitle style</a:t>
            </a:r>
            <a:endParaRPr lang="en-US" dirty="0"/>
          </a:p>
        </p:txBody>
      </p:sp>
      <p:sp>
        <p:nvSpPr>
          <p:cNvPr id="3" name="Footer Placeholder 3"/>
          <p:cNvSpPr>
            <a:spLocks noGrp="1"/>
          </p:cNvSpPr>
          <p:nvPr>
            <p:ph type="ftr" sz="quarter" idx="3"/>
          </p:nvPr>
        </p:nvSpPr>
        <p:spPr>
          <a:xfrm>
            <a:off x="4999038" y="7851231"/>
            <a:ext cx="4632326" cy="303950"/>
          </a:xfrm>
          <a:prstGeom prst="rect">
            <a:avLst/>
          </a:prstGeom>
        </p:spPr>
        <p:txBody>
          <a:bodyPr vert="horz" lIns="91408" tIns="45702" rIns="91408" bIns="45702" rtlCol="0" anchor="ctr"/>
          <a:lstStyle>
            <a:lvl1pPr algn="ctr">
              <a:defRPr sz="1200">
                <a:solidFill>
                  <a:schemeClr val="tx1">
                    <a:tint val="75000"/>
                  </a:schemeClr>
                </a:solidFill>
              </a:defRPr>
            </a:lvl1pPr>
          </a:lstStyle>
          <a:p>
            <a:r>
              <a:rPr lang="en-US">
                <a:solidFill>
                  <a:prstClr val="black">
                    <a:tint val="75000"/>
                  </a:prstClr>
                </a:solidFill>
              </a:rPr>
              <a:t>Microsoft Confidential - Signed NDA Required</a:t>
            </a:r>
            <a:endParaRPr lang="en-US" dirty="0">
              <a:solidFill>
                <a:prstClr val="black">
                  <a:tint val="75000"/>
                </a:prstClr>
              </a:solidFill>
            </a:endParaRPr>
          </a:p>
        </p:txBody>
      </p:sp>
    </p:spTree>
    <p:extLst>
      <p:ext uri="{BB962C8B-B14F-4D97-AF65-F5344CB8AC3E}">
        <p14:creationId xmlns:p14="http://schemas.microsoft.com/office/powerpoint/2010/main" val="2053638370"/>
      </p:ext>
    </p:extLst>
  </p:cSld>
  <p:clrMapOvr>
    <a:masterClrMapping/>
  </p:clrMapOvr>
  <p:transition>
    <p:fade/>
  </p:transition>
  <p:hf hd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ubtitle 5"/>
          <p:cNvSpPr>
            <a:spLocks noGrp="1"/>
          </p:cNvSpPr>
          <p:nvPr>
            <p:ph type="subTitle" idx="1"/>
          </p:nvPr>
        </p:nvSpPr>
        <p:spPr>
          <a:xfrm>
            <a:off x="11238074" y="3574473"/>
            <a:ext cx="2894186" cy="565078"/>
          </a:xfrm>
        </p:spPr>
        <p:txBody>
          <a:bodyPr/>
          <a:lstStyle>
            <a:lvl1pPr marL="0" indent="0">
              <a:buFontTx/>
              <a:buNone/>
              <a:defRPr sz="2000">
                <a:solidFill>
                  <a:schemeClr val="tx2">
                    <a:alpha val="99000"/>
                  </a:schemeClr>
                </a:solidFill>
              </a:defRPr>
            </a:lvl1pPr>
          </a:lstStyle>
          <a:p>
            <a:r>
              <a:rPr lang="en-US"/>
              <a:t>Click to edit Master subtitle style</a:t>
            </a:r>
            <a:endParaRPr lang="en-US" dirty="0"/>
          </a:p>
        </p:txBody>
      </p:sp>
    </p:spTree>
    <p:extLst>
      <p:ext uri="{BB962C8B-B14F-4D97-AF65-F5344CB8AC3E}">
        <p14:creationId xmlns:p14="http://schemas.microsoft.com/office/powerpoint/2010/main" val="2848377157"/>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5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ubtitle 5"/>
          <p:cNvSpPr>
            <a:spLocks noGrp="1"/>
          </p:cNvSpPr>
          <p:nvPr>
            <p:ph type="subTitle" idx="1"/>
          </p:nvPr>
        </p:nvSpPr>
        <p:spPr>
          <a:xfrm>
            <a:off x="11238074" y="3574473"/>
            <a:ext cx="2894186" cy="565078"/>
          </a:xfrm>
        </p:spPr>
        <p:txBody>
          <a:bodyPr/>
          <a:lstStyle>
            <a:lvl1pPr marL="0" indent="0">
              <a:buFontTx/>
              <a:buNone/>
              <a:defRPr sz="2000">
                <a:solidFill>
                  <a:schemeClr val="tx2">
                    <a:alpha val="99000"/>
                  </a:schemeClr>
                </a:solidFill>
              </a:defRPr>
            </a:lvl1pPr>
          </a:lstStyle>
          <a:p>
            <a:r>
              <a:rPr lang="en-US"/>
              <a:t>Click to edit Master subtitle style</a:t>
            </a:r>
            <a:endParaRPr lang="en-US" dirty="0"/>
          </a:p>
        </p:txBody>
      </p:sp>
    </p:spTree>
    <p:extLst>
      <p:ext uri="{BB962C8B-B14F-4D97-AF65-F5344CB8AC3E}">
        <p14:creationId xmlns:p14="http://schemas.microsoft.com/office/powerpoint/2010/main" val="4268149319"/>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4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ubtitle 5"/>
          <p:cNvSpPr>
            <a:spLocks noGrp="1"/>
          </p:cNvSpPr>
          <p:nvPr>
            <p:ph type="subTitle" idx="1"/>
          </p:nvPr>
        </p:nvSpPr>
        <p:spPr>
          <a:xfrm>
            <a:off x="11238074" y="3574473"/>
            <a:ext cx="2894186" cy="565078"/>
          </a:xfrm>
        </p:spPr>
        <p:txBody>
          <a:bodyPr/>
          <a:lstStyle>
            <a:lvl1pPr marL="0" indent="0">
              <a:buFontTx/>
              <a:buNone/>
              <a:defRPr sz="2000">
                <a:solidFill>
                  <a:schemeClr val="tx2">
                    <a:alpha val="99000"/>
                  </a:schemeClr>
                </a:solidFill>
              </a:defRPr>
            </a:lvl1pPr>
          </a:lstStyle>
          <a:p>
            <a:r>
              <a:rPr lang="en-US"/>
              <a:t>Click to edit Master subtitle style</a:t>
            </a:r>
            <a:endParaRPr lang="en-US" dirty="0"/>
          </a:p>
        </p:txBody>
      </p:sp>
    </p:spTree>
    <p:extLst>
      <p:ext uri="{BB962C8B-B14F-4D97-AF65-F5344CB8AC3E}">
        <p14:creationId xmlns:p14="http://schemas.microsoft.com/office/powerpoint/2010/main" val="667224179"/>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4_Title and Conten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612143" y="270516"/>
            <a:ext cx="13411202" cy="664798"/>
          </a:xfrm>
        </p:spPr>
        <p:txBody>
          <a:bodyPr/>
          <a:lstStyle>
            <a:lvl1pPr>
              <a:defRPr>
                <a:solidFill>
                  <a:schemeClr val="tx1"/>
                </a:solidFill>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609602" y="1693874"/>
            <a:ext cx="13411202" cy="1591820"/>
          </a:xfrm>
        </p:spPr>
        <p:txBody>
          <a:bodyPr/>
          <a:lstStyle>
            <a:lvl1pPr>
              <a:buClr>
                <a:schemeClr val="tx1"/>
              </a:buClr>
              <a:buSzPct val="70000"/>
              <a:buFont typeface="Wingdings" pitchFamily="2" charset="2"/>
              <a:buChar char="l"/>
              <a:defRPr>
                <a:solidFill>
                  <a:srgbClr val="FFFFFF"/>
                </a:solidFill>
              </a:defRPr>
            </a:lvl1pPr>
            <a:lvl2pPr>
              <a:buClr>
                <a:schemeClr val="tx1"/>
              </a:buClr>
              <a:buSzPct val="70000"/>
              <a:buFont typeface="Wingdings" pitchFamily="2" charset="2"/>
              <a:buChar char="l"/>
              <a:defRPr>
                <a:solidFill>
                  <a:srgbClr val="FFFFFF"/>
                </a:solidFill>
              </a:defRPr>
            </a:lvl2pPr>
            <a:lvl3pPr>
              <a:buClr>
                <a:schemeClr val="tx1"/>
              </a:buClr>
              <a:buSzPct val="70000"/>
              <a:buFont typeface="Wingdings" pitchFamily="2" charset="2"/>
              <a:buChar char="l"/>
              <a:defRPr>
                <a:solidFill>
                  <a:srgbClr val="FFFFFF"/>
                </a:solidFill>
              </a:defRPr>
            </a:lvl3pPr>
            <a:lvl4pPr>
              <a:buClr>
                <a:schemeClr val="tx1"/>
              </a:buClr>
              <a:buSzPct val="70000"/>
              <a:buFont typeface="Wingdings" pitchFamily="2" charset="2"/>
              <a:buChar char="l"/>
              <a:defRPr>
                <a:solidFill>
                  <a:srgbClr val="FFFFFF"/>
                </a:solidFill>
              </a:defRPr>
            </a:lvl4pPr>
            <a:lvl5pPr>
              <a:buClr>
                <a:schemeClr val="tx1"/>
              </a:buClr>
              <a:buSzPct val="70000"/>
              <a:buFont typeface="Wingdings" pitchFamily="2" charset="2"/>
              <a:buChar char="l"/>
              <a:defRPr>
                <a:solidFill>
                  <a:srgbClr val="FFFFF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1568430"/>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506861" y="523700"/>
            <a:ext cx="13681464" cy="664798"/>
          </a:xfrm>
        </p:spPr>
        <p:txBody>
          <a:bodyPr/>
          <a:lstStyle>
            <a:lvl1pPr algn="l" defTabSz="1097045" rtl="0" eaLnBrk="1" latinLnBrk="0" hangingPunct="1">
              <a:lnSpc>
                <a:spcPct val="90000"/>
              </a:lnSpc>
              <a:spcBef>
                <a:spcPct val="0"/>
              </a:spcBef>
              <a:buNone/>
              <a:defRPr lang="en-US" sz="4800" b="0" kern="1200" cap="none" spc="-120" baseline="0" dirty="0">
                <a:ln w="3175">
                  <a:noFill/>
                </a:ln>
                <a:solidFill>
                  <a:schemeClr val="tx2">
                    <a:alpha val="99000"/>
                  </a:schemeClr>
                </a:solidFill>
                <a:effectLst/>
                <a:latin typeface="Segoe UI Light" pitchFamily="34" charset="0"/>
                <a:ea typeface="+mn-ea"/>
                <a:cs typeface="Arial" charset="0"/>
              </a:defRPr>
            </a:lvl1pPr>
          </a:lstStyle>
          <a:p>
            <a:r>
              <a:rPr lang="en-US" dirty="0"/>
              <a:t>Click to edit Master title style</a:t>
            </a:r>
          </a:p>
        </p:txBody>
      </p:sp>
      <p:sp>
        <p:nvSpPr>
          <p:cNvPr id="3" name="Slide Number Placeholder 2"/>
          <p:cNvSpPr>
            <a:spLocks noGrp="1"/>
          </p:cNvSpPr>
          <p:nvPr>
            <p:ph type="sldNum" sz="quarter" idx="10"/>
          </p:nvPr>
        </p:nvSpPr>
        <p:spPr>
          <a:xfrm>
            <a:off x="14123038" y="7750714"/>
            <a:ext cx="478453" cy="438150"/>
          </a:xfrm>
        </p:spPr>
        <p:txBody>
          <a:bodyPr/>
          <a:lstStyle/>
          <a:p>
            <a:fld id="{B60359E2-F1E6-40F3-81C3-5A646FA87138}"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879920935"/>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WALKIN - Prints in GRAYSCAL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Text Placeholder 5"/>
          <p:cNvSpPr>
            <a:spLocks noGrp="1"/>
          </p:cNvSpPr>
          <p:nvPr userDrawn="1">
            <p:ph type="body" sz="quarter" idx="10" hasCustomPrompt="1"/>
          </p:nvPr>
        </p:nvSpPr>
        <p:spPr>
          <a:xfrm>
            <a:off x="615477" y="3471255"/>
            <a:ext cx="13477638" cy="1462554"/>
          </a:xfrm>
        </p:spPr>
        <p:txBody>
          <a:bodyPr/>
          <a:lstStyle>
            <a:lvl1pPr marL="0" indent="0">
              <a:buNone/>
              <a:defRPr lang="en-US" sz="10600" i="0" kern="1200" spc="-120" baseline="0" dirty="0" smtClean="0">
                <a:solidFill>
                  <a:schemeClr val="bg1">
                    <a:alpha val="99000"/>
                  </a:schemeClr>
                </a:solidFill>
                <a:latin typeface="Segoe UI Light" pitchFamily="34" charset="0"/>
                <a:ea typeface="+mn-ea"/>
                <a:cs typeface="+mn-cs"/>
              </a:defRPr>
            </a:lvl1pPr>
          </a:lstStyle>
          <a:p>
            <a:pPr marL="0" lvl="0" indent="0" algn="l" defTabSz="1097045" rtl="0" eaLnBrk="1" latinLnBrk="0" hangingPunct="1">
              <a:lnSpc>
                <a:spcPct val="90000"/>
              </a:lnSpc>
              <a:spcBef>
                <a:spcPct val="20000"/>
              </a:spcBef>
              <a:buSzPct val="90000"/>
              <a:buFont typeface="Arial" pitchFamily="34" charset="0"/>
              <a:buNone/>
            </a:pPr>
            <a:r>
              <a:rPr lang="en-US" dirty="0"/>
              <a:t>Click to edit title style</a:t>
            </a:r>
          </a:p>
        </p:txBody>
      </p:sp>
      <p:sp>
        <p:nvSpPr>
          <p:cNvPr id="25" name="Text Placeholder 8"/>
          <p:cNvSpPr>
            <a:spLocks noGrp="1"/>
          </p:cNvSpPr>
          <p:nvPr userDrawn="1">
            <p:ph type="body" sz="quarter" idx="11" hasCustomPrompt="1"/>
          </p:nvPr>
        </p:nvSpPr>
        <p:spPr>
          <a:xfrm>
            <a:off x="615480" y="5212080"/>
            <a:ext cx="9018713" cy="531838"/>
          </a:xfrm>
        </p:spPr>
        <p:txBody>
          <a:bodyPr/>
          <a:lstStyle>
            <a:lvl1pPr marL="0" indent="0">
              <a:buNone/>
              <a:defRPr lang="en-US" sz="3800" kern="1200" spc="-120" baseline="0" dirty="0">
                <a:solidFill>
                  <a:schemeClr val="bg1">
                    <a:alpha val="99000"/>
                  </a:schemeClr>
                </a:solidFill>
                <a:latin typeface="+mj-lt"/>
                <a:ea typeface="+mn-ea"/>
                <a:cs typeface="+mn-cs"/>
              </a:defRPr>
            </a:lvl1pPr>
          </a:lstStyle>
          <a:p>
            <a:pPr marL="0" lvl="0" indent="0" algn="l" defTabSz="1097045" rtl="0" eaLnBrk="1" latinLnBrk="0" hangingPunct="1">
              <a:lnSpc>
                <a:spcPct val="90000"/>
              </a:lnSpc>
              <a:spcBef>
                <a:spcPct val="20000"/>
              </a:spcBef>
              <a:buSzPct val="90000"/>
              <a:buFont typeface="Arial" pitchFamily="34" charset="0"/>
              <a:buNone/>
            </a:pPr>
            <a:r>
              <a:rPr lang="en-US" dirty="0"/>
              <a:t>Speaker Name</a:t>
            </a:r>
          </a:p>
        </p:txBody>
      </p:sp>
      <p:pic>
        <p:nvPicPr>
          <p:cNvPr id="26" name="Picture 25" descr="Microsoft logo and tagline"/>
          <p:cNvPicPr>
            <a:picLocks noChangeAspect="1" noChangeArrowheads="1"/>
          </p:cNvPicPr>
          <p:nvPr userDrawn="1"/>
        </p:nvPicPr>
        <p:blipFill rotWithShape="1">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p:blipFill>
        <p:spPr bwMode="black">
          <a:xfrm>
            <a:off x="641818" y="7637581"/>
            <a:ext cx="1915281" cy="322039"/>
          </a:xfrm>
          <a:prstGeom prst="rect">
            <a:avLst/>
          </a:prstGeom>
          <a:noFill/>
          <a:ln>
            <a:noFill/>
          </a:ln>
        </p:spPr>
      </p:pic>
      <p:pic>
        <p:nvPicPr>
          <p:cNvPr id="7" name="Picture 6"/>
          <p:cNvPicPr>
            <a:picLocks noChangeAspect="1"/>
          </p:cNvPicPr>
          <p:nvPr userDrawn="1"/>
        </p:nvPicPr>
        <p:blipFill>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23102" y="274320"/>
            <a:ext cx="2998173" cy="348406"/>
          </a:xfrm>
          <a:prstGeom prst="rect">
            <a:avLst/>
          </a:prstGeom>
        </p:spPr>
      </p:pic>
    </p:spTree>
    <p:extLst>
      <p:ext uri="{BB962C8B-B14F-4D97-AF65-F5344CB8AC3E}">
        <p14:creationId xmlns:p14="http://schemas.microsoft.com/office/powerpoint/2010/main" val="1274957738"/>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623104" y="274323"/>
            <a:ext cx="13382301" cy="914096"/>
          </a:xfrm>
        </p:spPr>
        <p:txBody>
          <a:bodyPr/>
          <a:lstStyle/>
          <a:p>
            <a:r>
              <a:rPr lang="en-US"/>
              <a:t>Click to edit Master title style</a:t>
            </a:r>
            <a:endParaRPr lang="en-US" dirty="0"/>
          </a:p>
        </p:txBody>
      </p:sp>
      <p:sp>
        <p:nvSpPr>
          <p:cNvPr id="5" name="Text Placeholder 4"/>
          <p:cNvSpPr>
            <a:spLocks noGrp="1"/>
          </p:cNvSpPr>
          <p:nvPr>
            <p:ph type="body" sz="quarter" idx="10"/>
          </p:nvPr>
        </p:nvSpPr>
        <p:spPr>
          <a:xfrm>
            <a:off x="623104" y="1737359"/>
            <a:ext cx="13382301" cy="1135696"/>
          </a:xfrm>
        </p:spPr>
        <p:txBody>
          <a:bodyPr/>
          <a:lstStyle>
            <a:lvl1pPr marL="0" indent="0">
              <a:spcBef>
                <a:spcPts val="0"/>
              </a:spcBef>
              <a:spcAft>
                <a:spcPts val="1080"/>
              </a:spcAft>
              <a:buNone/>
              <a:defRPr sz="4800" spc="-120" baseline="0">
                <a:latin typeface="Segoe UI Light" pitchFamily="34" charset="0"/>
              </a:defRPr>
            </a:lvl1pPr>
            <a:lvl2pPr marL="0" indent="0">
              <a:spcBef>
                <a:spcPts val="0"/>
              </a:spcBef>
              <a:spcAft>
                <a:spcPts val="480"/>
              </a:spcAft>
              <a:buNone/>
              <a:defRPr sz="2400" spc="-61" baseline="0">
                <a:gradFill flip="none" rotWithShape="1">
                  <a:gsLst>
                    <a:gs pos="0">
                      <a:schemeClr val="tx1">
                        <a:lumMod val="75000"/>
                      </a:schemeClr>
                    </a:gs>
                    <a:gs pos="86000">
                      <a:schemeClr val="tx1">
                        <a:lumMod val="75000"/>
                      </a:schemeClr>
                    </a:gs>
                  </a:gsLst>
                  <a:path path="circle">
                    <a:fillToRect r="100000" b="100000"/>
                  </a:path>
                  <a:tileRect l="-100000" t="-100000"/>
                </a:gradFill>
              </a:defRPr>
            </a:lvl2pPr>
            <a:lvl3pPr marL="0" indent="0">
              <a:spcBef>
                <a:spcPts val="0"/>
              </a:spcBef>
              <a:spcAft>
                <a:spcPts val="480"/>
              </a:spcAft>
              <a:buNone/>
              <a:defRPr sz="2400"/>
            </a:lvl3pPr>
            <a:lvl4pPr marL="0" indent="0">
              <a:spcBef>
                <a:spcPts val="0"/>
              </a:spcBef>
              <a:spcAft>
                <a:spcPts val="480"/>
              </a:spcAft>
              <a:buNone/>
              <a:defRPr/>
            </a:lvl4pPr>
            <a:lvl5pPr marL="0" indent="0">
              <a:spcBef>
                <a:spcPts val="0"/>
              </a:spcBef>
              <a:spcAft>
                <a:spcPts val="480"/>
              </a:spcAft>
              <a:buNone/>
              <a:defRPr/>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2501337114"/>
      </p:ext>
    </p:extLst>
  </p:cSld>
  <p:clrMapOvr>
    <a:masterClrMapping/>
  </p:clrMapOvr>
  <p:transition>
    <p:wipe dir="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623104" y="274323"/>
            <a:ext cx="13382301" cy="914096"/>
          </a:xfrm>
        </p:spPr>
        <p:txBody>
          <a:bodyPr/>
          <a:lstStyle/>
          <a:p>
            <a:r>
              <a:rPr lang="en-US"/>
              <a:t>Click to edit Master title style</a:t>
            </a:r>
            <a:endParaRPr lang="en-US" dirty="0"/>
          </a:p>
        </p:txBody>
      </p:sp>
      <p:sp>
        <p:nvSpPr>
          <p:cNvPr id="5" name="Text Placeholder 4"/>
          <p:cNvSpPr>
            <a:spLocks noGrp="1"/>
          </p:cNvSpPr>
          <p:nvPr>
            <p:ph type="body" sz="quarter" idx="10"/>
          </p:nvPr>
        </p:nvSpPr>
        <p:spPr>
          <a:xfrm>
            <a:off x="623104" y="1737364"/>
            <a:ext cx="13382301" cy="24052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45719110"/>
      </p:ext>
    </p:extLst>
  </p:cSld>
  <p:clrMapOvr>
    <a:masterClrMapping/>
  </p:clrMapOvr>
  <p:transition>
    <p:wipe dir="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623104" y="1737364"/>
            <a:ext cx="13382301" cy="2405274"/>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47010831"/>
      </p:ext>
    </p:extLst>
  </p:cSld>
  <p:clrMapOvr>
    <a:masterClrMapping/>
  </p:clrMapOvr>
  <p:transition>
    <p:wipe dir="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439094303"/>
      </p:ext>
    </p:extLst>
  </p:cSld>
  <p:clrMapOvr>
    <a:masterClrMapping/>
  </p:clrMapOvr>
  <p:transition>
    <p:wipe dir="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5409180"/>
      </p:ext>
    </p:extLst>
  </p:cSld>
  <p:clrMapOvr>
    <a:masterClrMapping/>
  </p:clrMapOvr>
  <p:transition>
    <p:wipe dir="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Black Layout - 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623104" y="1737364"/>
            <a:ext cx="13382301" cy="2405274"/>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46273211"/>
      </p:ext>
    </p:extLst>
  </p:cSld>
  <p:clrMapOvr>
    <a:masterClrMapping/>
  </p:clrMapOvr>
  <p:transition>
    <p:wipe dir="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Black Notes slide Layou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623104" y="1737364"/>
            <a:ext cx="13382301" cy="2405274"/>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6"/>
          <p:cNvSpPr>
            <a:spLocks noGrp="1"/>
          </p:cNvSpPr>
          <p:nvPr>
            <p:ph type="body" sz="quarter" idx="11"/>
          </p:nvPr>
        </p:nvSpPr>
        <p:spPr>
          <a:xfrm>
            <a:off x="2" y="7486655"/>
            <a:ext cx="14630402" cy="742950"/>
          </a:xfrm>
          <a:solidFill>
            <a:srgbClr val="FFFF99"/>
          </a:solidFill>
        </p:spPr>
        <p:txBody>
          <a:bodyPr wrap="square" lIns="182799" tIns="91401" rIns="182799" bIns="91401" anchor="b" anchorCtr="0">
            <a:noAutofit/>
          </a:bodyPr>
          <a:lstStyle>
            <a:lvl1pPr algn="r">
              <a:buFont typeface="Arial" pitchFamily="34" charset="0"/>
              <a:buNone/>
              <a:defRPr spc="-61" baseline="0">
                <a:gradFill>
                  <a:gsLst>
                    <a:gs pos="0">
                      <a:srgbClr val="000000"/>
                    </a:gs>
                    <a:gs pos="100000">
                      <a:srgbClr val="000000"/>
                    </a:gs>
                  </a:gsLst>
                  <a:lin ang="5400000" scaled="0"/>
                </a:gradFill>
                <a:effectLst/>
                <a:latin typeface="Segoe UI" pitchFamily="34" charset="0"/>
              </a:defRPr>
            </a:lvl1pPr>
          </a:lstStyle>
          <a:p>
            <a:pPr lvl="0"/>
            <a:r>
              <a:rPr lang="en-US"/>
              <a:t>Click to edit Master text styles</a:t>
            </a:r>
          </a:p>
        </p:txBody>
      </p:sp>
    </p:spTree>
    <p:extLst>
      <p:ext uri="{BB962C8B-B14F-4D97-AF65-F5344CB8AC3E}">
        <p14:creationId xmlns:p14="http://schemas.microsoft.com/office/powerpoint/2010/main" val="2084687527"/>
      </p:ext>
    </p:extLst>
  </p:cSld>
  <p:clrMapOvr>
    <a:masterClrMapping/>
  </p:clrMapOvr>
  <p:transition>
    <p:wipe dir="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Title with Logo">
    <p:spTree>
      <p:nvGrpSpPr>
        <p:cNvPr id="1" name=""/>
        <p:cNvGrpSpPr/>
        <p:nvPr/>
      </p:nvGrpSpPr>
      <p:grpSpPr>
        <a:xfrm>
          <a:off x="0" y="0"/>
          <a:ext cx="0" cy="0"/>
          <a:chOff x="0" y="0"/>
          <a:chExt cx="0" cy="0"/>
        </a:xfrm>
      </p:grpSpPr>
      <p:sp>
        <p:nvSpPr>
          <p:cNvPr id="11" name="Title 1"/>
          <p:cNvSpPr>
            <a:spLocks noGrp="1"/>
          </p:cNvSpPr>
          <p:nvPr>
            <p:ph type="ctrTitle"/>
          </p:nvPr>
        </p:nvSpPr>
        <p:spPr>
          <a:xfrm>
            <a:off x="1168085" y="1693129"/>
            <a:ext cx="12294260" cy="1828198"/>
          </a:xfrm>
        </p:spPr>
        <p:txBody>
          <a:bodyPr>
            <a:noAutofit/>
          </a:bodyPr>
          <a:lstStyle>
            <a:lvl1pPr>
              <a:lnSpc>
                <a:spcPct val="90000"/>
              </a:lnSpc>
              <a:defRPr sz="7000"/>
            </a:lvl1pPr>
          </a:lstStyle>
          <a:p>
            <a:r>
              <a:rPr lang="en-US"/>
              <a:t>Click to edit Master title style</a:t>
            </a:r>
            <a:endParaRPr lang="en-US" dirty="0"/>
          </a:p>
        </p:txBody>
      </p:sp>
      <p:sp>
        <p:nvSpPr>
          <p:cNvPr id="13" name="Subtitle 2"/>
          <p:cNvSpPr>
            <a:spLocks noGrp="1"/>
          </p:cNvSpPr>
          <p:nvPr>
            <p:ph type="subTitle" idx="1"/>
          </p:nvPr>
        </p:nvSpPr>
        <p:spPr>
          <a:xfrm>
            <a:off x="1163327" y="4114810"/>
            <a:ext cx="12294262" cy="555906"/>
          </a:xfrm>
        </p:spPr>
        <p:txBody>
          <a:bodyPr>
            <a:noAutofit/>
          </a:bodyPr>
          <a:lstStyle>
            <a:lvl1pPr marL="0" indent="0" algn="l">
              <a:lnSpc>
                <a:spcPct val="90000"/>
              </a:lnSpc>
              <a:spcBef>
                <a:spcPts val="0"/>
              </a:spcBef>
              <a:buNone/>
              <a:defRPr>
                <a:gradFill>
                  <a:gsLst>
                    <a:gs pos="0">
                      <a:schemeClr val="tx1"/>
                    </a:gs>
                    <a:gs pos="86000">
                      <a:schemeClr val="tx1"/>
                    </a:gs>
                  </a:gsLst>
                  <a:lin ang="5400000" scaled="0"/>
                </a:gradFill>
              </a:defRPr>
            </a:lvl1pPr>
            <a:lvl2pPr marL="731041" indent="0" algn="ctr">
              <a:buNone/>
              <a:defRPr>
                <a:solidFill>
                  <a:schemeClr val="tx1">
                    <a:tint val="75000"/>
                  </a:schemeClr>
                </a:solidFill>
              </a:defRPr>
            </a:lvl2pPr>
            <a:lvl3pPr marL="1462080" indent="0" algn="ctr">
              <a:buNone/>
              <a:defRPr>
                <a:solidFill>
                  <a:schemeClr val="tx1">
                    <a:tint val="75000"/>
                  </a:schemeClr>
                </a:solidFill>
              </a:defRPr>
            </a:lvl3pPr>
            <a:lvl4pPr marL="2193118" indent="0" algn="ctr">
              <a:buNone/>
              <a:defRPr>
                <a:solidFill>
                  <a:schemeClr val="tx1">
                    <a:tint val="75000"/>
                  </a:schemeClr>
                </a:solidFill>
              </a:defRPr>
            </a:lvl4pPr>
            <a:lvl5pPr marL="2924159" indent="0" algn="ctr">
              <a:buNone/>
              <a:defRPr>
                <a:solidFill>
                  <a:schemeClr val="tx1">
                    <a:tint val="75000"/>
                  </a:schemeClr>
                </a:solidFill>
              </a:defRPr>
            </a:lvl5pPr>
            <a:lvl6pPr marL="3655201" indent="0" algn="ctr">
              <a:buNone/>
              <a:defRPr>
                <a:solidFill>
                  <a:schemeClr val="tx1">
                    <a:tint val="75000"/>
                  </a:schemeClr>
                </a:solidFill>
              </a:defRPr>
            </a:lvl6pPr>
            <a:lvl7pPr marL="4386234" indent="0" algn="ctr">
              <a:buNone/>
              <a:defRPr>
                <a:solidFill>
                  <a:schemeClr val="tx1">
                    <a:tint val="75000"/>
                  </a:schemeClr>
                </a:solidFill>
              </a:defRPr>
            </a:lvl7pPr>
            <a:lvl8pPr marL="5117277" indent="0" algn="ctr">
              <a:buNone/>
              <a:defRPr>
                <a:solidFill>
                  <a:schemeClr val="tx1">
                    <a:tint val="75000"/>
                  </a:schemeClr>
                </a:solidFill>
              </a:defRPr>
            </a:lvl8pPr>
            <a:lvl9pPr marL="5848317"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430496763"/>
      </p:ext>
    </p:extLst>
  </p:cSld>
  <p:clrMapOvr>
    <a:masterClrMapping/>
  </p:clrMapOvr>
  <p:transition>
    <p:wipe dir="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6865" y="1438276"/>
            <a:ext cx="6701630" cy="1632446"/>
          </a:xfrm>
        </p:spPr>
        <p:txBody>
          <a:bodyPr/>
          <a:lstStyle>
            <a:lvl1pPr marL="407760" indent="-407760">
              <a:lnSpc>
                <a:spcPct val="90000"/>
              </a:lnSpc>
              <a:defRPr sz="2400"/>
            </a:lvl1pPr>
            <a:lvl2pPr marL="807591" indent="-390309">
              <a:lnSpc>
                <a:spcPct val="90000"/>
              </a:lnSpc>
              <a:defRPr sz="2200"/>
            </a:lvl2pPr>
            <a:lvl3pPr marL="1143955" indent="-345883">
              <a:lnSpc>
                <a:spcPct val="90000"/>
              </a:lnSpc>
              <a:defRPr sz="1900"/>
            </a:lvl3pPr>
            <a:lvl4pPr marL="1472384" indent="-328431">
              <a:lnSpc>
                <a:spcPct val="90000"/>
              </a:lnSpc>
              <a:defRPr sz="1800"/>
            </a:lvl4pPr>
            <a:lvl5pPr marL="1818267" indent="-336361">
              <a:lnSpc>
                <a:spcPct val="90000"/>
              </a:lnSpc>
              <a:defRPr sz="18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420003" y="1438276"/>
            <a:ext cx="6768323" cy="1632446"/>
          </a:xfrm>
        </p:spPr>
        <p:txBody>
          <a:bodyPr/>
          <a:lstStyle>
            <a:lvl1pPr marL="417278" indent="-417278">
              <a:lnSpc>
                <a:spcPct val="90000"/>
              </a:lnSpc>
              <a:defRPr sz="2400"/>
            </a:lvl1pPr>
            <a:lvl2pPr marL="807591" indent="-407760">
              <a:lnSpc>
                <a:spcPct val="90000"/>
              </a:lnSpc>
              <a:defRPr sz="2200"/>
            </a:lvl2pPr>
            <a:lvl3pPr marL="1153473" indent="-363335">
              <a:lnSpc>
                <a:spcPct val="90000"/>
              </a:lnSpc>
              <a:defRPr sz="1900"/>
            </a:lvl3pPr>
            <a:lvl4pPr marL="1472384" indent="-318912">
              <a:lnSpc>
                <a:spcPct val="90000"/>
              </a:lnSpc>
              <a:defRPr sz="1800"/>
            </a:lvl4pPr>
            <a:lvl5pPr marL="1818267" indent="-328431">
              <a:lnSpc>
                <a:spcPct val="90000"/>
              </a:lnSpc>
              <a:defRPr sz="18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p:cNvPicPr>
            <a:picLocks noChangeAspect="1"/>
          </p:cNvPicPr>
          <p:nvPr userDrawn="1"/>
        </p:nvPicPr>
        <p:blipFill>
          <a:blip r:embed="rId2" cstate="email">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2711568" y="7613938"/>
            <a:ext cx="1646349" cy="524227"/>
          </a:xfrm>
          <a:prstGeom prst="rect">
            <a:avLst/>
          </a:prstGeom>
        </p:spPr>
      </p:pic>
    </p:spTree>
    <p:extLst>
      <p:ext uri="{BB962C8B-B14F-4D97-AF65-F5344CB8AC3E}">
        <p14:creationId xmlns:p14="http://schemas.microsoft.com/office/powerpoint/2010/main" val="2850265347"/>
      </p:ext>
    </p:extLst>
  </p:cSld>
  <p:clrMapOvr>
    <a:masterClrMapping/>
  </p:clrMapOvr>
  <p:transition>
    <p:wipe dir="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WALKIN - Prints in GRAYSCAL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Text Placeholder 5"/>
          <p:cNvSpPr>
            <a:spLocks noGrp="1"/>
          </p:cNvSpPr>
          <p:nvPr userDrawn="1">
            <p:ph type="body" sz="quarter" idx="10" hasCustomPrompt="1"/>
          </p:nvPr>
        </p:nvSpPr>
        <p:spPr>
          <a:xfrm>
            <a:off x="615477" y="3471255"/>
            <a:ext cx="13477638" cy="1462554"/>
          </a:xfrm>
        </p:spPr>
        <p:txBody>
          <a:bodyPr/>
          <a:lstStyle>
            <a:lvl1pPr marL="0" indent="0">
              <a:buNone/>
              <a:defRPr lang="en-US" sz="10600" i="0" kern="1200" spc="-120" baseline="0" dirty="0" smtClean="0">
                <a:solidFill>
                  <a:schemeClr val="tx1">
                    <a:alpha val="99000"/>
                  </a:schemeClr>
                </a:solidFill>
                <a:latin typeface="Segoe UI Light" pitchFamily="34" charset="0"/>
                <a:ea typeface="+mn-ea"/>
                <a:cs typeface="+mn-cs"/>
              </a:defRPr>
            </a:lvl1pPr>
          </a:lstStyle>
          <a:p>
            <a:pPr marL="0" lvl="0" indent="0" algn="l" defTabSz="1097045" rtl="0" eaLnBrk="1" latinLnBrk="0" hangingPunct="1">
              <a:lnSpc>
                <a:spcPct val="90000"/>
              </a:lnSpc>
              <a:spcBef>
                <a:spcPct val="20000"/>
              </a:spcBef>
              <a:buSzPct val="90000"/>
              <a:buFont typeface="Arial" pitchFamily="34" charset="0"/>
              <a:buNone/>
            </a:pPr>
            <a:r>
              <a:rPr lang="en-US" dirty="0"/>
              <a:t>Click to edit title style</a:t>
            </a:r>
          </a:p>
        </p:txBody>
      </p:sp>
      <p:sp>
        <p:nvSpPr>
          <p:cNvPr id="25" name="Text Placeholder 8"/>
          <p:cNvSpPr>
            <a:spLocks noGrp="1"/>
          </p:cNvSpPr>
          <p:nvPr userDrawn="1">
            <p:ph type="body" sz="quarter" idx="11" hasCustomPrompt="1"/>
          </p:nvPr>
        </p:nvSpPr>
        <p:spPr>
          <a:xfrm>
            <a:off x="615480" y="5212080"/>
            <a:ext cx="9018713" cy="531838"/>
          </a:xfrm>
        </p:spPr>
        <p:txBody>
          <a:bodyPr/>
          <a:lstStyle>
            <a:lvl1pPr marL="0" indent="0">
              <a:buNone/>
              <a:defRPr lang="en-US" sz="3800" kern="1200" spc="-120" baseline="0" dirty="0">
                <a:solidFill>
                  <a:schemeClr val="tx1">
                    <a:alpha val="99000"/>
                  </a:schemeClr>
                </a:solidFill>
                <a:latin typeface="+mj-lt"/>
                <a:ea typeface="+mn-ea"/>
                <a:cs typeface="+mn-cs"/>
              </a:defRPr>
            </a:lvl1pPr>
          </a:lstStyle>
          <a:p>
            <a:pPr marL="0" lvl="0" indent="0" algn="l" defTabSz="1097045" rtl="0" eaLnBrk="1" latinLnBrk="0" hangingPunct="1">
              <a:lnSpc>
                <a:spcPct val="90000"/>
              </a:lnSpc>
              <a:spcBef>
                <a:spcPct val="20000"/>
              </a:spcBef>
              <a:buSzPct val="90000"/>
              <a:buFont typeface="Arial" pitchFamily="34" charset="0"/>
              <a:buNone/>
            </a:pPr>
            <a:r>
              <a:rPr lang="en-US" dirty="0"/>
              <a:t>Speaker Name</a:t>
            </a:r>
          </a:p>
        </p:txBody>
      </p:sp>
      <p:pic>
        <p:nvPicPr>
          <p:cNvPr id="26" name="Picture 25" descr="Microsoft logo and tagline"/>
          <p:cNvPicPr>
            <a:picLocks noChangeAspect="1" noChangeArrowheads="1"/>
          </p:cNvPicPr>
          <p:nvPr userDrawn="1"/>
        </p:nvPicPr>
        <p:blipFill rotWithShape="1">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p:blipFill>
        <p:spPr bwMode="black">
          <a:xfrm>
            <a:off x="641818" y="7637581"/>
            <a:ext cx="1915281" cy="322039"/>
          </a:xfrm>
          <a:prstGeom prst="rect">
            <a:avLst/>
          </a:prstGeom>
          <a:noFill/>
          <a:ln>
            <a:noFill/>
          </a:ln>
        </p:spPr>
      </p:pic>
      <p:pic>
        <p:nvPicPr>
          <p:cNvPr id="7" name="Picture 6"/>
          <p:cNvPicPr>
            <a:picLocks noChangeAspect="1"/>
          </p:cNvPicPr>
          <p:nvPr userDrawn="1"/>
        </p:nvPicPr>
        <p:blipFill>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23102" y="274320"/>
            <a:ext cx="2998173" cy="348406"/>
          </a:xfrm>
          <a:prstGeom prst="rect">
            <a:avLst/>
          </a:prstGeom>
        </p:spPr>
      </p:pic>
    </p:spTree>
    <p:extLst>
      <p:ext uri="{BB962C8B-B14F-4D97-AF65-F5344CB8AC3E}">
        <p14:creationId xmlns:p14="http://schemas.microsoft.com/office/powerpoint/2010/main" val="3443650509"/>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1Line with Subtitle">
    <p:spTree>
      <p:nvGrpSpPr>
        <p:cNvPr id="1" name=""/>
        <p:cNvGrpSpPr/>
        <p:nvPr/>
      </p:nvGrpSpPr>
      <p:grpSpPr>
        <a:xfrm>
          <a:off x="0" y="0"/>
          <a:ext cx="0" cy="0"/>
          <a:chOff x="0" y="0"/>
          <a:chExt cx="0" cy="0"/>
        </a:xfrm>
      </p:grpSpPr>
      <p:sp>
        <p:nvSpPr>
          <p:cNvPr id="7" name="Text Placeholder 12"/>
          <p:cNvSpPr>
            <a:spLocks noGrp="1"/>
          </p:cNvSpPr>
          <p:nvPr>
            <p:ph type="body" sz="quarter" idx="14" hasCustomPrompt="1"/>
          </p:nvPr>
        </p:nvSpPr>
        <p:spPr>
          <a:xfrm>
            <a:off x="574040" y="1215954"/>
            <a:ext cx="13392608" cy="471944"/>
          </a:xfrm>
          <a:prstGeom prst="rect">
            <a:avLst/>
          </a:prstGeom>
        </p:spPr>
        <p:txBody>
          <a:bodyPr>
            <a:noAutofit/>
          </a:bodyPr>
          <a:lstStyle>
            <a:lvl1pPr marL="0" indent="0">
              <a:lnSpc>
                <a:spcPct val="100000"/>
              </a:lnSpc>
              <a:buNone/>
              <a:defRPr lang="en-US" sz="3200" kern="1200" dirty="0" smtClean="0">
                <a:solidFill>
                  <a:srgbClr val="7B7B79"/>
                </a:solidFill>
                <a:latin typeface="Futura Bk" pitchFamily="34" charset="0"/>
                <a:ea typeface="+mn-ea"/>
                <a:cs typeface="+mn-cs"/>
              </a:defRPr>
            </a:lvl1pPr>
            <a:lvl2pPr>
              <a:defRPr lang="en-US" sz="3200" kern="1200" dirty="0" smtClean="0">
                <a:solidFill>
                  <a:srgbClr val="FFFFFF"/>
                </a:solidFill>
                <a:latin typeface="Futura Bk" pitchFamily="34" charset="0"/>
                <a:ea typeface="+mn-ea"/>
                <a:cs typeface="+mn-cs"/>
              </a:defRPr>
            </a:lvl2pPr>
            <a:lvl3pPr>
              <a:defRPr lang="en-US" sz="3200" kern="1200" dirty="0" smtClean="0">
                <a:solidFill>
                  <a:srgbClr val="FFFFFF"/>
                </a:solidFill>
                <a:latin typeface="Futura Bk" pitchFamily="34" charset="0"/>
                <a:ea typeface="+mn-ea"/>
                <a:cs typeface="+mn-cs"/>
              </a:defRPr>
            </a:lvl3pPr>
            <a:lvl4pPr>
              <a:defRPr lang="en-US" sz="3200" kern="1200" dirty="0" smtClean="0">
                <a:solidFill>
                  <a:srgbClr val="FFFFFF"/>
                </a:solidFill>
                <a:latin typeface="Futura Bk" pitchFamily="34" charset="0"/>
                <a:ea typeface="+mn-ea"/>
                <a:cs typeface="+mn-cs"/>
              </a:defRPr>
            </a:lvl4pPr>
            <a:lvl5pPr>
              <a:defRPr lang="en-US" sz="3200" kern="1200" dirty="0" smtClean="0">
                <a:solidFill>
                  <a:srgbClr val="FFFFFF"/>
                </a:solidFill>
                <a:latin typeface="Futura Bk" pitchFamily="34" charset="0"/>
                <a:ea typeface="+mn-ea"/>
                <a:cs typeface="+mn-cs"/>
              </a:defRPr>
            </a:lvl5pPr>
          </a:lstStyle>
          <a:p>
            <a:pPr lvl="0"/>
            <a:r>
              <a:rPr lang="en-US" dirty="0"/>
              <a:t>Subtitle placeholder here</a:t>
            </a:r>
          </a:p>
        </p:txBody>
      </p:sp>
      <p:sp>
        <p:nvSpPr>
          <p:cNvPr id="11" name="Title 8"/>
          <p:cNvSpPr>
            <a:spLocks noGrp="1"/>
          </p:cNvSpPr>
          <p:nvPr>
            <p:ph type="title" hasCustomPrompt="1"/>
          </p:nvPr>
        </p:nvSpPr>
        <p:spPr>
          <a:xfrm>
            <a:off x="543562" y="487536"/>
            <a:ext cx="13401040" cy="751744"/>
          </a:xfrm>
          <a:prstGeom prst="rect">
            <a:avLst/>
          </a:prstGeom>
        </p:spPr>
        <p:txBody>
          <a:bodyPr anchor="t" anchorCtr="0">
            <a:noAutofit/>
          </a:bodyPr>
          <a:lstStyle>
            <a:lvl1pPr marL="0" marR="0" indent="0" algn="l" defTabSz="1462797" rtl="0" eaLnBrk="1" fontAlgn="auto" latinLnBrk="0" hangingPunct="1">
              <a:lnSpc>
                <a:spcPts val="5280"/>
              </a:lnSpc>
              <a:spcBef>
                <a:spcPct val="0"/>
              </a:spcBef>
              <a:spcAft>
                <a:spcPts val="0"/>
              </a:spcAft>
              <a:buClrTx/>
              <a:buSzTx/>
              <a:buFontTx/>
              <a:buNone/>
              <a:tabLst/>
              <a:defRPr sz="4500" baseline="0">
                <a:solidFill>
                  <a:schemeClr val="bg1"/>
                </a:solidFill>
                <a:latin typeface="Futura Bk" pitchFamily="34" charset="0"/>
              </a:defRPr>
            </a:lvl1pPr>
          </a:lstStyle>
          <a:p>
            <a:r>
              <a:rPr lang="en-US" dirty="0"/>
              <a:t>Single line title</a:t>
            </a:r>
          </a:p>
        </p:txBody>
      </p:sp>
      <p:sp>
        <p:nvSpPr>
          <p:cNvPr id="2" name="Date Placeholder 1"/>
          <p:cNvSpPr>
            <a:spLocks noGrp="1"/>
          </p:cNvSpPr>
          <p:nvPr>
            <p:ph type="dt" sz="half" idx="15"/>
          </p:nvPr>
        </p:nvSpPr>
        <p:spPr>
          <a:xfrm>
            <a:off x="731520" y="7627623"/>
            <a:ext cx="3413760" cy="438150"/>
          </a:xfrm>
          <a:prstGeom prst="rect">
            <a:avLst/>
          </a:prstGeom>
        </p:spPr>
        <p:txBody>
          <a:bodyPr/>
          <a:lstStyle/>
          <a:p>
            <a:fld id="{15791F21-EEC4-42A2-9805-A86C273FE3AF}" type="datetime1">
              <a:rPr lang="en-US" smtClean="0">
                <a:solidFill>
                  <a:srgbClr val="000000">
                    <a:tint val="75000"/>
                  </a:srgbClr>
                </a:solidFill>
              </a:rPr>
              <a:pPr/>
              <a:t>11/13/2017</a:t>
            </a:fld>
            <a:endParaRPr lang="en-US" dirty="0">
              <a:solidFill>
                <a:srgbClr val="000000">
                  <a:tint val="75000"/>
                </a:srgbClr>
              </a:solidFill>
            </a:endParaRPr>
          </a:p>
        </p:txBody>
      </p:sp>
      <p:sp>
        <p:nvSpPr>
          <p:cNvPr id="3" name="Footer Placeholder 2"/>
          <p:cNvSpPr>
            <a:spLocks noGrp="1"/>
          </p:cNvSpPr>
          <p:nvPr>
            <p:ph type="ftr" sz="quarter" idx="16"/>
          </p:nvPr>
        </p:nvSpPr>
        <p:spPr>
          <a:xfrm>
            <a:off x="4998720" y="7627623"/>
            <a:ext cx="4632960" cy="438150"/>
          </a:xfrm>
          <a:prstGeom prst="rect">
            <a:avLst/>
          </a:prstGeom>
        </p:spPr>
        <p:txBody>
          <a:bodyPr/>
          <a:lstStyle/>
          <a:p>
            <a:r>
              <a:rPr lang="en-US" dirty="0">
                <a:solidFill>
                  <a:srgbClr val="000000">
                    <a:tint val="75000"/>
                  </a:srgbClr>
                </a:solidFill>
              </a:rPr>
              <a:t>HP Confidential  |  NDA until October 13</a:t>
            </a:r>
          </a:p>
        </p:txBody>
      </p:sp>
      <p:sp>
        <p:nvSpPr>
          <p:cNvPr id="4" name="Slide Number Placeholder 3"/>
          <p:cNvSpPr>
            <a:spLocks noGrp="1"/>
          </p:cNvSpPr>
          <p:nvPr>
            <p:ph type="sldNum" sz="quarter" idx="17"/>
          </p:nvPr>
        </p:nvSpPr>
        <p:spPr>
          <a:xfrm>
            <a:off x="13898884" y="7730069"/>
            <a:ext cx="594747" cy="438150"/>
          </a:xfrm>
          <a:prstGeom prst="rect">
            <a:avLst/>
          </a:prstGeom>
        </p:spPr>
        <p:txBody>
          <a:bodyPr/>
          <a:lstStyle/>
          <a:p>
            <a:fld id="{39FE57C1-99E3-4342-90AE-63D315326D4A}" type="slidenum">
              <a:rPr lang="en-US" smtClean="0">
                <a:solidFill>
                  <a:srgbClr val="FFFFFF"/>
                </a:solidFill>
              </a:rPr>
              <a:pPr/>
              <a:t>‹#›</a:t>
            </a:fld>
            <a:endParaRPr lang="en-US" dirty="0">
              <a:solidFill>
                <a:srgbClr val="FFFFFF"/>
              </a:solidFill>
            </a:endParaRPr>
          </a:p>
        </p:txBody>
      </p:sp>
    </p:spTree>
    <p:extLst>
      <p:ext uri="{BB962C8B-B14F-4D97-AF65-F5344CB8AC3E}">
        <p14:creationId xmlns:p14="http://schemas.microsoft.com/office/powerpoint/2010/main" val="3823355301"/>
      </p:ext>
    </p:extLst>
  </p:cSld>
  <p:clrMapOvr>
    <a:masterClrMapping/>
  </p:clrMapOvr>
  <p:transition>
    <p:fade thruBlk="1"/>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1_Section Divider">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625614" y="4161211"/>
            <a:ext cx="12835424" cy="1654373"/>
          </a:xfrm>
        </p:spPr>
        <p:txBody>
          <a:bodyPr anchor="ctr" anchorCtr="0">
            <a:noAutofit/>
            <a:scene3d>
              <a:camera prst="orthographicFront"/>
              <a:lightRig rig="flat" dir="t"/>
            </a:scene3d>
            <a:sp3d>
              <a:contourClr>
                <a:schemeClr val="bg2"/>
              </a:contourClr>
            </a:sp3d>
          </a:bodyPr>
          <a:lstStyle>
            <a:lvl1pPr marL="0" indent="0" algn="l">
              <a:buFont typeface="Arial" pitchFamily="34" charset="0"/>
              <a:buNone/>
              <a:defRPr kumimoji="0" lang="en-US" sz="10600" b="0" i="0" u="none" strike="noStrike" kern="1200" cap="none" spc="-144" normalizeH="0" baseline="0" dirty="0" smtClean="0">
                <a:ln w="3175">
                  <a:noFill/>
                </a:ln>
                <a:solidFill>
                  <a:schemeClr val="tx1">
                    <a:alpha val="99000"/>
                  </a:schemeClr>
                </a:solidFill>
                <a:effectLst/>
                <a:uLnTx/>
                <a:uFillTx/>
                <a:latin typeface="Segoe UI Light"/>
                <a:ea typeface="+mn-ea"/>
                <a:cs typeface="Arial" charset="0"/>
              </a:defRPr>
            </a:lvl1pPr>
          </a:lstStyle>
          <a:p>
            <a:pPr lvl="0"/>
            <a:r>
              <a:rPr lang="en-US" dirty="0"/>
              <a:t>Click to edit Master text styles</a:t>
            </a:r>
          </a:p>
        </p:txBody>
      </p:sp>
      <p:pic>
        <p:nvPicPr>
          <p:cNvPr id="8" name="Picture 7"/>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996742" y="7605658"/>
            <a:ext cx="3008657" cy="349624"/>
          </a:xfrm>
          <a:prstGeom prst="rect">
            <a:avLst/>
          </a:prstGeom>
        </p:spPr>
      </p:pic>
    </p:spTree>
    <p:extLst>
      <p:ext uri="{BB962C8B-B14F-4D97-AF65-F5344CB8AC3E}">
        <p14:creationId xmlns:p14="http://schemas.microsoft.com/office/powerpoint/2010/main" val="3114588738"/>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623102" y="274323"/>
            <a:ext cx="13382301" cy="914096"/>
          </a:xfrm>
        </p:spPr>
        <p:txBody>
          <a:bodyPr/>
          <a:lstStyle/>
          <a:p>
            <a:r>
              <a:rPr lang="en-US"/>
              <a:t>Click to edit Master title style</a:t>
            </a:r>
            <a:endParaRPr lang="en-US" dirty="0"/>
          </a:p>
        </p:txBody>
      </p:sp>
      <p:sp>
        <p:nvSpPr>
          <p:cNvPr id="5" name="Text Placeholder 4"/>
          <p:cNvSpPr>
            <a:spLocks noGrp="1"/>
          </p:cNvSpPr>
          <p:nvPr>
            <p:ph type="body" sz="quarter" idx="10"/>
          </p:nvPr>
        </p:nvSpPr>
        <p:spPr>
          <a:xfrm>
            <a:off x="623102" y="1737359"/>
            <a:ext cx="13382301" cy="1135696"/>
          </a:xfrm>
        </p:spPr>
        <p:txBody>
          <a:bodyPr/>
          <a:lstStyle>
            <a:lvl1pPr marL="0" indent="0">
              <a:spcBef>
                <a:spcPts val="0"/>
              </a:spcBef>
              <a:spcAft>
                <a:spcPts val="1080"/>
              </a:spcAft>
              <a:buNone/>
              <a:defRPr sz="4800" spc="-120" baseline="0">
                <a:latin typeface="Segoe UI Light" pitchFamily="34" charset="0"/>
              </a:defRPr>
            </a:lvl1pPr>
            <a:lvl2pPr marL="0" indent="0">
              <a:spcBef>
                <a:spcPts val="0"/>
              </a:spcBef>
              <a:spcAft>
                <a:spcPts val="480"/>
              </a:spcAft>
              <a:buNone/>
              <a:defRPr sz="2400" spc="-61" baseline="0">
                <a:gradFill flip="none" rotWithShape="1">
                  <a:gsLst>
                    <a:gs pos="0">
                      <a:schemeClr val="tx1">
                        <a:lumMod val="75000"/>
                      </a:schemeClr>
                    </a:gs>
                    <a:gs pos="86000">
                      <a:schemeClr val="tx1">
                        <a:lumMod val="75000"/>
                      </a:schemeClr>
                    </a:gs>
                  </a:gsLst>
                  <a:path path="circle">
                    <a:fillToRect r="100000" b="100000"/>
                  </a:path>
                  <a:tileRect l="-100000" t="-100000"/>
                </a:gradFill>
              </a:defRPr>
            </a:lvl2pPr>
            <a:lvl3pPr marL="0" indent="0">
              <a:spcBef>
                <a:spcPts val="0"/>
              </a:spcBef>
              <a:spcAft>
                <a:spcPts val="480"/>
              </a:spcAft>
              <a:buNone/>
              <a:defRPr sz="2400"/>
            </a:lvl3pPr>
            <a:lvl4pPr marL="0" indent="0">
              <a:spcBef>
                <a:spcPts val="0"/>
              </a:spcBef>
              <a:spcAft>
                <a:spcPts val="480"/>
              </a:spcAft>
              <a:buNone/>
              <a:defRPr/>
            </a:lvl4pPr>
            <a:lvl5pPr marL="0" indent="0">
              <a:spcBef>
                <a:spcPts val="0"/>
              </a:spcBef>
              <a:spcAft>
                <a:spcPts val="480"/>
              </a:spcAft>
              <a:buNone/>
              <a:defRPr/>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3734403289"/>
      </p:ext>
    </p:extLst>
  </p:cSld>
  <p:clrMapOvr>
    <a:masterClrMapping/>
  </p:clrMapOvr>
  <p:transition>
    <p:wipe dir="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623102" y="274323"/>
            <a:ext cx="13382301" cy="914096"/>
          </a:xfrm>
        </p:spPr>
        <p:txBody>
          <a:bodyPr/>
          <a:lstStyle/>
          <a:p>
            <a:r>
              <a:rPr lang="en-US"/>
              <a:t>Click to edit Master title style</a:t>
            </a:r>
            <a:endParaRPr lang="en-US" dirty="0"/>
          </a:p>
        </p:txBody>
      </p:sp>
      <p:sp>
        <p:nvSpPr>
          <p:cNvPr id="5" name="Text Placeholder 4"/>
          <p:cNvSpPr>
            <a:spLocks noGrp="1"/>
          </p:cNvSpPr>
          <p:nvPr>
            <p:ph type="body" sz="quarter" idx="10"/>
          </p:nvPr>
        </p:nvSpPr>
        <p:spPr>
          <a:xfrm>
            <a:off x="623102" y="1737363"/>
            <a:ext cx="13382301" cy="24052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92704876"/>
      </p:ext>
    </p:extLst>
  </p:cSld>
  <p:clrMapOvr>
    <a:masterClrMapping/>
  </p:clrMapOvr>
  <p:transition>
    <p:wipe dir="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623102" y="1737363"/>
            <a:ext cx="13382301" cy="2405274"/>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36496945"/>
      </p:ext>
    </p:extLst>
  </p:cSld>
  <p:clrMapOvr>
    <a:masterClrMapping/>
  </p:clrMapOvr>
  <p:transition>
    <p:wipe dir="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428751601"/>
      </p:ext>
    </p:extLst>
  </p:cSld>
  <p:clrMapOvr>
    <a:masterClrMapping/>
  </p:clrMapOvr>
  <p:transition>
    <p:wipe dir="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8663262"/>
      </p:ext>
    </p:extLst>
  </p:cSld>
  <p:clrMapOvr>
    <a:masterClrMapping/>
  </p:clrMapOvr>
  <p:transition>
    <p:wipe dir="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Black Layout - 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623102" y="1737363"/>
            <a:ext cx="13382301" cy="2405274"/>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376374"/>
      </p:ext>
    </p:extLst>
  </p:cSld>
  <p:clrMapOvr>
    <a:masterClrMapping/>
  </p:clrMapOvr>
  <p:transition>
    <p:wipe dir="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Black Notes slide Layou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623102" y="1737363"/>
            <a:ext cx="13382301" cy="2405274"/>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6"/>
          <p:cNvSpPr>
            <a:spLocks noGrp="1"/>
          </p:cNvSpPr>
          <p:nvPr>
            <p:ph type="body" sz="quarter" idx="11"/>
          </p:nvPr>
        </p:nvSpPr>
        <p:spPr>
          <a:xfrm>
            <a:off x="2" y="7486655"/>
            <a:ext cx="14630402" cy="742950"/>
          </a:xfrm>
          <a:solidFill>
            <a:srgbClr val="FFFF99"/>
          </a:solidFill>
        </p:spPr>
        <p:txBody>
          <a:bodyPr wrap="square" lIns="182819" tIns="91408" rIns="182819" bIns="91408" anchor="b" anchorCtr="0">
            <a:noAutofit/>
          </a:bodyPr>
          <a:lstStyle>
            <a:lvl1pPr algn="r">
              <a:buFont typeface="Arial" pitchFamily="34" charset="0"/>
              <a:buNone/>
              <a:defRPr spc="-61" baseline="0">
                <a:gradFill>
                  <a:gsLst>
                    <a:gs pos="0">
                      <a:srgbClr val="000000"/>
                    </a:gs>
                    <a:gs pos="100000">
                      <a:srgbClr val="000000"/>
                    </a:gs>
                  </a:gsLst>
                  <a:lin ang="5400000" scaled="0"/>
                </a:gradFill>
                <a:effectLst/>
                <a:latin typeface="Segoe UI" pitchFamily="34" charset="0"/>
              </a:defRPr>
            </a:lvl1pPr>
          </a:lstStyle>
          <a:p>
            <a:pPr lvl="0"/>
            <a:r>
              <a:rPr lang="en-US"/>
              <a:t>Click to edit Master text styles</a:t>
            </a:r>
          </a:p>
        </p:txBody>
      </p:sp>
    </p:spTree>
    <p:extLst>
      <p:ext uri="{BB962C8B-B14F-4D97-AF65-F5344CB8AC3E}">
        <p14:creationId xmlns:p14="http://schemas.microsoft.com/office/powerpoint/2010/main" val="2641870578"/>
      </p:ext>
    </p:extLst>
  </p:cSld>
  <p:clrMapOvr>
    <a:masterClrMapping/>
  </p:clrMapOvr>
  <p:transition>
    <p:wipe dir="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1_Section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625613" y="4161223"/>
            <a:ext cx="12835424" cy="1654373"/>
          </a:xfrm>
        </p:spPr>
        <p:txBody>
          <a:bodyPr anchor="ctr" anchorCtr="0">
            <a:noAutofit/>
            <a:scene3d>
              <a:camera prst="orthographicFront"/>
              <a:lightRig rig="flat" dir="t"/>
            </a:scene3d>
            <a:sp3d>
              <a:contourClr>
                <a:schemeClr val="bg2"/>
              </a:contourClr>
            </a:sp3d>
          </a:bodyPr>
          <a:lstStyle>
            <a:lvl1pPr marL="0" indent="0" algn="l">
              <a:buFont typeface="Arial" pitchFamily="34" charset="0"/>
              <a:buNone/>
              <a:defRPr kumimoji="0" lang="en-US" sz="10600" b="0" i="0" u="none" strike="noStrike" kern="1200" cap="none" spc="-144" normalizeH="0" baseline="0" dirty="0" smtClean="0">
                <a:ln w="3175">
                  <a:noFill/>
                </a:ln>
                <a:solidFill>
                  <a:schemeClr val="tx1">
                    <a:alpha val="99000"/>
                  </a:schemeClr>
                </a:solidFill>
                <a:effectLst/>
                <a:uLnTx/>
                <a:uFillTx/>
                <a:latin typeface="Segoe UI Light"/>
                <a:ea typeface="+mn-ea"/>
                <a:cs typeface="Arial" charset="0"/>
              </a:defRPr>
            </a:lvl1pPr>
          </a:lstStyle>
          <a:p>
            <a:pPr lvl="0"/>
            <a:r>
              <a:rPr lang="en-US" dirty="0"/>
              <a:t>Click to edit Master text styles</a:t>
            </a:r>
          </a:p>
        </p:txBody>
      </p:sp>
      <p:pic>
        <p:nvPicPr>
          <p:cNvPr id="8" name="Picture 7"/>
          <p:cNvPicPr>
            <a:picLocks noChangeAspect="1"/>
          </p:cNvPicPr>
          <p:nvPr userDrawn="1"/>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996741" y="7605722"/>
            <a:ext cx="3008656" cy="349624"/>
          </a:xfrm>
          <a:prstGeom prst="rect">
            <a:avLst/>
          </a:prstGeom>
        </p:spPr>
      </p:pic>
    </p:spTree>
    <p:extLst>
      <p:ext uri="{BB962C8B-B14F-4D97-AF65-F5344CB8AC3E}">
        <p14:creationId xmlns:p14="http://schemas.microsoft.com/office/powerpoint/2010/main" val="388864249"/>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623104" y="274323"/>
            <a:ext cx="13382301" cy="914096"/>
          </a:xfrm>
        </p:spPr>
        <p:txBody>
          <a:bodyPr/>
          <a:lstStyle/>
          <a:p>
            <a:r>
              <a:rPr lang="en-US"/>
              <a:t>Click to edit Master title style</a:t>
            </a:r>
            <a:endParaRPr lang="en-US" dirty="0"/>
          </a:p>
        </p:txBody>
      </p:sp>
      <p:sp>
        <p:nvSpPr>
          <p:cNvPr id="5" name="Text Placeholder 4"/>
          <p:cNvSpPr>
            <a:spLocks noGrp="1"/>
          </p:cNvSpPr>
          <p:nvPr>
            <p:ph type="body" sz="quarter" idx="10"/>
          </p:nvPr>
        </p:nvSpPr>
        <p:spPr>
          <a:xfrm>
            <a:off x="623104" y="1737359"/>
            <a:ext cx="13382301" cy="1135696"/>
          </a:xfrm>
        </p:spPr>
        <p:txBody>
          <a:bodyPr/>
          <a:lstStyle>
            <a:lvl1pPr marL="0" indent="0">
              <a:spcBef>
                <a:spcPts val="0"/>
              </a:spcBef>
              <a:spcAft>
                <a:spcPts val="1080"/>
              </a:spcAft>
              <a:buNone/>
              <a:defRPr sz="4800" spc="-120" baseline="0">
                <a:latin typeface="Segoe UI Light" pitchFamily="34" charset="0"/>
              </a:defRPr>
            </a:lvl1pPr>
            <a:lvl2pPr marL="0" indent="0">
              <a:spcBef>
                <a:spcPts val="0"/>
              </a:spcBef>
              <a:spcAft>
                <a:spcPts val="480"/>
              </a:spcAft>
              <a:buNone/>
              <a:defRPr sz="2400" spc="-61" baseline="0">
                <a:gradFill flip="none" rotWithShape="1">
                  <a:gsLst>
                    <a:gs pos="0">
                      <a:schemeClr val="tx1">
                        <a:lumMod val="75000"/>
                      </a:schemeClr>
                    </a:gs>
                    <a:gs pos="86000">
                      <a:schemeClr val="tx1">
                        <a:lumMod val="75000"/>
                      </a:schemeClr>
                    </a:gs>
                  </a:gsLst>
                  <a:path path="circle">
                    <a:fillToRect r="100000" b="100000"/>
                  </a:path>
                  <a:tileRect l="-100000" t="-100000"/>
                </a:gradFill>
              </a:defRPr>
            </a:lvl2pPr>
            <a:lvl3pPr marL="0" indent="0">
              <a:spcBef>
                <a:spcPts val="0"/>
              </a:spcBef>
              <a:spcAft>
                <a:spcPts val="480"/>
              </a:spcAft>
              <a:buNone/>
              <a:defRPr sz="2400"/>
            </a:lvl3pPr>
            <a:lvl4pPr marL="0" indent="0">
              <a:spcBef>
                <a:spcPts val="0"/>
              </a:spcBef>
              <a:spcAft>
                <a:spcPts val="480"/>
              </a:spcAft>
              <a:buNone/>
              <a:defRPr/>
            </a:lvl4pPr>
            <a:lvl5pPr marL="0" indent="0">
              <a:spcBef>
                <a:spcPts val="0"/>
              </a:spcBef>
              <a:spcAft>
                <a:spcPts val="480"/>
              </a:spcAft>
              <a:buNone/>
              <a:defRPr/>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1223566656"/>
      </p:ext>
    </p:extLst>
  </p:cSld>
  <p:clrMapOvr>
    <a:masterClrMapping/>
  </p:clrMapOvr>
  <p:transition>
    <p:wipe dir="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623104" y="274323"/>
            <a:ext cx="13382301" cy="914096"/>
          </a:xfrm>
        </p:spPr>
        <p:txBody>
          <a:bodyPr/>
          <a:lstStyle/>
          <a:p>
            <a:r>
              <a:rPr lang="en-US"/>
              <a:t>Click to edit Master title style</a:t>
            </a:r>
            <a:endParaRPr lang="en-US" dirty="0"/>
          </a:p>
        </p:txBody>
      </p:sp>
      <p:sp>
        <p:nvSpPr>
          <p:cNvPr id="5" name="Text Placeholder 4"/>
          <p:cNvSpPr>
            <a:spLocks noGrp="1"/>
          </p:cNvSpPr>
          <p:nvPr>
            <p:ph type="body" sz="quarter" idx="10"/>
          </p:nvPr>
        </p:nvSpPr>
        <p:spPr>
          <a:xfrm>
            <a:off x="623104" y="1737364"/>
            <a:ext cx="13382301" cy="24052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63223679"/>
      </p:ext>
    </p:extLst>
  </p:cSld>
  <p:clrMapOvr>
    <a:masterClrMapping/>
  </p:clrMapOvr>
  <p:transition>
    <p:wipe dir="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WALKIN - Prints in GRAYSCAL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Text Placeholder 5"/>
          <p:cNvSpPr>
            <a:spLocks noGrp="1"/>
          </p:cNvSpPr>
          <p:nvPr userDrawn="1">
            <p:ph type="body" sz="quarter" idx="10" hasCustomPrompt="1"/>
          </p:nvPr>
        </p:nvSpPr>
        <p:spPr>
          <a:xfrm>
            <a:off x="615477" y="3471256"/>
            <a:ext cx="13477638" cy="1462554"/>
          </a:xfrm>
        </p:spPr>
        <p:txBody>
          <a:bodyPr/>
          <a:lstStyle>
            <a:lvl1pPr marL="0" indent="0">
              <a:buNone/>
              <a:defRPr lang="en-US" sz="10600" i="0" kern="1200" spc="-120" baseline="0" dirty="0" smtClean="0">
                <a:solidFill>
                  <a:schemeClr val="tx1">
                    <a:alpha val="99000"/>
                  </a:schemeClr>
                </a:solidFill>
                <a:latin typeface="Segoe UI Light" pitchFamily="34" charset="0"/>
                <a:ea typeface="+mn-ea"/>
                <a:cs typeface="+mn-cs"/>
              </a:defRPr>
            </a:lvl1pPr>
          </a:lstStyle>
          <a:p>
            <a:pPr marL="0" lvl="0" indent="0" algn="l" defTabSz="1095558" rtl="0" eaLnBrk="1" latinLnBrk="0" hangingPunct="1">
              <a:lnSpc>
                <a:spcPct val="90000"/>
              </a:lnSpc>
              <a:spcBef>
                <a:spcPct val="20000"/>
              </a:spcBef>
              <a:buSzPct val="90000"/>
              <a:buFont typeface="Arial" pitchFamily="34" charset="0"/>
              <a:buNone/>
            </a:pPr>
            <a:r>
              <a:rPr lang="en-US" dirty="0"/>
              <a:t>Click to edit title style</a:t>
            </a:r>
          </a:p>
        </p:txBody>
      </p:sp>
      <p:sp>
        <p:nvSpPr>
          <p:cNvPr id="25" name="Text Placeholder 8"/>
          <p:cNvSpPr>
            <a:spLocks noGrp="1"/>
          </p:cNvSpPr>
          <p:nvPr userDrawn="1">
            <p:ph type="body" sz="quarter" idx="11" hasCustomPrompt="1"/>
          </p:nvPr>
        </p:nvSpPr>
        <p:spPr>
          <a:xfrm>
            <a:off x="615477" y="5212148"/>
            <a:ext cx="9018714" cy="531838"/>
          </a:xfrm>
        </p:spPr>
        <p:txBody>
          <a:bodyPr/>
          <a:lstStyle>
            <a:lvl1pPr marL="0" indent="0">
              <a:buNone/>
              <a:defRPr lang="en-US" sz="3800" kern="1200" spc="-120" baseline="0" dirty="0">
                <a:solidFill>
                  <a:schemeClr val="tx1">
                    <a:alpha val="99000"/>
                  </a:schemeClr>
                </a:solidFill>
                <a:latin typeface="+mj-lt"/>
                <a:ea typeface="+mn-ea"/>
                <a:cs typeface="+mn-cs"/>
              </a:defRPr>
            </a:lvl1pPr>
          </a:lstStyle>
          <a:p>
            <a:pPr marL="0" lvl="0" indent="0" algn="l" defTabSz="1095558" rtl="0" eaLnBrk="1" latinLnBrk="0" hangingPunct="1">
              <a:lnSpc>
                <a:spcPct val="90000"/>
              </a:lnSpc>
              <a:spcBef>
                <a:spcPct val="20000"/>
              </a:spcBef>
              <a:buSzPct val="90000"/>
              <a:buFont typeface="Arial" pitchFamily="34" charset="0"/>
              <a:buNone/>
            </a:pPr>
            <a:r>
              <a:rPr lang="en-US" dirty="0"/>
              <a:t>Speaker Name</a:t>
            </a:r>
          </a:p>
        </p:txBody>
      </p:sp>
      <p:pic>
        <p:nvPicPr>
          <p:cNvPr id="26" name="Picture 25" descr="Microsoft logo and tagline"/>
          <p:cNvPicPr>
            <a:picLocks noChangeAspect="1" noChangeArrowheads="1"/>
          </p:cNvPicPr>
          <p:nvPr userDrawn="1"/>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p:blipFill>
        <p:spPr bwMode="black">
          <a:xfrm>
            <a:off x="641818" y="7637647"/>
            <a:ext cx="1915282" cy="322040"/>
          </a:xfrm>
          <a:prstGeom prst="rect">
            <a:avLst/>
          </a:prstGeom>
          <a:noFill/>
          <a:ln>
            <a:noFill/>
          </a:ln>
        </p:spPr>
      </p:pic>
      <p:pic>
        <p:nvPicPr>
          <p:cNvPr id="7" name="Picture 6"/>
          <p:cNvPicPr>
            <a:picLocks noChangeAspect="1"/>
          </p:cNvPicPr>
          <p:nvPr userDrawn="1"/>
        </p:nvPicPr>
        <p:blipFill>
          <a:blip r:embed="rId5" cstate="print">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23099" y="274322"/>
            <a:ext cx="2998173" cy="348406"/>
          </a:xfrm>
          <a:prstGeom prst="rect">
            <a:avLst/>
          </a:prstGeom>
        </p:spPr>
      </p:pic>
    </p:spTree>
    <p:extLst>
      <p:ext uri="{BB962C8B-B14F-4D97-AF65-F5344CB8AC3E}">
        <p14:creationId xmlns:p14="http://schemas.microsoft.com/office/powerpoint/2010/main" val="3594167732"/>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623105" y="274323"/>
            <a:ext cx="13382301" cy="914096"/>
          </a:xfrm>
        </p:spPr>
        <p:txBody>
          <a:bodyPr/>
          <a:lstStyle/>
          <a:p>
            <a:r>
              <a:rPr lang="en-US"/>
              <a:t>Click to edit Master title style</a:t>
            </a:r>
            <a:endParaRPr lang="en-US" dirty="0"/>
          </a:p>
        </p:txBody>
      </p:sp>
      <p:sp>
        <p:nvSpPr>
          <p:cNvPr id="5" name="Text Placeholder 4"/>
          <p:cNvSpPr>
            <a:spLocks noGrp="1"/>
          </p:cNvSpPr>
          <p:nvPr>
            <p:ph type="body" sz="quarter" idx="10"/>
          </p:nvPr>
        </p:nvSpPr>
        <p:spPr>
          <a:xfrm>
            <a:off x="623105" y="1737359"/>
            <a:ext cx="13382301" cy="1135696"/>
          </a:xfrm>
        </p:spPr>
        <p:txBody>
          <a:bodyPr/>
          <a:lstStyle>
            <a:lvl1pPr marL="0" indent="0">
              <a:spcBef>
                <a:spcPts val="0"/>
              </a:spcBef>
              <a:spcAft>
                <a:spcPts val="1080"/>
              </a:spcAft>
              <a:buNone/>
              <a:defRPr sz="4800" spc="-120" baseline="0">
                <a:latin typeface="Segoe UI Light" pitchFamily="34" charset="0"/>
              </a:defRPr>
            </a:lvl1pPr>
            <a:lvl2pPr marL="0" indent="0">
              <a:spcBef>
                <a:spcPts val="0"/>
              </a:spcBef>
              <a:spcAft>
                <a:spcPts val="480"/>
              </a:spcAft>
              <a:buNone/>
              <a:defRPr sz="2400" spc="-61" baseline="0">
                <a:gradFill flip="none" rotWithShape="1">
                  <a:gsLst>
                    <a:gs pos="0">
                      <a:schemeClr val="tx1">
                        <a:lumMod val="75000"/>
                      </a:schemeClr>
                    </a:gs>
                    <a:gs pos="86000">
                      <a:schemeClr val="tx1">
                        <a:lumMod val="75000"/>
                      </a:schemeClr>
                    </a:gs>
                  </a:gsLst>
                  <a:path path="circle">
                    <a:fillToRect r="100000" b="100000"/>
                  </a:path>
                  <a:tileRect l="-100000" t="-100000"/>
                </a:gradFill>
              </a:defRPr>
            </a:lvl2pPr>
            <a:lvl3pPr marL="0" indent="0">
              <a:spcBef>
                <a:spcPts val="0"/>
              </a:spcBef>
              <a:spcAft>
                <a:spcPts val="480"/>
              </a:spcAft>
              <a:buNone/>
              <a:defRPr sz="2400"/>
            </a:lvl3pPr>
            <a:lvl4pPr marL="0" indent="0">
              <a:spcBef>
                <a:spcPts val="0"/>
              </a:spcBef>
              <a:spcAft>
                <a:spcPts val="480"/>
              </a:spcAft>
              <a:buNone/>
              <a:defRPr/>
            </a:lvl4pPr>
            <a:lvl5pPr marL="0" indent="0">
              <a:spcBef>
                <a:spcPts val="0"/>
              </a:spcBef>
              <a:spcAft>
                <a:spcPts val="480"/>
              </a:spcAft>
              <a:buNone/>
              <a:defRPr/>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571933850"/>
      </p:ext>
    </p:extLst>
  </p:cSld>
  <p:clrMapOvr>
    <a:masterClrMapping/>
  </p:clrMapOvr>
  <p:transition>
    <p:wipe dir="r"/>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623105" y="274323"/>
            <a:ext cx="13382301" cy="914096"/>
          </a:xfrm>
        </p:spPr>
        <p:txBody>
          <a:bodyPr/>
          <a:lstStyle/>
          <a:p>
            <a:r>
              <a:rPr lang="en-US"/>
              <a:t>Click to edit Master title style</a:t>
            </a:r>
            <a:endParaRPr lang="en-US" dirty="0"/>
          </a:p>
        </p:txBody>
      </p:sp>
      <p:sp>
        <p:nvSpPr>
          <p:cNvPr id="5" name="Text Placeholder 4"/>
          <p:cNvSpPr>
            <a:spLocks noGrp="1"/>
          </p:cNvSpPr>
          <p:nvPr>
            <p:ph type="body" sz="quarter" idx="10"/>
          </p:nvPr>
        </p:nvSpPr>
        <p:spPr>
          <a:xfrm>
            <a:off x="623105" y="1737364"/>
            <a:ext cx="13382301" cy="24052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65938063"/>
      </p:ext>
    </p:extLst>
  </p:cSld>
  <p:clrMapOvr>
    <a:masterClrMapping/>
  </p:clrMapOvr>
  <p:transition>
    <p:wipe dir="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623105" y="1737364"/>
            <a:ext cx="13382301" cy="2405274"/>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17540628"/>
      </p:ext>
    </p:extLst>
  </p:cSld>
  <p:clrMapOvr>
    <a:masterClrMapping/>
  </p:clrMapOvr>
  <p:transition>
    <p:wipe dir="r"/>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164576097"/>
      </p:ext>
    </p:extLst>
  </p:cSld>
  <p:clrMapOvr>
    <a:masterClrMapping/>
  </p:clrMapOvr>
  <p:transition>
    <p:wipe dir="r"/>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2457344"/>
      </p:ext>
    </p:extLst>
  </p:cSld>
  <p:clrMapOvr>
    <a:masterClrMapping/>
  </p:clrMapOvr>
  <p:transition>
    <p:wipe dir="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Black Layout - 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623105" y="1737364"/>
            <a:ext cx="13382301" cy="2405274"/>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26040875"/>
      </p:ext>
    </p:extLst>
  </p:cSld>
  <p:clrMapOvr>
    <a:masterClrMapping/>
  </p:clrMapOvr>
  <p:transition>
    <p:wipe dir="r"/>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Black Notes slide Layou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623105" y="1737364"/>
            <a:ext cx="13382301" cy="2405274"/>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6"/>
          <p:cNvSpPr>
            <a:spLocks noGrp="1"/>
          </p:cNvSpPr>
          <p:nvPr>
            <p:ph type="body" sz="quarter" idx="11"/>
          </p:nvPr>
        </p:nvSpPr>
        <p:spPr>
          <a:xfrm>
            <a:off x="2" y="7486655"/>
            <a:ext cx="14630402" cy="742950"/>
          </a:xfrm>
          <a:solidFill>
            <a:srgbClr val="FFFF99"/>
          </a:solidFill>
        </p:spPr>
        <p:txBody>
          <a:bodyPr wrap="square" lIns="182778" tIns="91390" rIns="182778" bIns="91390" anchor="b" anchorCtr="0">
            <a:noAutofit/>
          </a:bodyPr>
          <a:lstStyle>
            <a:lvl1pPr algn="r">
              <a:buFont typeface="Arial" pitchFamily="34" charset="0"/>
              <a:buNone/>
              <a:defRPr spc="-61" baseline="0">
                <a:gradFill>
                  <a:gsLst>
                    <a:gs pos="0">
                      <a:srgbClr val="000000"/>
                    </a:gs>
                    <a:gs pos="100000">
                      <a:srgbClr val="000000"/>
                    </a:gs>
                  </a:gsLst>
                  <a:lin ang="5400000" scaled="0"/>
                </a:gradFill>
                <a:effectLst/>
                <a:latin typeface="Segoe UI" pitchFamily="34" charset="0"/>
              </a:defRPr>
            </a:lvl1pPr>
          </a:lstStyle>
          <a:p>
            <a:pPr lvl="0"/>
            <a:r>
              <a:rPr lang="en-US"/>
              <a:t>Click to edit Master text styles</a:t>
            </a:r>
          </a:p>
        </p:txBody>
      </p:sp>
    </p:spTree>
    <p:extLst>
      <p:ext uri="{BB962C8B-B14F-4D97-AF65-F5344CB8AC3E}">
        <p14:creationId xmlns:p14="http://schemas.microsoft.com/office/powerpoint/2010/main" val="4202441366"/>
      </p:ext>
    </p:extLst>
  </p:cSld>
  <p:clrMapOvr>
    <a:masterClrMapping/>
  </p:clrMapOvr>
  <p:transition>
    <p:wipe dir="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WALKIN - Prints in GRAYSCAL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Text Placeholder 5"/>
          <p:cNvSpPr>
            <a:spLocks noGrp="1"/>
          </p:cNvSpPr>
          <p:nvPr userDrawn="1">
            <p:ph type="body" sz="quarter" idx="10" hasCustomPrompt="1"/>
          </p:nvPr>
        </p:nvSpPr>
        <p:spPr>
          <a:xfrm>
            <a:off x="615477" y="3471255"/>
            <a:ext cx="13477638" cy="1462554"/>
          </a:xfrm>
        </p:spPr>
        <p:txBody>
          <a:bodyPr/>
          <a:lstStyle>
            <a:lvl1pPr marL="0" indent="0">
              <a:buNone/>
              <a:defRPr lang="en-US" sz="10600" i="0" kern="1200" spc="-120" baseline="0" dirty="0" smtClean="0">
                <a:solidFill>
                  <a:schemeClr val="tx1">
                    <a:alpha val="99000"/>
                  </a:schemeClr>
                </a:solidFill>
                <a:latin typeface="Segoe UI Light" pitchFamily="34" charset="0"/>
                <a:ea typeface="+mn-ea"/>
                <a:cs typeface="+mn-cs"/>
              </a:defRPr>
            </a:lvl1pPr>
          </a:lstStyle>
          <a:p>
            <a:pPr marL="0" lvl="0" indent="0" algn="l" defTabSz="1096920" rtl="0" eaLnBrk="1" latinLnBrk="0" hangingPunct="1">
              <a:lnSpc>
                <a:spcPct val="90000"/>
              </a:lnSpc>
              <a:spcBef>
                <a:spcPct val="20000"/>
              </a:spcBef>
              <a:buSzPct val="90000"/>
              <a:buFont typeface="Arial" pitchFamily="34" charset="0"/>
              <a:buNone/>
            </a:pPr>
            <a:r>
              <a:rPr lang="en-US" dirty="0"/>
              <a:t>Click to edit title style</a:t>
            </a:r>
          </a:p>
        </p:txBody>
      </p:sp>
      <p:sp>
        <p:nvSpPr>
          <p:cNvPr id="25" name="Text Placeholder 8"/>
          <p:cNvSpPr>
            <a:spLocks noGrp="1"/>
          </p:cNvSpPr>
          <p:nvPr userDrawn="1">
            <p:ph type="body" sz="quarter" idx="11" hasCustomPrompt="1"/>
          </p:nvPr>
        </p:nvSpPr>
        <p:spPr>
          <a:xfrm>
            <a:off x="615481" y="5212080"/>
            <a:ext cx="9018713" cy="531838"/>
          </a:xfrm>
        </p:spPr>
        <p:txBody>
          <a:bodyPr/>
          <a:lstStyle>
            <a:lvl1pPr marL="0" indent="0">
              <a:buNone/>
              <a:defRPr lang="en-US" sz="3800" kern="1200" spc="-120" baseline="0" dirty="0">
                <a:solidFill>
                  <a:schemeClr val="tx1">
                    <a:alpha val="99000"/>
                  </a:schemeClr>
                </a:solidFill>
                <a:latin typeface="+mj-lt"/>
                <a:ea typeface="+mn-ea"/>
                <a:cs typeface="+mn-cs"/>
              </a:defRPr>
            </a:lvl1pPr>
          </a:lstStyle>
          <a:p>
            <a:pPr marL="0" lvl="0" indent="0" algn="l" defTabSz="1096920" rtl="0" eaLnBrk="1" latinLnBrk="0" hangingPunct="1">
              <a:lnSpc>
                <a:spcPct val="90000"/>
              </a:lnSpc>
              <a:spcBef>
                <a:spcPct val="20000"/>
              </a:spcBef>
              <a:buSzPct val="90000"/>
              <a:buFont typeface="Arial" pitchFamily="34" charset="0"/>
              <a:buNone/>
            </a:pPr>
            <a:r>
              <a:rPr lang="en-US" dirty="0"/>
              <a:t>Speaker Name</a:t>
            </a:r>
          </a:p>
        </p:txBody>
      </p:sp>
      <p:pic>
        <p:nvPicPr>
          <p:cNvPr id="26" name="Picture 25" descr="Microsoft logo and tagline"/>
          <p:cNvPicPr>
            <a:picLocks noChangeAspect="1" noChangeArrowheads="1"/>
          </p:cNvPicPr>
          <p:nvPr userDrawn="1"/>
        </p:nvPicPr>
        <p:blipFill rotWithShape="1">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p:blipFill>
        <p:spPr bwMode="black">
          <a:xfrm>
            <a:off x="641818" y="7637581"/>
            <a:ext cx="1915281" cy="322039"/>
          </a:xfrm>
          <a:prstGeom prst="rect">
            <a:avLst/>
          </a:prstGeom>
          <a:noFill/>
          <a:ln>
            <a:noFill/>
          </a:ln>
        </p:spPr>
      </p:pic>
      <p:pic>
        <p:nvPicPr>
          <p:cNvPr id="7" name="Picture 6"/>
          <p:cNvPicPr>
            <a:picLocks noChangeAspect="1"/>
          </p:cNvPicPr>
          <p:nvPr userDrawn="1"/>
        </p:nvPicPr>
        <p:blipFill>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23103" y="274320"/>
            <a:ext cx="2998173" cy="348406"/>
          </a:xfrm>
          <a:prstGeom prst="rect">
            <a:avLst/>
          </a:prstGeom>
        </p:spPr>
      </p:pic>
    </p:spTree>
    <p:extLst>
      <p:ext uri="{BB962C8B-B14F-4D97-AF65-F5344CB8AC3E}">
        <p14:creationId xmlns:p14="http://schemas.microsoft.com/office/powerpoint/2010/main" val="3839960635"/>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Four Content + Item Lef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193235" y="1438285"/>
            <a:ext cx="5015267" cy="1601977"/>
          </a:xfrm>
        </p:spPr>
        <p:txBody>
          <a:bodyPr/>
          <a:lstStyle>
            <a:lvl1pPr marL="407576" indent="-407576">
              <a:lnSpc>
                <a:spcPct val="90000"/>
              </a:lnSpc>
              <a:defRPr sz="2400"/>
            </a:lvl1pPr>
            <a:lvl2pPr marL="807225" indent="-390130">
              <a:lnSpc>
                <a:spcPct val="90000"/>
              </a:lnSpc>
              <a:defRPr sz="2200"/>
            </a:lvl2pPr>
            <a:lvl3pPr marL="1143437" indent="-345727">
              <a:lnSpc>
                <a:spcPct val="90000"/>
              </a:lnSpc>
              <a:defRPr sz="1900"/>
            </a:lvl3pPr>
            <a:lvl4pPr marL="1471716" indent="-328282">
              <a:lnSpc>
                <a:spcPct val="90000"/>
              </a:lnSpc>
              <a:defRPr sz="1700"/>
            </a:lvl4pPr>
            <a:lvl5pPr marL="1817442" indent="-336210">
              <a:lnSpc>
                <a:spcPct val="90000"/>
              </a:lnSpc>
              <a:defRPr sz="1700"/>
            </a:lvl5pPr>
            <a:lvl6pPr>
              <a:defRPr sz="2200"/>
            </a:lvl6pPr>
            <a:lvl7pPr>
              <a:defRPr sz="2200"/>
            </a:lvl7pPr>
            <a:lvl8pPr>
              <a:defRPr sz="2200"/>
            </a:lvl8pPr>
            <a:lvl9pPr>
              <a:defRPr sz="2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9123146" y="1438285"/>
            <a:ext cx="5065177" cy="1601977"/>
          </a:xfrm>
        </p:spPr>
        <p:txBody>
          <a:bodyPr/>
          <a:lstStyle>
            <a:lvl1pPr marL="417086" indent="-417086">
              <a:lnSpc>
                <a:spcPct val="90000"/>
              </a:lnSpc>
              <a:defRPr sz="2400"/>
            </a:lvl1pPr>
            <a:lvl2pPr marL="807225" indent="-407576">
              <a:lnSpc>
                <a:spcPct val="90000"/>
              </a:lnSpc>
              <a:defRPr sz="2200"/>
            </a:lvl2pPr>
            <a:lvl3pPr marL="1152951" indent="-363167">
              <a:lnSpc>
                <a:spcPct val="90000"/>
              </a:lnSpc>
              <a:defRPr sz="1900"/>
            </a:lvl3pPr>
            <a:lvl4pPr marL="1471716" indent="-318768">
              <a:lnSpc>
                <a:spcPct val="90000"/>
              </a:lnSpc>
              <a:defRPr sz="1700"/>
            </a:lvl4pPr>
            <a:lvl5pPr marL="1817442" indent="-328282">
              <a:lnSpc>
                <a:spcPct val="90000"/>
              </a:lnSpc>
              <a:defRPr sz="1700"/>
            </a:lvl5pPr>
            <a:lvl6pPr>
              <a:defRPr sz="2200"/>
            </a:lvl6pPr>
            <a:lvl7pPr>
              <a:defRPr sz="2200"/>
            </a:lvl7pPr>
            <a:lvl8pPr>
              <a:defRPr sz="2200"/>
            </a:lvl8pPr>
            <a:lvl9pPr>
              <a:defRPr sz="2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7" name="Group 16"/>
          <p:cNvGrpSpPr/>
          <p:nvPr userDrawn="1"/>
        </p:nvGrpSpPr>
        <p:grpSpPr>
          <a:xfrm>
            <a:off x="13019685" y="290775"/>
            <a:ext cx="1299463" cy="214946"/>
            <a:chOff x="3602038" y="1063626"/>
            <a:chExt cx="4365626" cy="722312"/>
          </a:xfrm>
        </p:grpSpPr>
        <p:sp>
          <p:nvSpPr>
            <p:cNvPr id="18" name="Freeform 17"/>
            <p:cNvSpPr>
              <a:spLocks/>
            </p:cNvSpPr>
            <p:nvPr/>
          </p:nvSpPr>
          <p:spPr bwMode="auto">
            <a:xfrm>
              <a:off x="3602038" y="1074738"/>
              <a:ext cx="884238" cy="679450"/>
            </a:xfrm>
            <a:custGeom>
              <a:avLst/>
              <a:gdLst>
                <a:gd name="T0" fmla="*/ 0 w 557"/>
                <a:gd name="T1" fmla="*/ 428 h 428"/>
                <a:gd name="T2" fmla="*/ 93 w 557"/>
                <a:gd name="T3" fmla="*/ 0 h 428"/>
                <a:gd name="T4" fmla="*/ 265 w 557"/>
                <a:gd name="T5" fmla="*/ 0 h 428"/>
                <a:gd name="T6" fmla="*/ 273 w 557"/>
                <a:gd name="T7" fmla="*/ 238 h 428"/>
                <a:gd name="T8" fmla="*/ 385 w 557"/>
                <a:gd name="T9" fmla="*/ 0 h 428"/>
                <a:gd name="T10" fmla="*/ 557 w 557"/>
                <a:gd name="T11" fmla="*/ 0 h 428"/>
                <a:gd name="T12" fmla="*/ 459 w 557"/>
                <a:gd name="T13" fmla="*/ 428 h 428"/>
                <a:gd name="T14" fmla="*/ 339 w 557"/>
                <a:gd name="T15" fmla="*/ 428 h 428"/>
                <a:gd name="T16" fmla="*/ 389 w 557"/>
                <a:gd name="T17" fmla="*/ 199 h 428"/>
                <a:gd name="T18" fmla="*/ 273 w 557"/>
                <a:gd name="T19" fmla="*/ 428 h 428"/>
                <a:gd name="T20" fmla="*/ 187 w 557"/>
                <a:gd name="T21" fmla="*/ 428 h 428"/>
                <a:gd name="T22" fmla="*/ 179 w 557"/>
                <a:gd name="T23" fmla="*/ 199 h 428"/>
                <a:gd name="T24" fmla="*/ 125 w 557"/>
                <a:gd name="T25" fmla="*/ 428 h 428"/>
                <a:gd name="T26" fmla="*/ 0 w 557"/>
                <a:gd name="T27" fmla="*/ 428 h 428"/>
                <a:gd name="T28" fmla="*/ 0 w 557"/>
                <a:gd name="T29" fmla="*/ 428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57" h="428">
                  <a:moveTo>
                    <a:pt x="0" y="428"/>
                  </a:moveTo>
                  <a:lnTo>
                    <a:pt x="93" y="0"/>
                  </a:lnTo>
                  <a:lnTo>
                    <a:pt x="265" y="0"/>
                  </a:lnTo>
                  <a:lnTo>
                    <a:pt x="273" y="238"/>
                  </a:lnTo>
                  <a:lnTo>
                    <a:pt x="385" y="0"/>
                  </a:lnTo>
                  <a:lnTo>
                    <a:pt x="557" y="0"/>
                  </a:lnTo>
                  <a:lnTo>
                    <a:pt x="459" y="428"/>
                  </a:lnTo>
                  <a:lnTo>
                    <a:pt x="339" y="428"/>
                  </a:lnTo>
                  <a:lnTo>
                    <a:pt x="389" y="199"/>
                  </a:lnTo>
                  <a:lnTo>
                    <a:pt x="273" y="428"/>
                  </a:lnTo>
                  <a:lnTo>
                    <a:pt x="187" y="428"/>
                  </a:lnTo>
                  <a:lnTo>
                    <a:pt x="179" y="199"/>
                  </a:lnTo>
                  <a:lnTo>
                    <a:pt x="125" y="428"/>
                  </a:lnTo>
                  <a:lnTo>
                    <a:pt x="0" y="428"/>
                  </a:lnTo>
                  <a:lnTo>
                    <a:pt x="0" y="428"/>
                  </a:ln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616"/>
              <a:endParaRPr lang="en-US">
                <a:solidFill>
                  <a:srgbClr val="FFFFFF"/>
                </a:solidFill>
              </a:endParaRPr>
            </a:p>
          </p:txBody>
        </p:sp>
        <p:sp>
          <p:nvSpPr>
            <p:cNvPr id="19" name="Freeform 18"/>
            <p:cNvSpPr>
              <a:spLocks/>
            </p:cNvSpPr>
            <p:nvPr/>
          </p:nvSpPr>
          <p:spPr bwMode="auto">
            <a:xfrm>
              <a:off x="4510088" y="1074738"/>
              <a:ext cx="204788" cy="111125"/>
            </a:xfrm>
            <a:custGeom>
              <a:avLst/>
              <a:gdLst>
                <a:gd name="T0" fmla="*/ 0 w 129"/>
                <a:gd name="T1" fmla="*/ 70 h 70"/>
                <a:gd name="T2" fmla="*/ 113 w 129"/>
                <a:gd name="T3" fmla="*/ 70 h 70"/>
                <a:gd name="T4" fmla="*/ 129 w 129"/>
                <a:gd name="T5" fmla="*/ 0 h 70"/>
                <a:gd name="T6" fmla="*/ 16 w 129"/>
                <a:gd name="T7" fmla="*/ 0 h 70"/>
                <a:gd name="T8" fmla="*/ 0 w 129"/>
                <a:gd name="T9" fmla="*/ 70 h 70"/>
                <a:gd name="T10" fmla="*/ 0 w 129"/>
                <a:gd name="T11" fmla="*/ 70 h 70"/>
              </a:gdLst>
              <a:ahLst/>
              <a:cxnLst>
                <a:cxn ang="0">
                  <a:pos x="T0" y="T1"/>
                </a:cxn>
                <a:cxn ang="0">
                  <a:pos x="T2" y="T3"/>
                </a:cxn>
                <a:cxn ang="0">
                  <a:pos x="T4" y="T5"/>
                </a:cxn>
                <a:cxn ang="0">
                  <a:pos x="T6" y="T7"/>
                </a:cxn>
                <a:cxn ang="0">
                  <a:pos x="T8" y="T9"/>
                </a:cxn>
                <a:cxn ang="0">
                  <a:pos x="T10" y="T11"/>
                </a:cxn>
              </a:cxnLst>
              <a:rect l="0" t="0" r="r" b="b"/>
              <a:pathLst>
                <a:path w="129" h="70">
                  <a:moveTo>
                    <a:pt x="0" y="70"/>
                  </a:moveTo>
                  <a:lnTo>
                    <a:pt x="113" y="70"/>
                  </a:lnTo>
                  <a:lnTo>
                    <a:pt x="129" y="0"/>
                  </a:lnTo>
                  <a:lnTo>
                    <a:pt x="16" y="0"/>
                  </a:lnTo>
                  <a:lnTo>
                    <a:pt x="0" y="70"/>
                  </a:lnTo>
                  <a:lnTo>
                    <a:pt x="0" y="70"/>
                  </a:ln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616"/>
              <a:endParaRPr lang="en-US">
                <a:solidFill>
                  <a:srgbClr val="FFFFFF"/>
                </a:solidFill>
              </a:endParaRPr>
            </a:p>
          </p:txBody>
        </p:sp>
        <p:sp>
          <p:nvSpPr>
            <p:cNvPr id="20" name="Freeform 19"/>
            <p:cNvSpPr>
              <a:spLocks/>
            </p:cNvSpPr>
            <p:nvPr/>
          </p:nvSpPr>
          <p:spPr bwMode="auto">
            <a:xfrm>
              <a:off x="4381501" y="1247776"/>
              <a:ext cx="296863" cy="506413"/>
            </a:xfrm>
            <a:custGeom>
              <a:avLst/>
              <a:gdLst>
                <a:gd name="T0" fmla="*/ 116 w 187"/>
                <a:gd name="T1" fmla="*/ 319 h 319"/>
                <a:gd name="T2" fmla="*/ 0 w 187"/>
                <a:gd name="T3" fmla="*/ 319 h 319"/>
                <a:gd name="T4" fmla="*/ 70 w 187"/>
                <a:gd name="T5" fmla="*/ 0 h 319"/>
                <a:gd name="T6" fmla="*/ 187 w 187"/>
                <a:gd name="T7" fmla="*/ 0 h 319"/>
                <a:gd name="T8" fmla="*/ 116 w 187"/>
                <a:gd name="T9" fmla="*/ 319 h 319"/>
                <a:gd name="T10" fmla="*/ 116 w 187"/>
                <a:gd name="T11" fmla="*/ 319 h 319"/>
              </a:gdLst>
              <a:ahLst/>
              <a:cxnLst>
                <a:cxn ang="0">
                  <a:pos x="T0" y="T1"/>
                </a:cxn>
                <a:cxn ang="0">
                  <a:pos x="T2" y="T3"/>
                </a:cxn>
                <a:cxn ang="0">
                  <a:pos x="T4" y="T5"/>
                </a:cxn>
                <a:cxn ang="0">
                  <a:pos x="T6" y="T7"/>
                </a:cxn>
                <a:cxn ang="0">
                  <a:pos x="T8" y="T9"/>
                </a:cxn>
                <a:cxn ang="0">
                  <a:pos x="T10" y="T11"/>
                </a:cxn>
              </a:cxnLst>
              <a:rect l="0" t="0" r="r" b="b"/>
              <a:pathLst>
                <a:path w="187" h="319">
                  <a:moveTo>
                    <a:pt x="116" y="319"/>
                  </a:moveTo>
                  <a:lnTo>
                    <a:pt x="0" y="319"/>
                  </a:lnTo>
                  <a:lnTo>
                    <a:pt x="70" y="0"/>
                  </a:lnTo>
                  <a:lnTo>
                    <a:pt x="187" y="0"/>
                  </a:lnTo>
                  <a:lnTo>
                    <a:pt x="116" y="319"/>
                  </a:lnTo>
                  <a:lnTo>
                    <a:pt x="116" y="319"/>
                  </a:ln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616"/>
              <a:endParaRPr lang="en-US">
                <a:solidFill>
                  <a:srgbClr val="FFFFFF"/>
                </a:solidFill>
              </a:endParaRPr>
            </a:p>
          </p:txBody>
        </p:sp>
        <p:sp>
          <p:nvSpPr>
            <p:cNvPr id="21" name="Freeform 20"/>
            <p:cNvSpPr>
              <a:spLocks/>
            </p:cNvSpPr>
            <p:nvPr/>
          </p:nvSpPr>
          <p:spPr bwMode="auto">
            <a:xfrm>
              <a:off x="5148263" y="1241426"/>
              <a:ext cx="431800" cy="512763"/>
            </a:xfrm>
            <a:custGeom>
              <a:avLst/>
              <a:gdLst>
                <a:gd name="T0" fmla="*/ 19 w 70"/>
                <a:gd name="T1" fmla="*/ 1 h 83"/>
                <a:gd name="T2" fmla="*/ 45 w 70"/>
                <a:gd name="T3" fmla="*/ 1 h 83"/>
                <a:gd name="T4" fmla="*/ 43 w 70"/>
                <a:gd name="T5" fmla="*/ 12 h 83"/>
                <a:gd name="T6" fmla="*/ 56 w 70"/>
                <a:gd name="T7" fmla="*/ 2 h 83"/>
                <a:gd name="T8" fmla="*/ 70 w 70"/>
                <a:gd name="T9" fmla="*/ 0 h 83"/>
                <a:gd name="T10" fmla="*/ 64 w 70"/>
                <a:gd name="T11" fmla="*/ 27 h 83"/>
                <a:gd name="T12" fmla="*/ 35 w 70"/>
                <a:gd name="T13" fmla="*/ 54 h 83"/>
                <a:gd name="T14" fmla="*/ 28 w 70"/>
                <a:gd name="T15" fmla="*/ 83 h 83"/>
                <a:gd name="T16" fmla="*/ 0 w 70"/>
                <a:gd name="T17" fmla="*/ 83 h 83"/>
                <a:gd name="T18" fmla="*/ 19 w 70"/>
                <a:gd name="T19" fmla="*/ 1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83">
                  <a:moveTo>
                    <a:pt x="19" y="1"/>
                  </a:moveTo>
                  <a:cubicBezTo>
                    <a:pt x="45" y="1"/>
                    <a:pt x="45" y="1"/>
                    <a:pt x="45" y="1"/>
                  </a:cubicBezTo>
                  <a:cubicBezTo>
                    <a:pt x="43" y="12"/>
                    <a:pt x="43" y="12"/>
                    <a:pt x="43" y="12"/>
                  </a:cubicBezTo>
                  <a:cubicBezTo>
                    <a:pt x="46" y="7"/>
                    <a:pt x="51" y="4"/>
                    <a:pt x="56" y="2"/>
                  </a:cubicBezTo>
                  <a:cubicBezTo>
                    <a:pt x="61" y="1"/>
                    <a:pt x="65" y="0"/>
                    <a:pt x="70" y="0"/>
                  </a:cubicBezTo>
                  <a:cubicBezTo>
                    <a:pt x="64" y="27"/>
                    <a:pt x="64" y="27"/>
                    <a:pt x="64" y="27"/>
                  </a:cubicBezTo>
                  <a:cubicBezTo>
                    <a:pt x="62" y="27"/>
                    <a:pt x="41" y="23"/>
                    <a:pt x="35" y="54"/>
                  </a:cubicBezTo>
                  <a:cubicBezTo>
                    <a:pt x="28" y="83"/>
                    <a:pt x="28" y="83"/>
                    <a:pt x="28" y="83"/>
                  </a:cubicBezTo>
                  <a:cubicBezTo>
                    <a:pt x="0" y="83"/>
                    <a:pt x="0" y="83"/>
                    <a:pt x="0" y="83"/>
                  </a:cubicBezTo>
                  <a:cubicBezTo>
                    <a:pt x="19" y="1"/>
                    <a:pt x="19" y="1"/>
                    <a:pt x="19" y="1"/>
                  </a:cubicBez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616"/>
              <a:endParaRPr lang="en-US">
                <a:solidFill>
                  <a:srgbClr val="FFFFFF"/>
                </a:solidFill>
              </a:endParaRPr>
            </a:p>
          </p:txBody>
        </p:sp>
        <p:sp>
          <p:nvSpPr>
            <p:cNvPr id="22" name="Freeform 21"/>
            <p:cNvSpPr>
              <a:spLocks/>
            </p:cNvSpPr>
            <p:nvPr/>
          </p:nvSpPr>
          <p:spPr bwMode="auto">
            <a:xfrm>
              <a:off x="4510088" y="1217613"/>
              <a:ext cx="700088" cy="555625"/>
            </a:xfrm>
            <a:custGeom>
              <a:avLst/>
              <a:gdLst>
                <a:gd name="T0" fmla="*/ 106 w 113"/>
                <a:gd name="T1" fmla="*/ 57 h 90"/>
                <a:gd name="T2" fmla="*/ 56 w 113"/>
                <a:gd name="T3" fmla="*/ 90 h 90"/>
                <a:gd name="T4" fmla="*/ 77 w 113"/>
                <a:gd name="T5" fmla="*/ 3 h 90"/>
                <a:gd name="T6" fmla="*/ 111 w 113"/>
                <a:gd name="T7" fmla="*/ 36 h 90"/>
                <a:gd name="T8" fmla="*/ 80 w 113"/>
                <a:gd name="T9" fmla="*/ 36 h 90"/>
                <a:gd name="T10" fmla="*/ 72 w 113"/>
                <a:gd name="T11" fmla="*/ 23 h 90"/>
                <a:gd name="T12" fmla="*/ 61 w 113"/>
                <a:gd name="T13" fmla="*/ 69 h 90"/>
                <a:gd name="T14" fmla="*/ 75 w 113"/>
                <a:gd name="T15" fmla="*/ 57 h 90"/>
                <a:gd name="T16" fmla="*/ 106 w 113"/>
                <a:gd name="T17" fmla="*/ 5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90">
                  <a:moveTo>
                    <a:pt x="106" y="57"/>
                  </a:moveTo>
                  <a:cubicBezTo>
                    <a:pt x="106" y="58"/>
                    <a:pt x="97" y="90"/>
                    <a:pt x="56" y="90"/>
                  </a:cubicBezTo>
                  <a:cubicBezTo>
                    <a:pt x="0" y="88"/>
                    <a:pt x="15" y="0"/>
                    <a:pt x="77" y="3"/>
                  </a:cubicBezTo>
                  <a:cubicBezTo>
                    <a:pt x="113" y="5"/>
                    <a:pt x="111" y="35"/>
                    <a:pt x="111" y="36"/>
                  </a:cubicBezTo>
                  <a:cubicBezTo>
                    <a:pt x="80" y="36"/>
                    <a:pt x="80" y="36"/>
                    <a:pt x="80" y="36"/>
                  </a:cubicBezTo>
                  <a:cubicBezTo>
                    <a:pt x="80" y="35"/>
                    <a:pt x="81" y="22"/>
                    <a:pt x="72" y="23"/>
                  </a:cubicBezTo>
                  <a:cubicBezTo>
                    <a:pt x="54" y="23"/>
                    <a:pt x="41" y="68"/>
                    <a:pt x="61" y="69"/>
                  </a:cubicBezTo>
                  <a:cubicBezTo>
                    <a:pt x="70" y="69"/>
                    <a:pt x="74" y="58"/>
                    <a:pt x="75" y="57"/>
                  </a:cubicBezTo>
                  <a:cubicBezTo>
                    <a:pt x="106" y="57"/>
                    <a:pt x="106" y="57"/>
                    <a:pt x="106" y="57"/>
                  </a:cubicBez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616"/>
              <a:endParaRPr lang="en-US">
                <a:solidFill>
                  <a:srgbClr val="FFFFFF"/>
                </a:solidFill>
              </a:endParaRPr>
            </a:p>
          </p:txBody>
        </p:sp>
        <p:sp>
          <p:nvSpPr>
            <p:cNvPr id="23" name="Freeform 22"/>
            <p:cNvSpPr>
              <a:spLocks noEditPoints="1"/>
            </p:cNvSpPr>
            <p:nvPr/>
          </p:nvSpPr>
          <p:spPr bwMode="auto">
            <a:xfrm>
              <a:off x="6427788" y="1211263"/>
              <a:ext cx="846138" cy="574675"/>
            </a:xfrm>
            <a:custGeom>
              <a:avLst/>
              <a:gdLst>
                <a:gd name="T0" fmla="*/ 60 w 137"/>
                <a:gd name="T1" fmla="*/ 91 h 93"/>
                <a:gd name="T2" fmla="*/ 79 w 137"/>
                <a:gd name="T3" fmla="*/ 3 h 93"/>
                <a:gd name="T4" fmla="*/ 60 w 137"/>
                <a:gd name="T5" fmla="*/ 91 h 93"/>
                <a:gd name="T6" fmla="*/ 77 w 137"/>
                <a:gd name="T7" fmla="*/ 22 h 93"/>
                <a:gd name="T8" fmla="*/ 61 w 137"/>
                <a:gd name="T9" fmla="*/ 70 h 93"/>
                <a:gd name="T10" fmla="*/ 77 w 137"/>
                <a:gd name="T11" fmla="*/ 22 h 93"/>
              </a:gdLst>
              <a:ahLst/>
              <a:cxnLst>
                <a:cxn ang="0">
                  <a:pos x="T0" y="T1"/>
                </a:cxn>
                <a:cxn ang="0">
                  <a:pos x="T2" y="T3"/>
                </a:cxn>
                <a:cxn ang="0">
                  <a:pos x="T4" y="T5"/>
                </a:cxn>
                <a:cxn ang="0">
                  <a:pos x="T6" y="T7"/>
                </a:cxn>
                <a:cxn ang="0">
                  <a:pos x="T8" y="T9"/>
                </a:cxn>
                <a:cxn ang="0">
                  <a:pos x="T10" y="T11"/>
                </a:cxn>
              </a:cxnLst>
              <a:rect l="0" t="0" r="r" b="b"/>
              <a:pathLst>
                <a:path w="137" h="93">
                  <a:moveTo>
                    <a:pt x="60" y="91"/>
                  </a:moveTo>
                  <a:cubicBezTo>
                    <a:pt x="0" y="88"/>
                    <a:pt x="18" y="0"/>
                    <a:pt x="79" y="3"/>
                  </a:cubicBezTo>
                  <a:cubicBezTo>
                    <a:pt x="137" y="6"/>
                    <a:pt x="120" y="93"/>
                    <a:pt x="60" y="91"/>
                  </a:cubicBezTo>
                  <a:close/>
                  <a:moveTo>
                    <a:pt x="77" y="22"/>
                  </a:moveTo>
                  <a:cubicBezTo>
                    <a:pt x="57" y="18"/>
                    <a:pt x="43" y="66"/>
                    <a:pt x="61" y="70"/>
                  </a:cubicBezTo>
                  <a:cubicBezTo>
                    <a:pt x="82" y="74"/>
                    <a:pt x="97" y="26"/>
                    <a:pt x="77" y="22"/>
                  </a:cubicBez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616"/>
              <a:endParaRPr lang="en-US">
                <a:solidFill>
                  <a:srgbClr val="FFFFFF"/>
                </a:solidFill>
              </a:endParaRPr>
            </a:p>
          </p:txBody>
        </p:sp>
        <p:sp>
          <p:nvSpPr>
            <p:cNvPr id="24" name="Freeform 23"/>
            <p:cNvSpPr>
              <a:spLocks/>
            </p:cNvSpPr>
            <p:nvPr/>
          </p:nvSpPr>
          <p:spPr bwMode="auto">
            <a:xfrm>
              <a:off x="7126288" y="1063626"/>
              <a:ext cx="655638" cy="703263"/>
            </a:xfrm>
            <a:custGeom>
              <a:avLst/>
              <a:gdLst>
                <a:gd name="T0" fmla="*/ 59 w 106"/>
                <a:gd name="T1" fmla="*/ 18 h 114"/>
                <a:gd name="T2" fmla="*/ 48 w 106"/>
                <a:gd name="T3" fmla="*/ 28 h 114"/>
                <a:gd name="T4" fmla="*/ 47 w 106"/>
                <a:gd name="T5" fmla="*/ 30 h 114"/>
                <a:gd name="T6" fmla="*/ 64 w 106"/>
                <a:gd name="T7" fmla="*/ 30 h 114"/>
                <a:gd name="T8" fmla="*/ 69 w 106"/>
                <a:gd name="T9" fmla="*/ 11 h 114"/>
                <a:gd name="T10" fmla="*/ 96 w 106"/>
                <a:gd name="T11" fmla="*/ 11 h 114"/>
                <a:gd name="T12" fmla="*/ 92 w 106"/>
                <a:gd name="T13" fmla="*/ 30 h 114"/>
                <a:gd name="T14" fmla="*/ 106 w 106"/>
                <a:gd name="T15" fmla="*/ 30 h 114"/>
                <a:gd name="T16" fmla="*/ 101 w 106"/>
                <a:gd name="T17" fmla="*/ 49 h 114"/>
                <a:gd name="T18" fmla="*/ 87 w 106"/>
                <a:gd name="T19" fmla="*/ 49 h 114"/>
                <a:gd name="T20" fmla="*/ 80 w 106"/>
                <a:gd name="T21" fmla="*/ 85 h 114"/>
                <a:gd name="T22" fmla="*/ 79 w 106"/>
                <a:gd name="T23" fmla="*/ 91 h 114"/>
                <a:gd name="T24" fmla="*/ 92 w 106"/>
                <a:gd name="T25" fmla="*/ 93 h 114"/>
                <a:gd name="T26" fmla="*/ 88 w 106"/>
                <a:gd name="T27" fmla="*/ 112 h 114"/>
                <a:gd name="T28" fmla="*/ 56 w 106"/>
                <a:gd name="T29" fmla="*/ 109 h 114"/>
                <a:gd name="T30" fmla="*/ 51 w 106"/>
                <a:gd name="T31" fmla="*/ 91 h 114"/>
                <a:gd name="T32" fmla="*/ 60 w 106"/>
                <a:gd name="T33" fmla="*/ 49 h 114"/>
                <a:gd name="T34" fmla="*/ 44 w 106"/>
                <a:gd name="T35" fmla="*/ 49 h 114"/>
                <a:gd name="T36" fmla="*/ 30 w 106"/>
                <a:gd name="T37" fmla="*/ 112 h 114"/>
                <a:gd name="T38" fmla="*/ 1 w 106"/>
                <a:gd name="T39" fmla="*/ 112 h 114"/>
                <a:gd name="T40" fmla="*/ 15 w 106"/>
                <a:gd name="T41" fmla="*/ 49 h 114"/>
                <a:gd name="T42" fmla="*/ 0 w 106"/>
                <a:gd name="T43" fmla="*/ 49 h 114"/>
                <a:gd name="T44" fmla="*/ 4 w 106"/>
                <a:gd name="T45" fmla="*/ 30 h 114"/>
                <a:gd name="T46" fmla="*/ 18 w 106"/>
                <a:gd name="T47" fmla="*/ 30 h 114"/>
                <a:gd name="T48" fmla="*/ 30 w 106"/>
                <a:gd name="T49" fmla="*/ 7 h 114"/>
                <a:gd name="T50" fmla="*/ 62 w 106"/>
                <a:gd name="T51" fmla="*/ 3 h 114"/>
                <a:gd name="T52" fmla="*/ 59 w 106"/>
                <a:gd name="T53" fmla="*/ 1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6" h="114">
                  <a:moveTo>
                    <a:pt x="59" y="18"/>
                  </a:moveTo>
                  <a:cubicBezTo>
                    <a:pt x="50" y="18"/>
                    <a:pt x="49" y="22"/>
                    <a:pt x="48" y="28"/>
                  </a:cubicBezTo>
                  <a:cubicBezTo>
                    <a:pt x="47" y="30"/>
                    <a:pt x="47" y="30"/>
                    <a:pt x="47" y="30"/>
                  </a:cubicBezTo>
                  <a:cubicBezTo>
                    <a:pt x="64" y="30"/>
                    <a:pt x="64" y="30"/>
                    <a:pt x="64" y="30"/>
                  </a:cubicBezTo>
                  <a:cubicBezTo>
                    <a:pt x="69" y="11"/>
                    <a:pt x="69" y="11"/>
                    <a:pt x="69" y="11"/>
                  </a:cubicBezTo>
                  <a:cubicBezTo>
                    <a:pt x="96" y="11"/>
                    <a:pt x="96" y="11"/>
                    <a:pt x="96" y="11"/>
                  </a:cubicBezTo>
                  <a:cubicBezTo>
                    <a:pt x="92" y="30"/>
                    <a:pt x="92" y="30"/>
                    <a:pt x="92" y="30"/>
                  </a:cubicBezTo>
                  <a:cubicBezTo>
                    <a:pt x="106" y="30"/>
                    <a:pt x="106" y="30"/>
                    <a:pt x="106" y="30"/>
                  </a:cubicBezTo>
                  <a:cubicBezTo>
                    <a:pt x="101" y="49"/>
                    <a:pt x="101" y="49"/>
                    <a:pt x="101" y="49"/>
                  </a:cubicBezTo>
                  <a:cubicBezTo>
                    <a:pt x="87" y="49"/>
                    <a:pt x="87" y="49"/>
                    <a:pt x="87" y="49"/>
                  </a:cubicBezTo>
                  <a:cubicBezTo>
                    <a:pt x="80" y="85"/>
                    <a:pt x="80" y="85"/>
                    <a:pt x="80" y="85"/>
                  </a:cubicBezTo>
                  <a:cubicBezTo>
                    <a:pt x="79" y="87"/>
                    <a:pt x="79" y="89"/>
                    <a:pt x="79" y="91"/>
                  </a:cubicBezTo>
                  <a:cubicBezTo>
                    <a:pt x="81" y="94"/>
                    <a:pt x="92" y="93"/>
                    <a:pt x="92" y="93"/>
                  </a:cubicBezTo>
                  <a:cubicBezTo>
                    <a:pt x="88" y="112"/>
                    <a:pt x="88" y="112"/>
                    <a:pt x="88" y="112"/>
                  </a:cubicBezTo>
                  <a:cubicBezTo>
                    <a:pt x="88" y="112"/>
                    <a:pt x="64" y="114"/>
                    <a:pt x="56" y="109"/>
                  </a:cubicBezTo>
                  <a:cubicBezTo>
                    <a:pt x="52" y="106"/>
                    <a:pt x="49" y="101"/>
                    <a:pt x="51" y="91"/>
                  </a:cubicBezTo>
                  <a:cubicBezTo>
                    <a:pt x="60" y="49"/>
                    <a:pt x="60" y="49"/>
                    <a:pt x="60" y="49"/>
                  </a:cubicBezTo>
                  <a:cubicBezTo>
                    <a:pt x="44" y="49"/>
                    <a:pt x="44" y="49"/>
                    <a:pt x="44" y="49"/>
                  </a:cubicBezTo>
                  <a:cubicBezTo>
                    <a:pt x="30" y="112"/>
                    <a:pt x="30" y="112"/>
                    <a:pt x="30" y="112"/>
                  </a:cubicBezTo>
                  <a:cubicBezTo>
                    <a:pt x="1" y="112"/>
                    <a:pt x="1" y="112"/>
                    <a:pt x="1" y="112"/>
                  </a:cubicBezTo>
                  <a:cubicBezTo>
                    <a:pt x="15" y="49"/>
                    <a:pt x="15" y="49"/>
                    <a:pt x="15" y="49"/>
                  </a:cubicBezTo>
                  <a:cubicBezTo>
                    <a:pt x="0" y="49"/>
                    <a:pt x="0" y="49"/>
                    <a:pt x="0" y="49"/>
                  </a:cubicBezTo>
                  <a:cubicBezTo>
                    <a:pt x="4" y="30"/>
                    <a:pt x="4" y="30"/>
                    <a:pt x="4" y="30"/>
                  </a:cubicBezTo>
                  <a:cubicBezTo>
                    <a:pt x="18" y="30"/>
                    <a:pt x="18" y="30"/>
                    <a:pt x="18" y="30"/>
                  </a:cubicBezTo>
                  <a:cubicBezTo>
                    <a:pt x="21" y="20"/>
                    <a:pt x="23" y="13"/>
                    <a:pt x="30" y="7"/>
                  </a:cubicBezTo>
                  <a:cubicBezTo>
                    <a:pt x="39" y="0"/>
                    <a:pt x="62" y="3"/>
                    <a:pt x="62" y="3"/>
                  </a:cubicBezTo>
                  <a:cubicBezTo>
                    <a:pt x="59" y="18"/>
                    <a:pt x="59" y="18"/>
                    <a:pt x="59" y="18"/>
                  </a:cubicBez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616"/>
              <a:endParaRPr lang="en-US">
                <a:solidFill>
                  <a:srgbClr val="FFFFFF"/>
                </a:solidFill>
              </a:endParaRPr>
            </a:p>
          </p:txBody>
        </p:sp>
        <p:sp>
          <p:nvSpPr>
            <p:cNvPr id="25" name="Freeform 24"/>
            <p:cNvSpPr>
              <a:spLocks noEditPoints="1"/>
            </p:cNvSpPr>
            <p:nvPr/>
          </p:nvSpPr>
          <p:spPr bwMode="auto">
            <a:xfrm>
              <a:off x="5338763" y="1211263"/>
              <a:ext cx="1274763" cy="568325"/>
            </a:xfrm>
            <a:custGeom>
              <a:avLst/>
              <a:gdLst>
                <a:gd name="T0" fmla="*/ 85 w 206"/>
                <a:gd name="T1" fmla="*/ 60 h 92"/>
                <a:gd name="T2" fmla="*/ 141 w 206"/>
                <a:gd name="T3" fmla="*/ 60 h 92"/>
                <a:gd name="T4" fmla="*/ 154 w 206"/>
                <a:gd name="T5" fmla="*/ 72 h 92"/>
                <a:gd name="T6" fmla="*/ 154 w 206"/>
                <a:gd name="T7" fmla="*/ 56 h 92"/>
                <a:gd name="T8" fmla="*/ 121 w 206"/>
                <a:gd name="T9" fmla="*/ 27 h 92"/>
                <a:gd name="T10" fmla="*/ 164 w 206"/>
                <a:gd name="T11" fmla="*/ 3 h 92"/>
                <a:gd name="T12" fmla="*/ 199 w 206"/>
                <a:gd name="T13" fmla="*/ 30 h 92"/>
                <a:gd name="T14" fmla="*/ 170 w 206"/>
                <a:gd name="T15" fmla="*/ 30 h 92"/>
                <a:gd name="T16" fmla="*/ 161 w 206"/>
                <a:gd name="T17" fmla="*/ 20 h 92"/>
                <a:gd name="T18" fmla="*/ 159 w 206"/>
                <a:gd name="T19" fmla="*/ 33 h 92"/>
                <a:gd name="T20" fmla="*/ 196 w 206"/>
                <a:gd name="T21" fmla="*/ 59 h 92"/>
                <a:gd name="T22" fmla="*/ 150 w 206"/>
                <a:gd name="T23" fmla="*/ 91 h 92"/>
                <a:gd name="T24" fmla="*/ 109 w 206"/>
                <a:gd name="T25" fmla="*/ 63 h 92"/>
                <a:gd name="T26" fmla="*/ 60 w 206"/>
                <a:gd name="T27" fmla="*/ 91 h 92"/>
                <a:gd name="T28" fmla="*/ 79 w 206"/>
                <a:gd name="T29" fmla="*/ 3 h 92"/>
                <a:gd name="T30" fmla="*/ 115 w 206"/>
                <a:gd name="T31" fmla="*/ 47 h 92"/>
                <a:gd name="T32" fmla="*/ 113 w 206"/>
                <a:gd name="T33" fmla="*/ 51 h 92"/>
                <a:gd name="T34" fmla="*/ 85 w 206"/>
                <a:gd name="T35" fmla="*/ 60 h 92"/>
                <a:gd name="T36" fmla="*/ 77 w 206"/>
                <a:gd name="T37" fmla="*/ 22 h 92"/>
                <a:gd name="T38" fmla="*/ 62 w 206"/>
                <a:gd name="T39" fmla="*/ 70 h 92"/>
                <a:gd name="T40" fmla="*/ 77 w 206"/>
                <a:gd name="T41" fmla="*/ 22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06" h="92">
                  <a:moveTo>
                    <a:pt x="85" y="60"/>
                  </a:moveTo>
                  <a:cubicBezTo>
                    <a:pt x="141" y="60"/>
                    <a:pt x="141" y="60"/>
                    <a:pt x="141" y="60"/>
                  </a:cubicBezTo>
                  <a:cubicBezTo>
                    <a:pt x="141" y="60"/>
                    <a:pt x="136" y="72"/>
                    <a:pt x="154" y="72"/>
                  </a:cubicBezTo>
                  <a:cubicBezTo>
                    <a:pt x="166" y="72"/>
                    <a:pt x="170" y="59"/>
                    <a:pt x="154" y="56"/>
                  </a:cubicBezTo>
                  <a:cubicBezTo>
                    <a:pt x="147" y="54"/>
                    <a:pt x="118" y="50"/>
                    <a:pt x="121" y="27"/>
                  </a:cubicBezTo>
                  <a:cubicBezTo>
                    <a:pt x="124" y="9"/>
                    <a:pt x="143" y="3"/>
                    <a:pt x="164" y="3"/>
                  </a:cubicBezTo>
                  <a:cubicBezTo>
                    <a:pt x="206" y="4"/>
                    <a:pt x="198" y="29"/>
                    <a:pt x="199" y="30"/>
                  </a:cubicBezTo>
                  <a:cubicBezTo>
                    <a:pt x="170" y="30"/>
                    <a:pt x="170" y="30"/>
                    <a:pt x="170" y="30"/>
                  </a:cubicBezTo>
                  <a:cubicBezTo>
                    <a:pt x="170" y="30"/>
                    <a:pt x="173" y="20"/>
                    <a:pt x="161" y="20"/>
                  </a:cubicBezTo>
                  <a:cubicBezTo>
                    <a:pt x="149" y="20"/>
                    <a:pt x="146" y="30"/>
                    <a:pt x="159" y="33"/>
                  </a:cubicBezTo>
                  <a:cubicBezTo>
                    <a:pt x="176" y="37"/>
                    <a:pt x="195" y="37"/>
                    <a:pt x="196" y="59"/>
                  </a:cubicBezTo>
                  <a:cubicBezTo>
                    <a:pt x="196" y="64"/>
                    <a:pt x="193" y="92"/>
                    <a:pt x="150" y="91"/>
                  </a:cubicBezTo>
                  <a:cubicBezTo>
                    <a:pt x="110" y="90"/>
                    <a:pt x="108" y="72"/>
                    <a:pt x="109" y="63"/>
                  </a:cubicBezTo>
                  <a:cubicBezTo>
                    <a:pt x="102" y="78"/>
                    <a:pt x="84" y="92"/>
                    <a:pt x="60" y="91"/>
                  </a:cubicBezTo>
                  <a:cubicBezTo>
                    <a:pt x="0" y="89"/>
                    <a:pt x="18" y="0"/>
                    <a:pt x="79" y="3"/>
                  </a:cubicBezTo>
                  <a:cubicBezTo>
                    <a:pt x="107" y="5"/>
                    <a:pt x="118" y="26"/>
                    <a:pt x="115" y="47"/>
                  </a:cubicBezTo>
                  <a:cubicBezTo>
                    <a:pt x="114" y="50"/>
                    <a:pt x="114" y="51"/>
                    <a:pt x="113" y="51"/>
                  </a:cubicBezTo>
                  <a:cubicBezTo>
                    <a:pt x="85" y="60"/>
                    <a:pt x="85" y="60"/>
                    <a:pt x="85" y="60"/>
                  </a:cubicBezTo>
                  <a:close/>
                  <a:moveTo>
                    <a:pt x="77" y="22"/>
                  </a:moveTo>
                  <a:cubicBezTo>
                    <a:pt x="58" y="18"/>
                    <a:pt x="43" y="66"/>
                    <a:pt x="62" y="70"/>
                  </a:cubicBezTo>
                  <a:cubicBezTo>
                    <a:pt x="83" y="74"/>
                    <a:pt x="97" y="26"/>
                    <a:pt x="77" y="22"/>
                  </a:cubicBez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616"/>
              <a:endParaRPr lang="en-US">
                <a:solidFill>
                  <a:srgbClr val="FFFFFF"/>
                </a:solidFill>
              </a:endParaRPr>
            </a:p>
          </p:txBody>
        </p:sp>
        <p:sp>
          <p:nvSpPr>
            <p:cNvPr id="26" name="Freeform 25"/>
            <p:cNvSpPr>
              <a:spLocks noEditPoints="1"/>
            </p:cNvSpPr>
            <p:nvPr/>
          </p:nvSpPr>
          <p:spPr bwMode="auto">
            <a:xfrm>
              <a:off x="7794626" y="1247776"/>
              <a:ext cx="173038" cy="130175"/>
            </a:xfrm>
            <a:custGeom>
              <a:avLst/>
              <a:gdLst>
                <a:gd name="T0" fmla="*/ 14 w 28"/>
                <a:gd name="T1" fmla="*/ 0 h 21"/>
                <a:gd name="T2" fmla="*/ 14 w 28"/>
                <a:gd name="T3" fmla="*/ 21 h 21"/>
                <a:gd name="T4" fmla="*/ 14 w 28"/>
                <a:gd name="T5" fmla="*/ 0 h 21"/>
                <a:gd name="T6" fmla="*/ 14 w 28"/>
                <a:gd name="T7" fmla="*/ 2 h 21"/>
                <a:gd name="T8" fmla="*/ 14 w 28"/>
                <a:gd name="T9" fmla="*/ 19 h 21"/>
                <a:gd name="T10" fmla="*/ 14 w 28"/>
                <a:gd name="T11" fmla="*/ 2 h 21"/>
                <a:gd name="T12" fmla="*/ 16 w 28"/>
                <a:gd name="T13" fmla="*/ 12 h 21"/>
                <a:gd name="T14" fmla="*/ 18 w 28"/>
                <a:gd name="T15" fmla="*/ 16 h 21"/>
                <a:gd name="T16" fmla="*/ 15 w 28"/>
                <a:gd name="T17" fmla="*/ 16 h 21"/>
                <a:gd name="T18" fmla="*/ 14 w 28"/>
                <a:gd name="T19" fmla="*/ 12 h 21"/>
                <a:gd name="T20" fmla="*/ 12 w 28"/>
                <a:gd name="T21" fmla="*/ 12 h 21"/>
                <a:gd name="T22" fmla="*/ 12 w 28"/>
                <a:gd name="T23" fmla="*/ 17 h 21"/>
                <a:gd name="T24" fmla="*/ 9 w 28"/>
                <a:gd name="T25" fmla="*/ 17 h 21"/>
                <a:gd name="T26" fmla="*/ 11 w 28"/>
                <a:gd name="T27" fmla="*/ 5 h 21"/>
                <a:gd name="T28" fmla="*/ 16 w 28"/>
                <a:gd name="T29" fmla="*/ 5 h 21"/>
                <a:gd name="T30" fmla="*/ 19 w 28"/>
                <a:gd name="T31" fmla="*/ 9 h 21"/>
                <a:gd name="T32" fmla="*/ 16 w 28"/>
                <a:gd name="T33" fmla="*/ 12 h 21"/>
                <a:gd name="T34" fmla="*/ 15 w 28"/>
                <a:gd name="T35" fmla="*/ 7 h 21"/>
                <a:gd name="T36" fmla="*/ 13 w 28"/>
                <a:gd name="T37" fmla="*/ 7 h 21"/>
                <a:gd name="T38" fmla="*/ 13 w 28"/>
                <a:gd name="T39" fmla="*/ 11 h 21"/>
                <a:gd name="T40" fmla="*/ 15 w 28"/>
                <a:gd name="T41" fmla="*/ 11 h 21"/>
                <a:gd name="T42" fmla="*/ 17 w 28"/>
                <a:gd name="T43" fmla="*/ 9 h 21"/>
                <a:gd name="T44" fmla="*/ 15 w 28"/>
                <a:gd name="T45" fmla="*/ 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 h="21">
                  <a:moveTo>
                    <a:pt x="14" y="0"/>
                  </a:moveTo>
                  <a:cubicBezTo>
                    <a:pt x="28" y="0"/>
                    <a:pt x="28" y="21"/>
                    <a:pt x="14" y="21"/>
                  </a:cubicBezTo>
                  <a:cubicBezTo>
                    <a:pt x="0" y="21"/>
                    <a:pt x="0" y="0"/>
                    <a:pt x="14" y="0"/>
                  </a:cubicBezTo>
                  <a:close/>
                  <a:moveTo>
                    <a:pt x="14" y="2"/>
                  </a:moveTo>
                  <a:cubicBezTo>
                    <a:pt x="2" y="2"/>
                    <a:pt x="2" y="19"/>
                    <a:pt x="14" y="19"/>
                  </a:cubicBezTo>
                  <a:cubicBezTo>
                    <a:pt x="26" y="19"/>
                    <a:pt x="26" y="2"/>
                    <a:pt x="14" y="2"/>
                  </a:cubicBezTo>
                  <a:close/>
                  <a:moveTo>
                    <a:pt x="16" y="12"/>
                  </a:moveTo>
                  <a:cubicBezTo>
                    <a:pt x="18" y="16"/>
                    <a:pt x="18" y="16"/>
                    <a:pt x="18" y="16"/>
                  </a:cubicBezTo>
                  <a:cubicBezTo>
                    <a:pt x="15" y="16"/>
                    <a:pt x="15" y="16"/>
                    <a:pt x="15" y="16"/>
                  </a:cubicBezTo>
                  <a:cubicBezTo>
                    <a:pt x="14" y="12"/>
                    <a:pt x="14" y="12"/>
                    <a:pt x="14" y="12"/>
                  </a:cubicBezTo>
                  <a:cubicBezTo>
                    <a:pt x="12" y="12"/>
                    <a:pt x="12" y="12"/>
                    <a:pt x="12" y="12"/>
                  </a:cubicBezTo>
                  <a:cubicBezTo>
                    <a:pt x="12" y="17"/>
                    <a:pt x="12" y="17"/>
                    <a:pt x="12" y="17"/>
                  </a:cubicBezTo>
                  <a:cubicBezTo>
                    <a:pt x="9" y="17"/>
                    <a:pt x="9" y="17"/>
                    <a:pt x="9" y="17"/>
                  </a:cubicBezTo>
                  <a:cubicBezTo>
                    <a:pt x="11" y="5"/>
                    <a:pt x="11" y="5"/>
                    <a:pt x="11" y="5"/>
                  </a:cubicBezTo>
                  <a:cubicBezTo>
                    <a:pt x="16" y="5"/>
                    <a:pt x="16" y="5"/>
                    <a:pt x="16" y="5"/>
                  </a:cubicBezTo>
                  <a:cubicBezTo>
                    <a:pt x="16" y="5"/>
                    <a:pt x="19" y="6"/>
                    <a:pt x="19" y="9"/>
                  </a:cubicBezTo>
                  <a:cubicBezTo>
                    <a:pt x="19" y="12"/>
                    <a:pt x="16" y="12"/>
                    <a:pt x="16" y="12"/>
                  </a:cubicBezTo>
                  <a:close/>
                  <a:moveTo>
                    <a:pt x="15" y="7"/>
                  </a:moveTo>
                  <a:cubicBezTo>
                    <a:pt x="13" y="7"/>
                    <a:pt x="13" y="7"/>
                    <a:pt x="13" y="7"/>
                  </a:cubicBezTo>
                  <a:cubicBezTo>
                    <a:pt x="13" y="11"/>
                    <a:pt x="13" y="11"/>
                    <a:pt x="13" y="11"/>
                  </a:cubicBezTo>
                  <a:cubicBezTo>
                    <a:pt x="15" y="11"/>
                    <a:pt x="15" y="11"/>
                    <a:pt x="15" y="11"/>
                  </a:cubicBezTo>
                  <a:cubicBezTo>
                    <a:pt x="15" y="11"/>
                    <a:pt x="17" y="11"/>
                    <a:pt x="17" y="9"/>
                  </a:cubicBezTo>
                  <a:cubicBezTo>
                    <a:pt x="17" y="7"/>
                    <a:pt x="15" y="7"/>
                    <a:pt x="15" y="7"/>
                  </a:cubicBezTo>
                  <a:close/>
                </a:path>
              </a:pathLst>
            </a:custGeom>
            <a:solidFill>
              <a:schemeClr val="tx2">
                <a:lumMod val="40000"/>
                <a:lumOff val="60000"/>
              </a:schemeClr>
            </a:solidFill>
            <a:ln>
              <a:noFill/>
            </a:ln>
          </p:spPr>
          <p:txBody>
            <a:bodyPr vert="horz" wrap="square" lIns="91440" tIns="45720" rIns="91440" bIns="45720" numCol="1" anchor="t" anchorCtr="0" compatLnSpc="1">
              <a:prstTxWarp prst="textNoShape">
                <a:avLst/>
              </a:prstTxWarp>
            </a:bodyPr>
            <a:lstStyle/>
            <a:p>
              <a:pPr defTabSz="1096616"/>
              <a:endParaRPr lang="en-US">
                <a:solidFill>
                  <a:srgbClr val="FFFFFF"/>
                </a:solidFill>
              </a:endParaRPr>
            </a:p>
          </p:txBody>
        </p:sp>
      </p:grpSp>
      <p:pic>
        <p:nvPicPr>
          <p:cNvPr id="27" name="Picture 2" descr="D:\User\Pictures\WinAzure_rgb.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72482" y="7631525"/>
            <a:ext cx="2411540" cy="373372"/>
          </a:xfrm>
          <a:prstGeom prst="rect">
            <a:avLst/>
          </a:prstGeom>
          <a:noFill/>
          <a:extLst>
            <a:ext uri="{909E8E84-426E-40DD-AFC4-6F175D3DCCD1}">
              <a14:hiddenFill xmlns:a14="http://schemas.microsoft.com/office/drawing/2010/main">
                <a:solidFill>
                  <a:srgbClr val="FFFFFF"/>
                </a:solidFill>
              </a14:hiddenFill>
            </a:ext>
          </a:extLst>
        </p:spPr>
      </p:pic>
      <p:sp>
        <p:nvSpPr>
          <p:cNvPr id="30" name="Content Placeholder 2"/>
          <p:cNvSpPr>
            <a:spLocks noGrp="1"/>
          </p:cNvSpPr>
          <p:nvPr>
            <p:ph sz="half" idx="10"/>
          </p:nvPr>
        </p:nvSpPr>
        <p:spPr>
          <a:xfrm>
            <a:off x="2200546" y="4114809"/>
            <a:ext cx="5015267" cy="1601977"/>
          </a:xfrm>
        </p:spPr>
        <p:txBody>
          <a:bodyPr/>
          <a:lstStyle>
            <a:lvl1pPr marL="407576" indent="-407576">
              <a:lnSpc>
                <a:spcPct val="90000"/>
              </a:lnSpc>
              <a:defRPr sz="2400"/>
            </a:lvl1pPr>
            <a:lvl2pPr marL="807225" indent="-390130">
              <a:lnSpc>
                <a:spcPct val="90000"/>
              </a:lnSpc>
              <a:defRPr sz="2200"/>
            </a:lvl2pPr>
            <a:lvl3pPr marL="1143437" indent="-345727">
              <a:lnSpc>
                <a:spcPct val="90000"/>
              </a:lnSpc>
              <a:defRPr sz="1900"/>
            </a:lvl3pPr>
            <a:lvl4pPr marL="1471716" indent="-328282">
              <a:lnSpc>
                <a:spcPct val="90000"/>
              </a:lnSpc>
              <a:defRPr sz="1700"/>
            </a:lvl4pPr>
            <a:lvl5pPr marL="1817442" indent="-336210">
              <a:lnSpc>
                <a:spcPct val="90000"/>
              </a:lnSpc>
              <a:defRPr sz="1700"/>
            </a:lvl5pPr>
            <a:lvl6pPr>
              <a:defRPr sz="2200"/>
            </a:lvl6pPr>
            <a:lvl7pPr>
              <a:defRPr sz="2200"/>
            </a:lvl7pPr>
            <a:lvl8pPr>
              <a:defRPr sz="2200"/>
            </a:lvl8pPr>
            <a:lvl9pPr>
              <a:defRPr sz="2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Content Placeholder 3"/>
          <p:cNvSpPr>
            <a:spLocks noGrp="1"/>
          </p:cNvSpPr>
          <p:nvPr>
            <p:ph sz="half" idx="11"/>
          </p:nvPr>
        </p:nvSpPr>
        <p:spPr>
          <a:xfrm>
            <a:off x="9130460" y="4114809"/>
            <a:ext cx="5065177" cy="1601977"/>
          </a:xfrm>
        </p:spPr>
        <p:txBody>
          <a:bodyPr/>
          <a:lstStyle>
            <a:lvl1pPr marL="417086" indent="-417086">
              <a:lnSpc>
                <a:spcPct val="90000"/>
              </a:lnSpc>
              <a:defRPr sz="2400"/>
            </a:lvl1pPr>
            <a:lvl2pPr marL="807225" indent="-407576">
              <a:lnSpc>
                <a:spcPct val="90000"/>
              </a:lnSpc>
              <a:defRPr sz="2200"/>
            </a:lvl2pPr>
            <a:lvl3pPr marL="1152951" indent="-363167">
              <a:lnSpc>
                <a:spcPct val="90000"/>
              </a:lnSpc>
              <a:defRPr sz="1900"/>
            </a:lvl3pPr>
            <a:lvl4pPr marL="1471716" indent="-318768">
              <a:lnSpc>
                <a:spcPct val="90000"/>
              </a:lnSpc>
              <a:defRPr sz="1700"/>
            </a:lvl4pPr>
            <a:lvl5pPr marL="1817442" indent="-328282">
              <a:lnSpc>
                <a:spcPct val="90000"/>
              </a:lnSpc>
              <a:defRPr sz="1700"/>
            </a:lvl5pPr>
            <a:lvl6pPr>
              <a:defRPr sz="2200"/>
            </a:lvl6pPr>
            <a:lvl7pPr>
              <a:defRPr sz="2200"/>
            </a:lvl7pPr>
            <a:lvl8pPr>
              <a:defRPr sz="2200"/>
            </a:lvl8pPr>
            <a:lvl9pPr>
              <a:defRPr sz="2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78061513"/>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23097" y="3401568"/>
            <a:ext cx="13390303" cy="1218796"/>
          </a:xfrm>
        </p:spPr>
        <p:txBody>
          <a:bodyPr anchor="b" anchorCtr="0">
            <a:spAutoFit/>
          </a:bodyPr>
          <a:lstStyle>
            <a:lvl1pPr>
              <a:lnSpc>
                <a:spcPct val="100000"/>
              </a:lnSpc>
              <a:defRPr sz="7920" baseline="0">
                <a:solidFill>
                  <a:schemeClr val="bg1">
                    <a:alpha val="99000"/>
                  </a:schemeClr>
                </a:solidFill>
                <a:latin typeface="Segoe UI Light" pitchFamily="34" charset="0"/>
              </a:defRPr>
            </a:lvl1pPr>
          </a:lstStyle>
          <a:p>
            <a:r>
              <a:rPr lang="en-US" dirty="0"/>
              <a:t>Title Here</a:t>
            </a:r>
          </a:p>
        </p:txBody>
      </p:sp>
      <p:sp>
        <p:nvSpPr>
          <p:cNvPr id="7" name="Text Placeholder 6"/>
          <p:cNvSpPr>
            <a:spLocks noGrp="1"/>
          </p:cNvSpPr>
          <p:nvPr>
            <p:ph type="body" sz="quarter" idx="11" hasCustomPrompt="1"/>
          </p:nvPr>
        </p:nvSpPr>
        <p:spPr>
          <a:xfrm>
            <a:off x="623098" y="5157216"/>
            <a:ext cx="6546905" cy="1514261"/>
          </a:xfrm>
        </p:spPr>
        <p:txBody>
          <a:bodyPr/>
          <a:lstStyle>
            <a:lvl1pPr marL="0" indent="0">
              <a:lnSpc>
                <a:spcPct val="100000"/>
              </a:lnSpc>
              <a:spcBef>
                <a:spcPts val="720"/>
              </a:spcBef>
              <a:buFont typeface="Arial" pitchFamily="34" charset="0"/>
              <a:buNone/>
              <a:defRPr sz="2880">
                <a:solidFill>
                  <a:schemeClr val="bg1">
                    <a:alpha val="98000"/>
                  </a:schemeClr>
                </a:solidFill>
                <a:latin typeface="+mj-lt"/>
              </a:defRPr>
            </a:lvl1pPr>
            <a:lvl2pPr marL="552450" indent="0">
              <a:buFont typeface="Arial" pitchFamily="34" charset="0"/>
              <a:buNone/>
              <a:defRPr/>
            </a:lvl2pPr>
            <a:lvl3pPr marL="1026796" indent="0">
              <a:buFont typeface="Arial" pitchFamily="34" charset="0"/>
              <a:buNone/>
              <a:defRPr/>
            </a:lvl3pPr>
            <a:lvl4pPr marL="1510666" indent="0">
              <a:buFont typeface="Arial" pitchFamily="34" charset="0"/>
              <a:buNone/>
              <a:defRPr/>
            </a:lvl4pPr>
            <a:lvl5pPr marL="1925956" indent="0">
              <a:buFont typeface="Arial" pitchFamily="34" charset="0"/>
              <a:buNone/>
              <a:defRPr/>
            </a:lvl5pPr>
          </a:lstStyle>
          <a:p>
            <a:pPr lvl="0"/>
            <a:r>
              <a:rPr lang="en-US" dirty="0"/>
              <a:t>Name </a:t>
            </a:r>
          </a:p>
          <a:p>
            <a:pPr lvl="0"/>
            <a:r>
              <a:rPr lang="en-US" dirty="0"/>
              <a:t>Title</a:t>
            </a:r>
          </a:p>
          <a:p>
            <a:pPr lvl="0"/>
            <a:r>
              <a:rPr lang="en-US" dirty="0"/>
              <a:t>Microsoft Corporation</a:t>
            </a:r>
          </a:p>
        </p:txBody>
      </p:sp>
      <p:pic>
        <p:nvPicPr>
          <p:cNvPr id="13" name="Picture 12"/>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23099" y="274320"/>
            <a:ext cx="2998173" cy="348406"/>
          </a:xfrm>
          <a:prstGeom prst="rect">
            <a:avLst/>
          </a:prstGeom>
        </p:spPr>
      </p:pic>
    </p:spTree>
    <p:extLst>
      <p:ext uri="{BB962C8B-B14F-4D97-AF65-F5344CB8AC3E}">
        <p14:creationId xmlns:p14="http://schemas.microsoft.com/office/powerpoint/2010/main" val="3478733659"/>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WALKIN - Prints in GRAYSCAL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Text Placeholder 5"/>
          <p:cNvSpPr>
            <a:spLocks noGrp="1"/>
          </p:cNvSpPr>
          <p:nvPr userDrawn="1">
            <p:ph type="body" sz="quarter" idx="10" hasCustomPrompt="1"/>
          </p:nvPr>
        </p:nvSpPr>
        <p:spPr>
          <a:xfrm>
            <a:off x="620048" y="3401542"/>
            <a:ext cx="13390303" cy="1462580"/>
          </a:xfrm>
        </p:spPr>
        <p:txBody>
          <a:bodyPr anchor="b"/>
          <a:lstStyle>
            <a:lvl1pPr marL="0" indent="0">
              <a:lnSpc>
                <a:spcPct val="100000"/>
              </a:lnSpc>
              <a:buNone/>
              <a:defRPr lang="en-US" sz="10560" i="0" kern="1200" spc="-120" baseline="0" dirty="0" smtClean="0">
                <a:solidFill>
                  <a:schemeClr val="bg1">
                    <a:alpha val="99000"/>
                  </a:schemeClr>
                </a:solidFill>
                <a:latin typeface="Segoe UI Light" pitchFamily="34" charset="0"/>
                <a:ea typeface="+mn-ea"/>
                <a:cs typeface="+mn-cs"/>
              </a:defRPr>
            </a:lvl1pPr>
          </a:lstStyle>
          <a:p>
            <a:pPr marL="0" lvl="0" indent="0" algn="l" defTabSz="1097236" rtl="0" eaLnBrk="1" latinLnBrk="0" hangingPunct="1">
              <a:lnSpc>
                <a:spcPct val="90000"/>
              </a:lnSpc>
              <a:spcBef>
                <a:spcPct val="20000"/>
              </a:spcBef>
              <a:buSzPct val="90000"/>
              <a:buFont typeface="Arial" pitchFamily="34" charset="0"/>
              <a:buNone/>
            </a:pPr>
            <a:r>
              <a:rPr lang="en-US" dirty="0"/>
              <a:t>Click to edit title style</a:t>
            </a:r>
          </a:p>
        </p:txBody>
      </p:sp>
      <p:sp>
        <p:nvSpPr>
          <p:cNvPr id="25" name="Text Placeholder 8"/>
          <p:cNvSpPr>
            <a:spLocks noGrp="1"/>
          </p:cNvSpPr>
          <p:nvPr userDrawn="1">
            <p:ph type="body" sz="quarter" idx="11" hasCustomPrompt="1"/>
          </p:nvPr>
        </p:nvSpPr>
        <p:spPr>
          <a:xfrm>
            <a:off x="615476" y="5157216"/>
            <a:ext cx="9018713" cy="531812"/>
          </a:xfrm>
        </p:spPr>
        <p:txBody>
          <a:bodyPr/>
          <a:lstStyle>
            <a:lvl1pPr marL="0" indent="0">
              <a:lnSpc>
                <a:spcPct val="100000"/>
              </a:lnSpc>
              <a:buNone/>
              <a:defRPr lang="en-US" sz="3840" kern="1200" spc="-120" baseline="0" dirty="0">
                <a:solidFill>
                  <a:schemeClr val="bg1">
                    <a:alpha val="99000"/>
                  </a:schemeClr>
                </a:solidFill>
                <a:latin typeface="+mj-lt"/>
                <a:ea typeface="+mn-ea"/>
                <a:cs typeface="+mn-cs"/>
              </a:defRPr>
            </a:lvl1pPr>
          </a:lstStyle>
          <a:p>
            <a:pPr marL="0" lvl="0" indent="0" algn="l" defTabSz="1097236" rtl="0" eaLnBrk="1" latinLnBrk="0" hangingPunct="1">
              <a:lnSpc>
                <a:spcPct val="90000"/>
              </a:lnSpc>
              <a:spcBef>
                <a:spcPct val="20000"/>
              </a:spcBef>
              <a:buSzPct val="90000"/>
              <a:buFont typeface="Arial" pitchFamily="34" charset="0"/>
              <a:buNone/>
            </a:pPr>
            <a:r>
              <a:rPr lang="en-US" dirty="0"/>
              <a:t>Speaker Name</a:t>
            </a:r>
          </a:p>
        </p:txBody>
      </p:sp>
      <p:pic>
        <p:nvPicPr>
          <p:cNvPr id="26" name="Picture 25" descr="Microsoft logo and tagline"/>
          <p:cNvPicPr>
            <a:picLocks noChangeAspect="1" noChangeArrowheads="1"/>
          </p:cNvPicPr>
          <p:nvPr userDrawn="1"/>
        </p:nvPicPr>
        <p:blipFill rotWithShape="1">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p:blipFill>
        <p:spPr bwMode="black">
          <a:xfrm>
            <a:off x="641817" y="7637581"/>
            <a:ext cx="1915281" cy="322039"/>
          </a:xfrm>
          <a:prstGeom prst="rect">
            <a:avLst/>
          </a:prstGeom>
          <a:noFill/>
          <a:ln>
            <a:noFill/>
          </a:ln>
        </p:spPr>
      </p:pic>
      <p:pic>
        <p:nvPicPr>
          <p:cNvPr id="7" name="Picture 6"/>
          <p:cNvPicPr>
            <a:picLocks noChangeAspect="1"/>
          </p:cNvPicPr>
          <p:nvPr userDrawn="1"/>
        </p:nvPicPr>
        <p:blipFill>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23099" y="274320"/>
            <a:ext cx="2998173" cy="348406"/>
          </a:xfrm>
          <a:prstGeom prst="rect">
            <a:avLst/>
          </a:prstGeom>
        </p:spPr>
      </p:pic>
    </p:spTree>
    <p:extLst>
      <p:ext uri="{BB962C8B-B14F-4D97-AF65-F5344CB8AC3E}">
        <p14:creationId xmlns:p14="http://schemas.microsoft.com/office/powerpoint/2010/main" val="696324062"/>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1_Section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620048" y="2304288"/>
            <a:ext cx="13390303" cy="3250121"/>
          </a:xfrm>
        </p:spPr>
        <p:txBody>
          <a:bodyPr anchor="ctr" anchorCtr="0">
            <a:spAutoFit/>
            <a:scene3d>
              <a:camera prst="orthographicFront"/>
              <a:lightRig rig="flat" dir="t"/>
            </a:scene3d>
            <a:sp3d>
              <a:contourClr>
                <a:schemeClr val="bg2"/>
              </a:contourClr>
            </a:sp3d>
          </a:bodyPr>
          <a:lstStyle>
            <a:lvl1pPr marL="0" indent="0" algn="l">
              <a:buFont typeface="Arial" pitchFamily="34" charset="0"/>
              <a:buNone/>
              <a:defRPr kumimoji="0" lang="en-US" sz="10560" b="0" i="0" u="none" strike="noStrike" kern="1200" cap="none" spc="-144" normalizeH="0" baseline="0" dirty="0" smtClean="0">
                <a:ln w="3175">
                  <a:noFill/>
                </a:ln>
                <a:solidFill>
                  <a:schemeClr val="bg1">
                    <a:alpha val="99000"/>
                  </a:schemeClr>
                </a:solidFill>
                <a:effectLst/>
                <a:uLnTx/>
                <a:uFillTx/>
                <a:latin typeface="Segoe UI Light"/>
                <a:ea typeface="+mn-ea"/>
                <a:cs typeface="Arial" charset="0"/>
              </a:defRPr>
            </a:lvl1pPr>
          </a:lstStyle>
          <a:p>
            <a:pPr lvl="0"/>
            <a:r>
              <a:rPr lang="en-US" dirty="0"/>
              <a:t>Click to edit Master text styles</a:t>
            </a:r>
          </a:p>
        </p:txBody>
      </p:sp>
      <p:pic>
        <p:nvPicPr>
          <p:cNvPr id="4" name="Picture 3"/>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996741" y="7605657"/>
            <a:ext cx="3008657" cy="349624"/>
          </a:xfrm>
          <a:prstGeom prst="rect">
            <a:avLst/>
          </a:prstGeom>
        </p:spPr>
      </p:pic>
    </p:spTree>
    <p:extLst>
      <p:ext uri="{BB962C8B-B14F-4D97-AF65-F5344CB8AC3E}">
        <p14:creationId xmlns:p14="http://schemas.microsoft.com/office/powerpoint/2010/main" val="1847351589"/>
      </p:ext>
    </p:extLst>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1"/>
        </a:solidFill>
        <a:effectLst/>
      </p:bgPr>
    </p:bg>
    <p:spTree>
      <p:nvGrpSpPr>
        <p:cNvPr id="1" name=""/>
        <p:cNvGrpSpPr/>
        <p:nvPr/>
      </p:nvGrpSpPr>
      <p:grpSpPr>
        <a:xfrm>
          <a:off x="0" y="0"/>
          <a:ext cx="0" cy="0"/>
          <a:chOff x="0" y="0"/>
          <a:chExt cx="0" cy="0"/>
        </a:xfrm>
      </p:grpSpPr>
      <p:sp>
        <p:nvSpPr>
          <p:cNvPr id="19" name="Rectangle 18"/>
          <p:cNvSpPr/>
          <p:nvPr userDrawn="1"/>
        </p:nvSpPr>
        <p:spPr bwMode="auto">
          <a:xfrm>
            <a:off x="623098" y="1737360"/>
            <a:ext cx="13382299" cy="621792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09685" tIns="54844" rIns="109685" bIns="54844" numCol="1" spcCol="0" rtlCol="0" anchor="ctr" anchorCtr="0" compatLnSpc="1">
            <a:prstTxWarp prst="textNoShape">
              <a:avLst/>
            </a:prstTxWarp>
          </a:bodyPr>
          <a:lstStyle/>
          <a:p>
            <a:pPr algn="ctr" defTabSz="1096546" fontAlgn="base">
              <a:spcBef>
                <a:spcPct val="0"/>
              </a:spcBef>
              <a:spcAft>
                <a:spcPct val="0"/>
              </a:spcAft>
            </a:pPr>
            <a:endParaRPr lang="en-US" sz="2640" dirty="0">
              <a:gradFill>
                <a:gsLst>
                  <a:gs pos="0">
                    <a:srgbClr val="FFFFFF"/>
                  </a:gs>
                  <a:gs pos="100000">
                    <a:srgbClr val="FFFFFF"/>
                  </a:gs>
                </a:gsLst>
                <a:lin ang="5400000" scaled="0"/>
              </a:gradFill>
            </a:endParaRPr>
          </a:p>
        </p:txBody>
      </p:sp>
      <p:sp>
        <p:nvSpPr>
          <p:cNvPr id="2" name="Title 1"/>
          <p:cNvSpPr>
            <a:spLocks noGrp="1"/>
          </p:cNvSpPr>
          <p:nvPr>
            <p:ph type="title"/>
          </p:nvPr>
        </p:nvSpPr>
        <p:spPr/>
        <p:txBody>
          <a:bodyPr/>
          <a:lstStyle>
            <a:lvl1pPr algn="l" defTabSz="1097236" rtl="0" eaLnBrk="1" latinLnBrk="0" hangingPunct="1">
              <a:lnSpc>
                <a:spcPct val="90000"/>
              </a:lnSpc>
              <a:spcBef>
                <a:spcPct val="0"/>
              </a:spcBef>
              <a:buNone/>
              <a:defRPr lang="en-US" sz="6480" b="0" kern="1200" cap="none" spc="-120" baseline="0" dirty="0">
                <a:ln w="3175">
                  <a:noFill/>
                </a:ln>
                <a:gradFill flip="none" rotWithShape="1">
                  <a:gsLst>
                    <a:gs pos="0">
                      <a:srgbClr val="595959"/>
                    </a:gs>
                    <a:gs pos="86000">
                      <a:srgbClr val="595959"/>
                    </a:gs>
                  </a:gsLst>
                  <a:lin ang="5400000" scaled="0"/>
                  <a:tileRect/>
                </a:gradFill>
                <a:effectLst/>
                <a:latin typeface="Segoe UI Light" pitchFamily="34" charset="0"/>
                <a:ea typeface="+mn-ea"/>
                <a:cs typeface="Arial" charset="0"/>
              </a:defRPr>
            </a:lvl1pPr>
          </a:lstStyle>
          <a:p>
            <a:r>
              <a:rPr lang="en-US"/>
              <a:t>Click to edit Master title style</a:t>
            </a:r>
            <a:endParaRPr lang="en-US" dirty="0"/>
          </a:p>
        </p:txBody>
      </p:sp>
      <p:sp>
        <p:nvSpPr>
          <p:cNvPr id="5" name="Text Placeholder 4"/>
          <p:cNvSpPr>
            <a:spLocks noGrp="1"/>
          </p:cNvSpPr>
          <p:nvPr>
            <p:ph type="body" sz="quarter" idx="11"/>
          </p:nvPr>
        </p:nvSpPr>
        <p:spPr>
          <a:xfrm>
            <a:off x="4169651" y="4118364"/>
            <a:ext cx="8336545" cy="1455911"/>
          </a:xfrm>
        </p:spPr>
        <p:txBody>
          <a:bodyPr lIns="182880" tIns="182880" anchor="ctr" anchorCtr="0"/>
          <a:lstStyle>
            <a:lvl1pPr marL="689610" indent="-685800">
              <a:spcAft>
                <a:spcPts val="1440"/>
              </a:spcAft>
              <a:buNone/>
              <a:defRPr lang="en-US" sz="5280" kern="1200" spc="-120" baseline="0" dirty="0" smtClean="0">
                <a:gradFill>
                  <a:gsLst>
                    <a:gs pos="0">
                      <a:srgbClr val="595959"/>
                    </a:gs>
                    <a:gs pos="86000">
                      <a:srgbClr val="595959"/>
                    </a:gs>
                  </a:gsLst>
                  <a:lin ang="5400000" scaled="0"/>
                </a:gradFill>
                <a:latin typeface="Segoe UI Light" pitchFamily="34" charset="0"/>
                <a:ea typeface="+mn-ea"/>
                <a:cs typeface="+mn-cs"/>
              </a:defRPr>
            </a:lvl1pPr>
            <a:lvl2pPr marL="415290" indent="-411480">
              <a:buFont typeface="Arial" pitchFamily="34" charset="0"/>
              <a:buNone/>
              <a:defRPr lang="en-US" sz="2880" kern="1200" spc="-60" baseline="0" dirty="0">
                <a:gradFill>
                  <a:gsLst>
                    <a:gs pos="0">
                      <a:srgbClr val="595959"/>
                    </a:gs>
                    <a:gs pos="86000">
                      <a:srgbClr val="595959"/>
                    </a:gs>
                  </a:gsLst>
                  <a:lin ang="5400000" scaled="0"/>
                </a:gradFill>
                <a:latin typeface="+mn-lt"/>
                <a:ea typeface="+mn-ea"/>
                <a:cs typeface="+mn-cs"/>
              </a:defRPr>
            </a:lvl2pPr>
          </a:lstStyle>
          <a:p>
            <a:pPr marL="3810" lvl="0" indent="0" algn="l" defTabSz="1097236" rtl="0" eaLnBrk="1" latinLnBrk="0" hangingPunct="1">
              <a:lnSpc>
                <a:spcPct val="90000"/>
              </a:lnSpc>
              <a:spcBef>
                <a:spcPts val="0"/>
              </a:spcBef>
              <a:spcAft>
                <a:spcPts val="1080"/>
              </a:spcAft>
              <a:buSzPct val="80000"/>
            </a:pPr>
            <a:r>
              <a:rPr lang="en-US"/>
              <a:t>Click to edit Master text styles</a:t>
            </a:r>
          </a:p>
          <a:p>
            <a:pPr marL="3810" lvl="1" indent="0" algn="l" defTabSz="1097236" rtl="0" eaLnBrk="1" latinLnBrk="0" hangingPunct="1">
              <a:lnSpc>
                <a:spcPct val="90000"/>
              </a:lnSpc>
              <a:spcBef>
                <a:spcPts val="0"/>
              </a:spcBef>
              <a:spcAft>
                <a:spcPts val="1080"/>
              </a:spcAft>
              <a:buSzPct val="80000"/>
            </a:pPr>
            <a:r>
              <a:rPr lang="en-US"/>
              <a:t>Second level</a:t>
            </a:r>
          </a:p>
        </p:txBody>
      </p:sp>
      <p:sp>
        <p:nvSpPr>
          <p:cNvPr id="18" name="Freeform 105"/>
          <p:cNvSpPr>
            <a:spLocks/>
          </p:cNvSpPr>
          <p:nvPr userDrawn="1"/>
        </p:nvSpPr>
        <p:spPr bwMode="black">
          <a:xfrm>
            <a:off x="1440583" y="2560320"/>
            <a:ext cx="2238655" cy="4572000"/>
          </a:xfrm>
          <a:custGeom>
            <a:avLst/>
            <a:gdLst>
              <a:gd name="T0" fmla="*/ 38 w 42"/>
              <a:gd name="T1" fmla="*/ 23 h 86"/>
              <a:gd name="T2" fmla="*/ 35 w 42"/>
              <a:gd name="T3" fmla="*/ 27 h 86"/>
              <a:gd name="T4" fmla="*/ 35 w 42"/>
              <a:gd name="T5" fmla="*/ 65 h 86"/>
              <a:gd name="T6" fmla="*/ 21 w 42"/>
              <a:gd name="T7" fmla="*/ 79 h 86"/>
              <a:gd name="T8" fmla="*/ 7 w 42"/>
              <a:gd name="T9" fmla="*/ 65 h 86"/>
              <a:gd name="T10" fmla="*/ 7 w 42"/>
              <a:gd name="T11" fmla="*/ 16 h 86"/>
              <a:gd name="T12" fmla="*/ 16 w 42"/>
              <a:gd name="T13" fmla="*/ 7 h 86"/>
              <a:gd name="T14" fmla="*/ 25 w 42"/>
              <a:gd name="T15" fmla="*/ 16 h 86"/>
              <a:gd name="T16" fmla="*/ 25 w 42"/>
              <a:gd name="T17" fmla="*/ 16 h 86"/>
              <a:gd name="T18" fmla="*/ 25 w 42"/>
              <a:gd name="T19" fmla="*/ 54 h 86"/>
              <a:gd name="T20" fmla="*/ 22 w 42"/>
              <a:gd name="T21" fmla="*/ 58 h 86"/>
              <a:gd name="T22" fmla="*/ 18 w 42"/>
              <a:gd name="T23" fmla="*/ 54 h 86"/>
              <a:gd name="T24" fmla="*/ 18 w 42"/>
              <a:gd name="T25" fmla="*/ 25 h 86"/>
              <a:gd name="T26" fmla="*/ 14 w 42"/>
              <a:gd name="T27" fmla="*/ 22 h 86"/>
              <a:gd name="T28" fmla="*/ 11 w 42"/>
              <a:gd name="T29" fmla="*/ 25 h 86"/>
              <a:gd name="T30" fmla="*/ 11 w 42"/>
              <a:gd name="T31" fmla="*/ 54 h 86"/>
              <a:gd name="T32" fmla="*/ 22 w 42"/>
              <a:gd name="T33" fmla="*/ 65 h 86"/>
              <a:gd name="T34" fmla="*/ 32 w 42"/>
              <a:gd name="T35" fmla="*/ 54 h 86"/>
              <a:gd name="T36" fmla="*/ 32 w 42"/>
              <a:gd name="T37" fmla="*/ 16 h 86"/>
              <a:gd name="T38" fmla="*/ 32 w 42"/>
              <a:gd name="T39" fmla="*/ 16 h 86"/>
              <a:gd name="T40" fmla="*/ 16 w 42"/>
              <a:gd name="T41" fmla="*/ 0 h 86"/>
              <a:gd name="T42" fmla="*/ 0 w 42"/>
              <a:gd name="T43" fmla="*/ 16 h 86"/>
              <a:gd name="T44" fmla="*/ 0 w 42"/>
              <a:gd name="T45" fmla="*/ 65 h 86"/>
              <a:gd name="T46" fmla="*/ 21 w 42"/>
              <a:gd name="T47" fmla="*/ 86 h 86"/>
              <a:gd name="T48" fmla="*/ 42 w 42"/>
              <a:gd name="T49" fmla="*/ 65 h 86"/>
              <a:gd name="T50" fmla="*/ 42 w 42"/>
              <a:gd name="T51" fmla="*/ 65 h 86"/>
              <a:gd name="T52" fmla="*/ 42 w 42"/>
              <a:gd name="T53" fmla="*/ 27 h 86"/>
              <a:gd name="T54" fmla="*/ 38 w 42"/>
              <a:gd name="T55" fmla="*/ 23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 h="86">
                <a:moveTo>
                  <a:pt x="38" y="23"/>
                </a:moveTo>
                <a:cubicBezTo>
                  <a:pt x="36" y="23"/>
                  <a:pt x="35" y="25"/>
                  <a:pt x="35" y="27"/>
                </a:cubicBezTo>
                <a:cubicBezTo>
                  <a:pt x="35" y="65"/>
                  <a:pt x="35" y="65"/>
                  <a:pt x="35" y="65"/>
                </a:cubicBezTo>
                <a:cubicBezTo>
                  <a:pt x="35" y="73"/>
                  <a:pt x="29" y="79"/>
                  <a:pt x="21" y="79"/>
                </a:cubicBezTo>
                <a:cubicBezTo>
                  <a:pt x="13" y="79"/>
                  <a:pt x="7" y="73"/>
                  <a:pt x="7" y="65"/>
                </a:cubicBezTo>
                <a:cubicBezTo>
                  <a:pt x="7" y="16"/>
                  <a:pt x="7" y="16"/>
                  <a:pt x="7" y="16"/>
                </a:cubicBezTo>
                <a:cubicBezTo>
                  <a:pt x="7" y="11"/>
                  <a:pt x="11" y="7"/>
                  <a:pt x="16" y="7"/>
                </a:cubicBezTo>
                <a:cubicBezTo>
                  <a:pt x="21" y="7"/>
                  <a:pt x="25" y="11"/>
                  <a:pt x="25" y="16"/>
                </a:cubicBezTo>
                <a:cubicBezTo>
                  <a:pt x="25" y="16"/>
                  <a:pt x="25" y="16"/>
                  <a:pt x="25" y="16"/>
                </a:cubicBezTo>
                <a:cubicBezTo>
                  <a:pt x="25" y="54"/>
                  <a:pt x="25" y="54"/>
                  <a:pt x="25" y="54"/>
                </a:cubicBezTo>
                <a:cubicBezTo>
                  <a:pt x="25" y="56"/>
                  <a:pt x="23" y="58"/>
                  <a:pt x="22" y="58"/>
                </a:cubicBezTo>
                <a:cubicBezTo>
                  <a:pt x="20" y="58"/>
                  <a:pt x="18" y="56"/>
                  <a:pt x="18" y="54"/>
                </a:cubicBezTo>
                <a:cubicBezTo>
                  <a:pt x="18" y="25"/>
                  <a:pt x="18" y="25"/>
                  <a:pt x="18" y="25"/>
                </a:cubicBezTo>
                <a:cubicBezTo>
                  <a:pt x="18" y="23"/>
                  <a:pt x="16" y="22"/>
                  <a:pt x="14" y="22"/>
                </a:cubicBezTo>
                <a:cubicBezTo>
                  <a:pt x="12" y="22"/>
                  <a:pt x="11" y="23"/>
                  <a:pt x="11" y="25"/>
                </a:cubicBezTo>
                <a:cubicBezTo>
                  <a:pt x="11" y="54"/>
                  <a:pt x="11" y="54"/>
                  <a:pt x="11" y="54"/>
                </a:cubicBezTo>
                <a:cubicBezTo>
                  <a:pt x="11" y="60"/>
                  <a:pt x="16" y="65"/>
                  <a:pt x="22" y="65"/>
                </a:cubicBezTo>
                <a:cubicBezTo>
                  <a:pt x="27" y="65"/>
                  <a:pt x="32" y="60"/>
                  <a:pt x="32" y="54"/>
                </a:cubicBezTo>
                <a:cubicBezTo>
                  <a:pt x="32" y="16"/>
                  <a:pt x="32" y="16"/>
                  <a:pt x="32" y="16"/>
                </a:cubicBezTo>
                <a:cubicBezTo>
                  <a:pt x="32" y="16"/>
                  <a:pt x="32" y="16"/>
                  <a:pt x="32" y="16"/>
                </a:cubicBezTo>
                <a:cubicBezTo>
                  <a:pt x="32" y="7"/>
                  <a:pt x="25" y="0"/>
                  <a:pt x="16" y="0"/>
                </a:cubicBezTo>
                <a:cubicBezTo>
                  <a:pt x="7" y="0"/>
                  <a:pt x="0" y="7"/>
                  <a:pt x="0" y="16"/>
                </a:cubicBezTo>
                <a:cubicBezTo>
                  <a:pt x="0" y="65"/>
                  <a:pt x="0" y="65"/>
                  <a:pt x="0" y="65"/>
                </a:cubicBezTo>
                <a:cubicBezTo>
                  <a:pt x="0" y="77"/>
                  <a:pt x="10" y="86"/>
                  <a:pt x="21" y="86"/>
                </a:cubicBezTo>
                <a:cubicBezTo>
                  <a:pt x="33" y="86"/>
                  <a:pt x="42" y="77"/>
                  <a:pt x="42" y="65"/>
                </a:cubicBezTo>
                <a:cubicBezTo>
                  <a:pt x="42" y="65"/>
                  <a:pt x="42" y="65"/>
                  <a:pt x="42" y="65"/>
                </a:cubicBezTo>
                <a:cubicBezTo>
                  <a:pt x="42" y="27"/>
                  <a:pt x="42" y="27"/>
                  <a:pt x="42" y="27"/>
                </a:cubicBezTo>
                <a:cubicBezTo>
                  <a:pt x="42" y="25"/>
                  <a:pt x="40" y="23"/>
                  <a:pt x="38" y="23"/>
                </a:cubicBezTo>
              </a:path>
            </a:pathLst>
          </a:custGeom>
          <a:solidFill>
            <a:schemeClr val="accent2"/>
          </a:solidFill>
          <a:ln>
            <a:noFill/>
          </a:ln>
          <a:extLst/>
        </p:spPr>
        <p:txBody>
          <a:bodyPr vert="horz" wrap="square" lIns="98766" tIns="49384" rIns="98766" bIns="49384" numCol="1" anchor="t" anchorCtr="0" compatLnSpc="1">
            <a:prstTxWarp prst="textNoShape">
              <a:avLst/>
            </a:prstTxWarp>
          </a:bodyPr>
          <a:lstStyle/>
          <a:p>
            <a:pPr defTabSz="1462784"/>
            <a:endParaRPr lang="en-US" sz="1920" dirty="0">
              <a:solidFill>
                <a:srgbClr val="292929"/>
              </a:solidFill>
            </a:endParaRPr>
          </a:p>
        </p:txBody>
      </p:sp>
    </p:spTree>
    <p:extLst>
      <p:ext uri="{BB962C8B-B14F-4D97-AF65-F5344CB8AC3E}">
        <p14:creationId xmlns:p14="http://schemas.microsoft.com/office/powerpoint/2010/main" val="1780019133"/>
      </p:ext>
    </p:extLst>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3097" y="274321"/>
            <a:ext cx="13382301" cy="897476"/>
          </a:xfrm>
        </p:spPr>
        <p:txBody>
          <a:bodyPr/>
          <a:lstStyle>
            <a:lvl1pPr>
              <a:defRPr sz="6480"/>
            </a:lvl1pPr>
          </a:lstStyle>
          <a:p>
            <a:r>
              <a:rPr lang="en-US"/>
              <a:t>Click to edit Master title style</a:t>
            </a:r>
            <a:endParaRPr lang="en-US" dirty="0"/>
          </a:p>
        </p:txBody>
      </p:sp>
      <p:sp>
        <p:nvSpPr>
          <p:cNvPr id="4" name="Content Placeholder 3"/>
          <p:cNvSpPr>
            <a:spLocks noGrp="1"/>
          </p:cNvSpPr>
          <p:nvPr>
            <p:ph sz="quarter" idx="10"/>
          </p:nvPr>
        </p:nvSpPr>
        <p:spPr>
          <a:xfrm>
            <a:off x="623098" y="1756411"/>
            <a:ext cx="13390303" cy="2359620"/>
          </a:xfrm>
        </p:spPr>
        <p:txBody>
          <a:bodyPr>
            <a:spAutoFit/>
          </a:bodyPr>
          <a:lstStyle>
            <a:lvl1pPr>
              <a:defRPr sz="3600"/>
            </a:lvl1pPr>
            <a:lvl2pPr>
              <a:defRPr sz="3200"/>
            </a:lvl2pPr>
            <a:lvl3pPr>
              <a:defRPr sz="28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70905691"/>
      </p:ext>
    </p:extLst>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623097" y="274321"/>
            <a:ext cx="13382301" cy="897476"/>
          </a:xfrm>
        </p:spPr>
        <p:txBody>
          <a:bodyPr/>
          <a:lstStyle>
            <a:lvl1pPr algn="l" defTabSz="1097236" rtl="0" eaLnBrk="1" latinLnBrk="0" hangingPunct="1">
              <a:lnSpc>
                <a:spcPct val="90000"/>
              </a:lnSpc>
              <a:spcBef>
                <a:spcPct val="0"/>
              </a:spcBef>
              <a:buNone/>
              <a:defRPr lang="en-US" sz="6480" b="0" kern="1200" cap="none" spc="-120" baseline="0" dirty="0">
                <a:ln w="3175">
                  <a:noFill/>
                </a:ln>
                <a:gradFill flip="none" rotWithShape="1">
                  <a:gsLst>
                    <a:gs pos="0">
                      <a:srgbClr val="595959"/>
                    </a:gs>
                    <a:gs pos="86000">
                      <a:srgbClr val="595959"/>
                    </a:gs>
                  </a:gsLst>
                  <a:lin ang="5400000" scaled="0"/>
                  <a:tileRect/>
                </a:gradFill>
                <a:effectLst/>
                <a:latin typeface="Segoe UI Light" pitchFamily="34" charset="0"/>
                <a:ea typeface="+mn-ea"/>
                <a:cs typeface="Arial" charset="0"/>
              </a:defRPr>
            </a:lvl1pPr>
          </a:lstStyle>
          <a:p>
            <a:r>
              <a:rPr lang="en-US"/>
              <a:t>Click to edit Master title style</a:t>
            </a:r>
            <a:endParaRPr lang="en-US" dirty="0"/>
          </a:p>
        </p:txBody>
      </p:sp>
      <p:sp>
        <p:nvSpPr>
          <p:cNvPr id="4" name="Content Placeholder 3"/>
          <p:cNvSpPr>
            <a:spLocks noGrp="1"/>
          </p:cNvSpPr>
          <p:nvPr>
            <p:ph sz="quarter" idx="10"/>
          </p:nvPr>
        </p:nvSpPr>
        <p:spPr>
          <a:xfrm>
            <a:off x="623098" y="1756411"/>
            <a:ext cx="13390303" cy="2495042"/>
          </a:xfrm>
        </p:spPr>
        <p:txBody>
          <a:bodyPr>
            <a:spAutoFit/>
          </a:bodyPr>
          <a:lstStyle>
            <a:lvl1pPr marL="0" indent="0">
              <a:buFontTx/>
              <a:buNone/>
              <a:defRPr/>
            </a:lvl1pPr>
            <a:lvl2pPr marL="552450" indent="0">
              <a:buFontTx/>
              <a:buNone/>
              <a:defRPr/>
            </a:lvl2pPr>
            <a:lvl3pPr marL="1097280" indent="0">
              <a:buFontTx/>
              <a:buNone/>
              <a:defRPr/>
            </a:lvl3pPr>
            <a:lvl4pPr marL="1644016" indent="0">
              <a:buFontTx/>
              <a:buNone/>
              <a:defRPr/>
            </a:lvl4pPr>
            <a:lvl5pPr marL="2204086" indent="0">
              <a:buFontTx/>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2049741"/>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3097" y="274321"/>
            <a:ext cx="13382301" cy="897476"/>
          </a:xfrm>
        </p:spPr>
        <p:txBody>
          <a:bodyPr/>
          <a:lstStyle>
            <a:lvl1pPr>
              <a:defRPr sz="6480"/>
            </a:lvl1pPr>
          </a:lstStyle>
          <a:p>
            <a:r>
              <a:rPr lang="en-US"/>
              <a:t>Click to edit Master title style</a:t>
            </a:r>
            <a:endParaRPr lang="en-US" dirty="0"/>
          </a:p>
        </p:txBody>
      </p:sp>
    </p:spTree>
    <p:extLst>
      <p:ext uri="{BB962C8B-B14F-4D97-AF65-F5344CB8AC3E}">
        <p14:creationId xmlns:p14="http://schemas.microsoft.com/office/powerpoint/2010/main" val="2182218030"/>
      </p:ext>
    </p:extLst>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07463710"/>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1_Demo, Video etc. &quot;special&quot; slides">
    <p:bg>
      <p:bgPr>
        <a:solidFill>
          <a:schemeClr val="accent1">
            <a:alpha val="99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267541" y="1737360"/>
            <a:ext cx="5047660" cy="1828193"/>
          </a:xfrm>
        </p:spPr>
        <p:txBody>
          <a:bodyPr anchor="ctr" anchorCtr="0">
            <a:noAutofit/>
          </a:bodyPr>
          <a:lstStyle>
            <a:lvl1pPr>
              <a:lnSpc>
                <a:spcPct val="90000"/>
              </a:lnSpc>
              <a:defRPr sz="5760" baseline="0">
                <a:solidFill>
                  <a:schemeClr val="bg1">
                    <a:alpha val="98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2267540" y="6756567"/>
            <a:ext cx="5047661" cy="553998"/>
          </a:xfrm>
        </p:spPr>
        <p:txBody>
          <a:bodyPr>
            <a:noAutofit/>
          </a:bodyPr>
          <a:lstStyle>
            <a:lvl1pPr marL="0" indent="0" algn="l" defTabSz="1097236" rtl="0" eaLnBrk="1" latinLnBrk="0" hangingPunct="1">
              <a:lnSpc>
                <a:spcPct val="90000"/>
              </a:lnSpc>
              <a:spcBef>
                <a:spcPts val="0"/>
              </a:spcBef>
              <a:buSzPct val="80000"/>
              <a:buFont typeface="Arial" pitchFamily="34" charset="0"/>
              <a:buNone/>
              <a:defRPr lang="en-US" sz="2880" kern="1200" dirty="0">
                <a:solidFill>
                  <a:schemeClr val="bg1">
                    <a:alpha val="99000"/>
                  </a:schemeClr>
                </a:solidFill>
                <a:latin typeface="+mn-lt"/>
                <a:ea typeface="+mn-ea"/>
                <a:cs typeface="+mn-cs"/>
              </a:defRPr>
            </a:lvl1pPr>
            <a:lvl2pPr marL="548618" indent="0" algn="ctr">
              <a:buNone/>
              <a:defRPr>
                <a:solidFill>
                  <a:schemeClr val="tx1">
                    <a:tint val="75000"/>
                  </a:schemeClr>
                </a:solidFill>
              </a:defRPr>
            </a:lvl2pPr>
            <a:lvl3pPr marL="1097236" indent="0" algn="ctr">
              <a:buNone/>
              <a:defRPr>
                <a:solidFill>
                  <a:schemeClr val="tx1">
                    <a:tint val="75000"/>
                  </a:schemeClr>
                </a:solidFill>
              </a:defRPr>
            </a:lvl3pPr>
            <a:lvl4pPr marL="1645854" indent="0" algn="ctr">
              <a:buNone/>
              <a:defRPr>
                <a:solidFill>
                  <a:schemeClr val="tx1">
                    <a:tint val="75000"/>
                  </a:schemeClr>
                </a:solidFill>
              </a:defRPr>
            </a:lvl4pPr>
            <a:lvl5pPr marL="2194472" indent="0" algn="ctr">
              <a:buNone/>
              <a:defRPr>
                <a:solidFill>
                  <a:schemeClr val="tx1">
                    <a:tint val="75000"/>
                  </a:schemeClr>
                </a:solidFill>
              </a:defRPr>
            </a:lvl5pPr>
            <a:lvl6pPr marL="2743091" indent="0" algn="ctr">
              <a:buNone/>
              <a:defRPr>
                <a:solidFill>
                  <a:schemeClr val="tx1">
                    <a:tint val="75000"/>
                  </a:schemeClr>
                </a:solidFill>
              </a:defRPr>
            </a:lvl6pPr>
            <a:lvl7pPr marL="3291708" indent="0" algn="ctr">
              <a:buNone/>
              <a:defRPr>
                <a:solidFill>
                  <a:schemeClr val="tx1">
                    <a:tint val="75000"/>
                  </a:schemeClr>
                </a:solidFill>
              </a:defRPr>
            </a:lvl7pPr>
            <a:lvl8pPr marL="3840326" indent="0" algn="ctr">
              <a:buNone/>
              <a:defRPr>
                <a:solidFill>
                  <a:schemeClr val="tx1">
                    <a:tint val="75000"/>
                  </a:schemeClr>
                </a:solidFill>
              </a:defRPr>
            </a:lvl8pPr>
            <a:lvl9pPr marL="4388945"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2267541" y="4992624"/>
            <a:ext cx="10649819" cy="1529446"/>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7920" b="0" i="0" u="none" strike="noStrike" kern="1200" cap="none" spc="-770" normalizeH="0" baseline="0" noProof="0" dirty="0" smtClean="0">
                <a:ln w="11430"/>
                <a:solidFill>
                  <a:schemeClr val="accent1">
                    <a:lumMod val="40000"/>
                    <a:lumOff val="60000"/>
                    <a:alpha val="99000"/>
                  </a:schemeClr>
                </a:solidFill>
                <a:effectLst/>
                <a:uLnTx/>
                <a:uFillTx/>
                <a:latin typeface="Segoe UI Light" pitchFamily="34" charset="0"/>
                <a:ea typeface="+mn-ea"/>
                <a:cs typeface="+mn-cs"/>
              </a:defRPr>
            </a:lvl1pPr>
          </a:lstStyle>
          <a:p>
            <a:pPr lvl="0"/>
            <a:r>
              <a:rPr lang="en-US" dirty="0"/>
              <a:t>click to…</a:t>
            </a:r>
          </a:p>
        </p:txBody>
      </p:sp>
      <p:grpSp>
        <p:nvGrpSpPr>
          <p:cNvPr id="9" name="Group 8"/>
          <p:cNvGrpSpPr/>
          <p:nvPr userDrawn="1"/>
        </p:nvGrpSpPr>
        <p:grpSpPr>
          <a:xfrm>
            <a:off x="9258473" y="2563256"/>
            <a:ext cx="4200047" cy="2536870"/>
            <a:chOff x="1411369" y="3975421"/>
            <a:chExt cx="1714604" cy="1035908"/>
          </a:xfrm>
        </p:grpSpPr>
        <p:sp>
          <p:nvSpPr>
            <p:cNvPr id="12" name="Freeform 6"/>
            <p:cNvSpPr>
              <a:spLocks/>
            </p:cNvSpPr>
            <p:nvPr userDrawn="1"/>
          </p:nvSpPr>
          <p:spPr bwMode="auto">
            <a:xfrm>
              <a:off x="1900471" y="3975421"/>
              <a:ext cx="1225502" cy="656717"/>
            </a:xfrm>
            <a:custGeom>
              <a:avLst/>
              <a:gdLst>
                <a:gd name="T0" fmla="*/ 138 w 189"/>
                <a:gd name="T1" fmla="*/ 0 h 101"/>
                <a:gd name="T2" fmla="*/ 94 w 189"/>
                <a:gd name="T3" fmla="*/ 26 h 101"/>
                <a:gd name="T4" fmla="*/ 75 w 189"/>
                <a:gd name="T5" fmla="*/ 21 h 101"/>
                <a:gd name="T6" fmla="*/ 40 w 189"/>
                <a:gd name="T7" fmla="*/ 42 h 101"/>
                <a:gd name="T8" fmla="*/ 29 w 189"/>
                <a:gd name="T9" fmla="*/ 40 h 101"/>
                <a:gd name="T10" fmla="*/ 0 w 189"/>
                <a:gd name="T11" fmla="*/ 64 h 101"/>
                <a:gd name="T12" fmla="*/ 11 w 189"/>
                <a:gd name="T13" fmla="*/ 62 h 101"/>
                <a:gd name="T14" fmla="*/ 30 w 189"/>
                <a:gd name="T15" fmla="*/ 66 h 101"/>
                <a:gd name="T16" fmla="*/ 82 w 189"/>
                <a:gd name="T17" fmla="*/ 39 h 101"/>
                <a:gd name="T18" fmla="*/ 145 w 189"/>
                <a:gd name="T19" fmla="*/ 101 h 101"/>
                <a:gd name="T20" fmla="*/ 189 w 189"/>
                <a:gd name="T21" fmla="*/ 51 h 101"/>
                <a:gd name="T22" fmla="*/ 138 w 189"/>
                <a:gd name="T23"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9" h="101">
                  <a:moveTo>
                    <a:pt x="138" y="0"/>
                  </a:moveTo>
                  <a:cubicBezTo>
                    <a:pt x="119" y="0"/>
                    <a:pt x="103" y="10"/>
                    <a:pt x="94" y="26"/>
                  </a:cubicBezTo>
                  <a:cubicBezTo>
                    <a:pt x="89" y="23"/>
                    <a:pt x="82" y="21"/>
                    <a:pt x="75" y="21"/>
                  </a:cubicBezTo>
                  <a:cubicBezTo>
                    <a:pt x="60" y="21"/>
                    <a:pt x="46" y="30"/>
                    <a:pt x="40" y="42"/>
                  </a:cubicBezTo>
                  <a:cubicBezTo>
                    <a:pt x="36" y="41"/>
                    <a:pt x="33" y="40"/>
                    <a:pt x="29" y="40"/>
                  </a:cubicBezTo>
                  <a:cubicBezTo>
                    <a:pt x="15" y="40"/>
                    <a:pt x="3" y="50"/>
                    <a:pt x="0" y="64"/>
                  </a:cubicBezTo>
                  <a:cubicBezTo>
                    <a:pt x="3" y="63"/>
                    <a:pt x="7" y="62"/>
                    <a:pt x="11" y="62"/>
                  </a:cubicBezTo>
                  <a:cubicBezTo>
                    <a:pt x="17" y="62"/>
                    <a:pt x="24" y="64"/>
                    <a:pt x="30" y="66"/>
                  </a:cubicBezTo>
                  <a:cubicBezTo>
                    <a:pt x="42" y="49"/>
                    <a:pt x="61" y="39"/>
                    <a:pt x="82" y="39"/>
                  </a:cubicBezTo>
                  <a:cubicBezTo>
                    <a:pt x="117" y="39"/>
                    <a:pt x="145" y="67"/>
                    <a:pt x="145" y="101"/>
                  </a:cubicBezTo>
                  <a:cubicBezTo>
                    <a:pt x="170" y="98"/>
                    <a:pt x="189" y="77"/>
                    <a:pt x="189" y="51"/>
                  </a:cubicBezTo>
                  <a:cubicBezTo>
                    <a:pt x="189" y="22"/>
                    <a:pt x="167" y="0"/>
                    <a:pt x="138"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defTabSz="1097236"/>
              <a:endParaRPr lang="en-US" sz="2160" dirty="0">
                <a:solidFill>
                  <a:srgbClr val="292929"/>
                </a:solidFill>
              </a:endParaRPr>
            </a:p>
          </p:txBody>
        </p:sp>
        <p:sp>
          <p:nvSpPr>
            <p:cNvPr id="15" name="Freeform 7"/>
            <p:cNvSpPr>
              <a:spLocks/>
            </p:cNvSpPr>
            <p:nvPr userDrawn="1"/>
          </p:nvSpPr>
          <p:spPr bwMode="auto">
            <a:xfrm>
              <a:off x="1411369" y="4269433"/>
              <a:ext cx="1390368" cy="741896"/>
            </a:xfrm>
            <a:custGeom>
              <a:avLst/>
              <a:gdLst>
                <a:gd name="T0" fmla="*/ 157 w 214"/>
                <a:gd name="T1" fmla="*/ 0 h 114"/>
                <a:gd name="T2" fmla="*/ 107 w 214"/>
                <a:gd name="T3" fmla="*/ 29 h 114"/>
                <a:gd name="T4" fmla="*/ 86 w 214"/>
                <a:gd name="T5" fmla="*/ 23 h 114"/>
                <a:gd name="T6" fmla="*/ 46 w 214"/>
                <a:gd name="T7" fmla="*/ 48 h 114"/>
                <a:gd name="T8" fmla="*/ 34 w 214"/>
                <a:gd name="T9" fmla="*/ 45 h 114"/>
                <a:gd name="T10" fmla="*/ 0 w 214"/>
                <a:gd name="T11" fmla="*/ 80 h 114"/>
                <a:gd name="T12" fmla="*/ 34 w 214"/>
                <a:gd name="T13" fmla="*/ 114 h 114"/>
                <a:gd name="T14" fmla="*/ 86 w 214"/>
                <a:gd name="T15" fmla="*/ 114 h 114"/>
                <a:gd name="T16" fmla="*/ 157 w 214"/>
                <a:gd name="T17" fmla="*/ 114 h 114"/>
                <a:gd name="T18" fmla="*/ 214 w 214"/>
                <a:gd name="T19" fmla="*/ 57 h 114"/>
                <a:gd name="T20" fmla="*/ 157 w 214"/>
                <a:gd name="T21"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4" h="114">
                  <a:moveTo>
                    <a:pt x="157" y="0"/>
                  </a:moveTo>
                  <a:cubicBezTo>
                    <a:pt x="136" y="0"/>
                    <a:pt x="117" y="11"/>
                    <a:pt x="107" y="29"/>
                  </a:cubicBezTo>
                  <a:cubicBezTo>
                    <a:pt x="101" y="25"/>
                    <a:pt x="94" y="23"/>
                    <a:pt x="86" y="23"/>
                  </a:cubicBezTo>
                  <a:cubicBezTo>
                    <a:pt x="69" y="23"/>
                    <a:pt x="54" y="33"/>
                    <a:pt x="46" y="48"/>
                  </a:cubicBezTo>
                  <a:cubicBezTo>
                    <a:pt x="42" y="46"/>
                    <a:pt x="38" y="45"/>
                    <a:pt x="34" y="45"/>
                  </a:cubicBezTo>
                  <a:cubicBezTo>
                    <a:pt x="15" y="45"/>
                    <a:pt x="0" y="61"/>
                    <a:pt x="0" y="80"/>
                  </a:cubicBezTo>
                  <a:cubicBezTo>
                    <a:pt x="0" y="99"/>
                    <a:pt x="15" y="114"/>
                    <a:pt x="34" y="114"/>
                  </a:cubicBezTo>
                  <a:cubicBezTo>
                    <a:pt x="86" y="114"/>
                    <a:pt x="86" y="114"/>
                    <a:pt x="86" y="114"/>
                  </a:cubicBezTo>
                  <a:cubicBezTo>
                    <a:pt x="157" y="114"/>
                    <a:pt x="157" y="114"/>
                    <a:pt x="157" y="114"/>
                  </a:cubicBezTo>
                  <a:cubicBezTo>
                    <a:pt x="189" y="114"/>
                    <a:pt x="214" y="89"/>
                    <a:pt x="214" y="57"/>
                  </a:cubicBezTo>
                  <a:cubicBezTo>
                    <a:pt x="214" y="25"/>
                    <a:pt x="189" y="0"/>
                    <a:pt x="157"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defTabSz="1097236"/>
              <a:endParaRPr lang="en-US" sz="2160" dirty="0">
                <a:solidFill>
                  <a:srgbClr val="292929"/>
                </a:solidFill>
              </a:endParaRPr>
            </a:p>
          </p:txBody>
        </p:sp>
      </p:grpSp>
    </p:spTree>
    <p:extLst>
      <p:ext uri="{BB962C8B-B14F-4D97-AF65-F5344CB8AC3E}">
        <p14:creationId xmlns:p14="http://schemas.microsoft.com/office/powerpoint/2010/main" val="2654240383"/>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2_Demo, Video etc. &quot;special&quot; slides">
    <p:bg>
      <p:bgPr>
        <a:solidFill>
          <a:srgbClr val="8CC600">
            <a:alpha val="99000"/>
          </a:srgb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267541" y="1737360"/>
            <a:ext cx="5047660" cy="1828193"/>
          </a:xfrm>
        </p:spPr>
        <p:txBody>
          <a:bodyPr anchor="ctr" anchorCtr="0">
            <a:noAutofit/>
          </a:bodyPr>
          <a:lstStyle>
            <a:lvl1pPr>
              <a:lnSpc>
                <a:spcPct val="90000"/>
              </a:lnSpc>
              <a:defRPr sz="5760" baseline="0">
                <a:solidFill>
                  <a:schemeClr val="bg1">
                    <a:alpha val="98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2267540" y="6756567"/>
            <a:ext cx="5047661" cy="553998"/>
          </a:xfrm>
        </p:spPr>
        <p:txBody>
          <a:bodyPr>
            <a:noAutofit/>
          </a:bodyPr>
          <a:lstStyle>
            <a:lvl1pPr marL="0" indent="0" algn="l" defTabSz="1097236" rtl="0" eaLnBrk="1" latinLnBrk="0" hangingPunct="1">
              <a:lnSpc>
                <a:spcPct val="90000"/>
              </a:lnSpc>
              <a:spcBef>
                <a:spcPts val="0"/>
              </a:spcBef>
              <a:buSzPct val="80000"/>
              <a:buFont typeface="Arial" pitchFamily="34" charset="0"/>
              <a:buNone/>
              <a:defRPr lang="en-US" sz="2880" kern="1200" dirty="0">
                <a:solidFill>
                  <a:schemeClr val="bg1">
                    <a:alpha val="99000"/>
                  </a:schemeClr>
                </a:solidFill>
                <a:latin typeface="+mn-lt"/>
                <a:ea typeface="+mn-ea"/>
                <a:cs typeface="+mn-cs"/>
              </a:defRPr>
            </a:lvl1pPr>
            <a:lvl2pPr marL="548618" indent="0" algn="ctr">
              <a:buNone/>
              <a:defRPr>
                <a:solidFill>
                  <a:schemeClr val="tx1">
                    <a:tint val="75000"/>
                  </a:schemeClr>
                </a:solidFill>
              </a:defRPr>
            </a:lvl2pPr>
            <a:lvl3pPr marL="1097236" indent="0" algn="ctr">
              <a:buNone/>
              <a:defRPr>
                <a:solidFill>
                  <a:schemeClr val="tx1">
                    <a:tint val="75000"/>
                  </a:schemeClr>
                </a:solidFill>
              </a:defRPr>
            </a:lvl3pPr>
            <a:lvl4pPr marL="1645854" indent="0" algn="ctr">
              <a:buNone/>
              <a:defRPr>
                <a:solidFill>
                  <a:schemeClr val="tx1">
                    <a:tint val="75000"/>
                  </a:schemeClr>
                </a:solidFill>
              </a:defRPr>
            </a:lvl4pPr>
            <a:lvl5pPr marL="2194472" indent="0" algn="ctr">
              <a:buNone/>
              <a:defRPr>
                <a:solidFill>
                  <a:schemeClr val="tx1">
                    <a:tint val="75000"/>
                  </a:schemeClr>
                </a:solidFill>
              </a:defRPr>
            </a:lvl5pPr>
            <a:lvl6pPr marL="2743091" indent="0" algn="ctr">
              <a:buNone/>
              <a:defRPr>
                <a:solidFill>
                  <a:schemeClr val="tx1">
                    <a:tint val="75000"/>
                  </a:schemeClr>
                </a:solidFill>
              </a:defRPr>
            </a:lvl6pPr>
            <a:lvl7pPr marL="3291708" indent="0" algn="ctr">
              <a:buNone/>
              <a:defRPr>
                <a:solidFill>
                  <a:schemeClr val="tx1">
                    <a:tint val="75000"/>
                  </a:schemeClr>
                </a:solidFill>
              </a:defRPr>
            </a:lvl7pPr>
            <a:lvl8pPr marL="3840326" indent="0" algn="ctr">
              <a:buNone/>
              <a:defRPr>
                <a:solidFill>
                  <a:schemeClr val="tx1">
                    <a:tint val="75000"/>
                  </a:schemeClr>
                </a:solidFill>
              </a:defRPr>
            </a:lvl8pPr>
            <a:lvl9pPr marL="4388945"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2267541" y="4992624"/>
            <a:ext cx="10649819" cy="1529446"/>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7920" b="0" i="0" u="none" strike="noStrike" kern="1200" cap="none" spc="-770" normalizeH="0" baseline="0" noProof="0" dirty="0" smtClean="0">
                <a:ln w="11430"/>
                <a:solidFill>
                  <a:schemeClr val="accent4">
                    <a:lumMod val="40000"/>
                    <a:lumOff val="60000"/>
                    <a:alpha val="99000"/>
                  </a:schemeClr>
                </a:solidFill>
                <a:effectLst/>
                <a:uLnTx/>
                <a:uFillTx/>
                <a:latin typeface="Segoe UI Light" pitchFamily="34" charset="0"/>
                <a:ea typeface="+mn-ea"/>
                <a:cs typeface="+mn-cs"/>
              </a:defRPr>
            </a:lvl1pPr>
          </a:lstStyle>
          <a:p>
            <a:pPr lvl="0"/>
            <a:r>
              <a:rPr lang="en-US" dirty="0"/>
              <a:t>click to…</a:t>
            </a:r>
          </a:p>
        </p:txBody>
      </p:sp>
      <p:sp>
        <p:nvSpPr>
          <p:cNvPr id="8" name="Freeform 6"/>
          <p:cNvSpPr>
            <a:spLocks noEditPoints="1"/>
          </p:cNvSpPr>
          <p:nvPr userDrawn="1"/>
        </p:nvSpPr>
        <p:spPr bwMode="auto">
          <a:xfrm>
            <a:off x="9952936" y="2409713"/>
            <a:ext cx="2723602" cy="2603532"/>
          </a:xfrm>
          <a:custGeom>
            <a:avLst/>
            <a:gdLst>
              <a:gd name="T0" fmla="*/ 150 w 154"/>
              <a:gd name="T1" fmla="*/ 40 h 148"/>
              <a:gd name="T2" fmla="*/ 91 w 154"/>
              <a:gd name="T3" fmla="*/ 40 h 148"/>
              <a:gd name="T4" fmla="*/ 124 w 154"/>
              <a:gd name="T5" fmla="*/ 3 h 148"/>
              <a:gd name="T6" fmla="*/ 120 w 154"/>
              <a:gd name="T7" fmla="*/ 0 h 148"/>
              <a:gd name="T8" fmla="*/ 77 w 154"/>
              <a:gd name="T9" fmla="*/ 39 h 148"/>
              <a:gd name="T10" fmla="*/ 36 w 154"/>
              <a:gd name="T11" fmla="*/ 0 h 148"/>
              <a:gd name="T12" fmla="*/ 32 w 154"/>
              <a:gd name="T13" fmla="*/ 3 h 148"/>
              <a:gd name="T14" fmla="*/ 66 w 154"/>
              <a:gd name="T15" fmla="*/ 40 h 148"/>
              <a:gd name="T16" fmla="*/ 4 w 154"/>
              <a:gd name="T17" fmla="*/ 40 h 148"/>
              <a:gd name="T18" fmla="*/ 0 w 154"/>
              <a:gd name="T19" fmla="*/ 44 h 148"/>
              <a:gd name="T20" fmla="*/ 0 w 154"/>
              <a:gd name="T21" fmla="*/ 144 h 148"/>
              <a:gd name="T22" fmla="*/ 4 w 154"/>
              <a:gd name="T23" fmla="*/ 148 h 148"/>
              <a:gd name="T24" fmla="*/ 150 w 154"/>
              <a:gd name="T25" fmla="*/ 148 h 148"/>
              <a:gd name="T26" fmla="*/ 154 w 154"/>
              <a:gd name="T27" fmla="*/ 144 h 148"/>
              <a:gd name="T28" fmla="*/ 154 w 154"/>
              <a:gd name="T29" fmla="*/ 44 h 148"/>
              <a:gd name="T30" fmla="*/ 150 w 154"/>
              <a:gd name="T31" fmla="*/ 40 h 148"/>
              <a:gd name="T32" fmla="*/ 145 w 154"/>
              <a:gd name="T33" fmla="*/ 135 h 148"/>
              <a:gd name="T34" fmla="*/ 141 w 154"/>
              <a:gd name="T35" fmla="*/ 139 h 148"/>
              <a:gd name="T36" fmla="*/ 13 w 154"/>
              <a:gd name="T37" fmla="*/ 139 h 148"/>
              <a:gd name="T38" fmla="*/ 9 w 154"/>
              <a:gd name="T39" fmla="*/ 135 h 148"/>
              <a:gd name="T40" fmla="*/ 9 w 154"/>
              <a:gd name="T41" fmla="*/ 52 h 148"/>
              <a:gd name="T42" fmla="*/ 13 w 154"/>
              <a:gd name="T43" fmla="*/ 48 h 148"/>
              <a:gd name="T44" fmla="*/ 141 w 154"/>
              <a:gd name="T45" fmla="*/ 48 h 148"/>
              <a:gd name="T46" fmla="*/ 145 w 154"/>
              <a:gd name="T47" fmla="*/ 52 h 148"/>
              <a:gd name="T48" fmla="*/ 145 w 154"/>
              <a:gd name="T49" fmla="*/ 13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4" h="148">
                <a:moveTo>
                  <a:pt x="150" y="40"/>
                </a:moveTo>
                <a:cubicBezTo>
                  <a:pt x="91" y="40"/>
                  <a:pt x="91" y="40"/>
                  <a:pt x="91" y="40"/>
                </a:cubicBezTo>
                <a:cubicBezTo>
                  <a:pt x="124" y="3"/>
                  <a:pt x="124" y="3"/>
                  <a:pt x="124" y="3"/>
                </a:cubicBezTo>
                <a:cubicBezTo>
                  <a:pt x="120" y="0"/>
                  <a:pt x="120" y="0"/>
                  <a:pt x="120" y="0"/>
                </a:cubicBezTo>
                <a:cubicBezTo>
                  <a:pt x="77" y="39"/>
                  <a:pt x="77" y="39"/>
                  <a:pt x="77" y="39"/>
                </a:cubicBezTo>
                <a:cubicBezTo>
                  <a:pt x="36" y="0"/>
                  <a:pt x="36" y="0"/>
                  <a:pt x="36" y="0"/>
                </a:cubicBezTo>
                <a:cubicBezTo>
                  <a:pt x="32" y="3"/>
                  <a:pt x="32" y="3"/>
                  <a:pt x="32" y="3"/>
                </a:cubicBezTo>
                <a:cubicBezTo>
                  <a:pt x="66" y="40"/>
                  <a:pt x="66" y="40"/>
                  <a:pt x="66" y="40"/>
                </a:cubicBezTo>
                <a:cubicBezTo>
                  <a:pt x="4" y="40"/>
                  <a:pt x="4" y="40"/>
                  <a:pt x="4" y="40"/>
                </a:cubicBezTo>
                <a:cubicBezTo>
                  <a:pt x="2" y="40"/>
                  <a:pt x="0" y="42"/>
                  <a:pt x="0" y="44"/>
                </a:cubicBezTo>
                <a:cubicBezTo>
                  <a:pt x="0" y="144"/>
                  <a:pt x="0" y="144"/>
                  <a:pt x="0" y="144"/>
                </a:cubicBezTo>
                <a:cubicBezTo>
                  <a:pt x="0" y="146"/>
                  <a:pt x="2" y="148"/>
                  <a:pt x="4" y="148"/>
                </a:cubicBezTo>
                <a:cubicBezTo>
                  <a:pt x="150" y="148"/>
                  <a:pt x="150" y="148"/>
                  <a:pt x="150" y="148"/>
                </a:cubicBezTo>
                <a:cubicBezTo>
                  <a:pt x="152" y="148"/>
                  <a:pt x="154" y="146"/>
                  <a:pt x="154" y="144"/>
                </a:cubicBezTo>
                <a:cubicBezTo>
                  <a:pt x="154" y="44"/>
                  <a:pt x="154" y="44"/>
                  <a:pt x="154" y="44"/>
                </a:cubicBezTo>
                <a:cubicBezTo>
                  <a:pt x="154" y="42"/>
                  <a:pt x="152" y="40"/>
                  <a:pt x="150" y="40"/>
                </a:cubicBezTo>
                <a:close/>
                <a:moveTo>
                  <a:pt x="145" y="135"/>
                </a:moveTo>
                <a:cubicBezTo>
                  <a:pt x="145" y="137"/>
                  <a:pt x="143" y="139"/>
                  <a:pt x="141" y="139"/>
                </a:cubicBezTo>
                <a:cubicBezTo>
                  <a:pt x="13" y="139"/>
                  <a:pt x="13" y="139"/>
                  <a:pt x="13" y="139"/>
                </a:cubicBezTo>
                <a:cubicBezTo>
                  <a:pt x="11" y="139"/>
                  <a:pt x="9" y="137"/>
                  <a:pt x="9" y="135"/>
                </a:cubicBezTo>
                <a:cubicBezTo>
                  <a:pt x="9" y="52"/>
                  <a:pt x="9" y="52"/>
                  <a:pt x="9" y="52"/>
                </a:cubicBezTo>
                <a:cubicBezTo>
                  <a:pt x="9" y="50"/>
                  <a:pt x="11" y="48"/>
                  <a:pt x="13" y="48"/>
                </a:cubicBezTo>
                <a:cubicBezTo>
                  <a:pt x="141" y="48"/>
                  <a:pt x="141" y="48"/>
                  <a:pt x="141" y="48"/>
                </a:cubicBezTo>
                <a:cubicBezTo>
                  <a:pt x="143" y="48"/>
                  <a:pt x="145" y="50"/>
                  <a:pt x="145" y="52"/>
                </a:cubicBezTo>
                <a:lnTo>
                  <a:pt x="145" y="1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pPr defTabSz="1097236"/>
            <a:endParaRPr lang="en-US" sz="2160" dirty="0">
              <a:solidFill>
                <a:srgbClr val="292929"/>
              </a:solidFill>
            </a:endParaRPr>
          </a:p>
        </p:txBody>
      </p:sp>
    </p:spTree>
    <p:extLst>
      <p:ext uri="{BB962C8B-B14F-4D97-AF65-F5344CB8AC3E}">
        <p14:creationId xmlns:p14="http://schemas.microsoft.com/office/powerpoint/2010/main" val="3603617281"/>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3_Demo, Video etc. &quot;special&quot; slides">
    <p:bg>
      <p:bgPr>
        <a:solidFill>
          <a:schemeClr val="accent2">
            <a:alpha val="99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267541" y="1737360"/>
            <a:ext cx="5047660" cy="1828193"/>
          </a:xfrm>
        </p:spPr>
        <p:txBody>
          <a:bodyPr anchor="ctr" anchorCtr="0">
            <a:noAutofit/>
          </a:bodyPr>
          <a:lstStyle>
            <a:lvl1pPr>
              <a:lnSpc>
                <a:spcPct val="90000"/>
              </a:lnSpc>
              <a:defRPr sz="5760" baseline="0">
                <a:solidFill>
                  <a:schemeClr val="bg1">
                    <a:alpha val="98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2267540" y="6756567"/>
            <a:ext cx="5047661" cy="553998"/>
          </a:xfrm>
        </p:spPr>
        <p:txBody>
          <a:bodyPr>
            <a:noAutofit/>
          </a:bodyPr>
          <a:lstStyle>
            <a:lvl1pPr marL="0" indent="0" algn="l" defTabSz="1097236" rtl="0" eaLnBrk="1" latinLnBrk="0" hangingPunct="1">
              <a:lnSpc>
                <a:spcPct val="90000"/>
              </a:lnSpc>
              <a:spcBef>
                <a:spcPts val="0"/>
              </a:spcBef>
              <a:buSzPct val="80000"/>
              <a:buFont typeface="Arial" pitchFamily="34" charset="0"/>
              <a:buNone/>
              <a:defRPr lang="en-US" sz="2880" kern="1200" dirty="0">
                <a:solidFill>
                  <a:schemeClr val="bg1">
                    <a:alpha val="99000"/>
                  </a:schemeClr>
                </a:solidFill>
                <a:latin typeface="+mn-lt"/>
                <a:ea typeface="+mn-ea"/>
                <a:cs typeface="+mn-cs"/>
              </a:defRPr>
            </a:lvl1pPr>
            <a:lvl2pPr marL="548618" indent="0" algn="ctr">
              <a:buNone/>
              <a:defRPr>
                <a:solidFill>
                  <a:schemeClr val="tx1">
                    <a:tint val="75000"/>
                  </a:schemeClr>
                </a:solidFill>
              </a:defRPr>
            </a:lvl2pPr>
            <a:lvl3pPr marL="1097236" indent="0" algn="ctr">
              <a:buNone/>
              <a:defRPr>
                <a:solidFill>
                  <a:schemeClr val="tx1">
                    <a:tint val="75000"/>
                  </a:schemeClr>
                </a:solidFill>
              </a:defRPr>
            </a:lvl3pPr>
            <a:lvl4pPr marL="1645854" indent="0" algn="ctr">
              <a:buNone/>
              <a:defRPr>
                <a:solidFill>
                  <a:schemeClr val="tx1">
                    <a:tint val="75000"/>
                  </a:schemeClr>
                </a:solidFill>
              </a:defRPr>
            </a:lvl4pPr>
            <a:lvl5pPr marL="2194472" indent="0" algn="ctr">
              <a:buNone/>
              <a:defRPr>
                <a:solidFill>
                  <a:schemeClr val="tx1">
                    <a:tint val="75000"/>
                  </a:schemeClr>
                </a:solidFill>
              </a:defRPr>
            </a:lvl5pPr>
            <a:lvl6pPr marL="2743091" indent="0" algn="ctr">
              <a:buNone/>
              <a:defRPr>
                <a:solidFill>
                  <a:schemeClr val="tx1">
                    <a:tint val="75000"/>
                  </a:schemeClr>
                </a:solidFill>
              </a:defRPr>
            </a:lvl6pPr>
            <a:lvl7pPr marL="3291708" indent="0" algn="ctr">
              <a:buNone/>
              <a:defRPr>
                <a:solidFill>
                  <a:schemeClr val="tx1">
                    <a:tint val="75000"/>
                  </a:schemeClr>
                </a:solidFill>
              </a:defRPr>
            </a:lvl7pPr>
            <a:lvl8pPr marL="3840326" indent="0" algn="ctr">
              <a:buNone/>
              <a:defRPr>
                <a:solidFill>
                  <a:schemeClr val="tx1">
                    <a:tint val="75000"/>
                  </a:schemeClr>
                </a:solidFill>
              </a:defRPr>
            </a:lvl8pPr>
            <a:lvl9pPr marL="4388945"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2267541" y="4992624"/>
            <a:ext cx="10649819" cy="1529446"/>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7920" b="0" i="0" u="none" strike="noStrike" kern="1200" cap="none" spc="-770" normalizeH="0" baseline="0" noProof="0" dirty="0" smtClean="0">
                <a:ln w="11430"/>
                <a:solidFill>
                  <a:schemeClr val="accent2">
                    <a:lumMod val="40000"/>
                    <a:lumOff val="60000"/>
                    <a:alpha val="99000"/>
                  </a:schemeClr>
                </a:solidFill>
                <a:effectLst/>
                <a:uLnTx/>
                <a:uFillTx/>
                <a:latin typeface="Segoe UI Light" pitchFamily="34" charset="0"/>
                <a:ea typeface="+mn-ea"/>
                <a:cs typeface="+mn-cs"/>
              </a:defRPr>
            </a:lvl1pPr>
          </a:lstStyle>
          <a:p>
            <a:pPr lvl="0"/>
            <a:r>
              <a:rPr lang="en-US" dirty="0"/>
              <a:t>click to…</a:t>
            </a:r>
          </a:p>
        </p:txBody>
      </p:sp>
      <p:grpSp>
        <p:nvGrpSpPr>
          <p:cNvPr id="8" name="Group 7"/>
          <p:cNvGrpSpPr/>
          <p:nvPr userDrawn="1"/>
        </p:nvGrpSpPr>
        <p:grpSpPr bwMode="black">
          <a:xfrm>
            <a:off x="9487957" y="2691517"/>
            <a:ext cx="3813290" cy="2321546"/>
            <a:chOff x="10387012" y="4179358"/>
            <a:chExt cx="974726" cy="593725"/>
          </a:xfrm>
          <a:solidFill>
            <a:srgbClr val="FFFFFF"/>
          </a:solidFill>
        </p:grpSpPr>
        <p:sp>
          <p:nvSpPr>
            <p:cNvPr id="9" name="Freeform 26"/>
            <p:cNvSpPr>
              <a:spLocks/>
            </p:cNvSpPr>
            <p:nvPr/>
          </p:nvSpPr>
          <p:spPr bwMode="black">
            <a:xfrm>
              <a:off x="10506075" y="4258733"/>
              <a:ext cx="706438" cy="514350"/>
            </a:xfrm>
            <a:custGeom>
              <a:avLst/>
              <a:gdLst>
                <a:gd name="T0" fmla="*/ 183 w 188"/>
                <a:gd name="T1" fmla="*/ 84 h 137"/>
                <a:gd name="T2" fmla="*/ 104 w 188"/>
                <a:gd name="T3" fmla="*/ 27 h 137"/>
                <a:gd name="T4" fmla="*/ 86 w 188"/>
                <a:gd name="T5" fmla="*/ 19 h 137"/>
                <a:gd name="T6" fmla="*/ 59 w 188"/>
                <a:gd name="T7" fmla="*/ 34 h 137"/>
                <a:gd name="T8" fmla="*/ 56 w 188"/>
                <a:gd name="T9" fmla="*/ 36 h 137"/>
                <a:gd name="T10" fmla="*/ 43 w 188"/>
                <a:gd name="T11" fmla="*/ 38 h 137"/>
                <a:gd name="T12" fmla="*/ 43 w 188"/>
                <a:gd name="T13" fmla="*/ 38 h 137"/>
                <a:gd name="T14" fmla="*/ 26 w 188"/>
                <a:gd name="T15" fmla="*/ 27 h 137"/>
                <a:gd name="T16" fmla="*/ 24 w 188"/>
                <a:gd name="T17" fmla="*/ 14 h 137"/>
                <a:gd name="T18" fmla="*/ 31 w 188"/>
                <a:gd name="T19" fmla="*/ 0 h 137"/>
                <a:gd name="T20" fmla="*/ 21 w 188"/>
                <a:gd name="T21" fmla="*/ 0 h 137"/>
                <a:gd name="T22" fmla="*/ 1 w 188"/>
                <a:gd name="T23" fmla="*/ 79 h 137"/>
                <a:gd name="T24" fmla="*/ 4 w 188"/>
                <a:gd name="T25" fmla="*/ 80 h 137"/>
                <a:gd name="T26" fmla="*/ 16 w 188"/>
                <a:gd name="T27" fmla="*/ 70 h 137"/>
                <a:gd name="T28" fmla="*/ 22 w 188"/>
                <a:gd name="T29" fmla="*/ 70 h 137"/>
                <a:gd name="T30" fmla="*/ 32 w 188"/>
                <a:gd name="T31" fmla="*/ 74 h 137"/>
                <a:gd name="T32" fmla="*/ 43 w 188"/>
                <a:gd name="T33" fmla="*/ 72 h 137"/>
                <a:gd name="T34" fmla="*/ 44 w 188"/>
                <a:gd name="T35" fmla="*/ 72 h 137"/>
                <a:gd name="T36" fmla="*/ 53 w 188"/>
                <a:gd name="T37" fmla="*/ 76 h 137"/>
                <a:gd name="T38" fmla="*/ 65 w 188"/>
                <a:gd name="T39" fmla="*/ 74 h 137"/>
                <a:gd name="T40" fmla="*/ 67 w 188"/>
                <a:gd name="T41" fmla="*/ 74 h 137"/>
                <a:gd name="T42" fmla="*/ 80 w 188"/>
                <a:gd name="T43" fmla="*/ 88 h 137"/>
                <a:gd name="T44" fmla="*/ 83 w 188"/>
                <a:gd name="T45" fmla="*/ 88 h 137"/>
                <a:gd name="T46" fmla="*/ 85 w 188"/>
                <a:gd name="T47" fmla="*/ 89 h 137"/>
                <a:gd name="T48" fmla="*/ 99 w 188"/>
                <a:gd name="T49" fmla="*/ 108 h 137"/>
                <a:gd name="T50" fmla="*/ 99 w 188"/>
                <a:gd name="T51" fmla="*/ 110 h 137"/>
                <a:gd name="T52" fmla="*/ 96 w 188"/>
                <a:gd name="T53" fmla="*/ 124 h 137"/>
                <a:gd name="T54" fmla="*/ 114 w 188"/>
                <a:gd name="T55" fmla="*/ 137 h 137"/>
                <a:gd name="T56" fmla="*/ 123 w 188"/>
                <a:gd name="T57" fmla="*/ 132 h 137"/>
                <a:gd name="T58" fmla="*/ 124 w 188"/>
                <a:gd name="T59" fmla="*/ 124 h 137"/>
                <a:gd name="T60" fmla="*/ 108 w 188"/>
                <a:gd name="T61" fmla="*/ 112 h 137"/>
                <a:gd name="T62" fmla="*/ 107 w 188"/>
                <a:gd name="T63" fmla="*/ 109 h 137"/>
                <a:gd name="T64" fmla="*/ 110 w 188"/>
                <a:gd name="T65" fmla="*/ 109 h 137"/>
                <a:gd name="T66" fmla="*/ 136 w 188"/>
                <a:gd name="T67" fmla="*/ 127 h 137"/>
                <a:gd name="T68" fmla="*/ 145 w 188"/>
                <a:gd name="T69" fmla="*/ 123 h 137"/>
                <a:gd name="T70" fmla="*/ 147 w 188"/>
                <a:gd name="T71" fmla="*/ 114 h 137"/>
                <a:gd name="T72" fmla="*/ 117 w 188"/>
                <a:gd name="T73" fmla="*/ 93 h 137"/>
                <a:gd name="T74" fmla="*/ 117 w 188"/>
                <a:gd name="T75" fmla="*/ 90 h 137"/>
                <a:gd name="T76" fmla="*/ 120 w 188"/>
                <a:gd name="T77" fmla="*/ 89 h 137"/>
                <a:gd name="T78" fmla="*/ 156 w 188"/>
                <a:gd name="T79" fmla="*/ 116 h 137"/>
                <a:gd name="T80" fmla="*/ 165 w 188"/>
                <a:gd name="T81" fmla="*/ 111 h 137"/>
                <a:gd name="T82" fmla="*/ 167 w 188"/>
                <a:gd name="T83" fmla="*/ 102 h 137"/>
                <a:gd name="T84" fmla="*/ 137 w 188"/>
                <a:gd name="T85" fmla="*/ 81 h 137"/>
                <a:gd name="T86" fmla="*/ 136 w 188"/>
                <a:gd name="T87" fmla="*/ 78 h 137"/>
                <a:gd name="T88" fmla="*/ 139 w 188"/>
                <a:gd name="T89" fmla="*/ 77 h 137"/>
                <a:gd name="T90" fmla="*/ 176 w 188"/>
                <a:gd name="T91" fmla="*/ 104 h 137"/>
                <a:gd name="T92" fmla="*/ 185 w 188"/>
                <a:gd name="T93" fmla="*/ 99 h 137"/>
                <a:gd name="T94" fmla="*/ 183 w 188"/>
                <a:gd name="T95" fmla="*/ 84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88" h="137">
                  <a:moveTo>
                    <a:pt x="183" y="84"/>
                  </a:moveTo>
                  <a:cubicBezTo>
                    <a:pt x="104" y="27"/>
                    <a:pt x="104" y="27"/>
                    <a:pt x="104" y="27"/>
                  </a:cubicBezTo>
                  <a:cubicBezTo>
                    <a:pt x="86" y="19"/>
                    <a:pt x="86" y="19"/>
                    <a:pt x="86" y="19"/>
                  </a:cubicBezTo>
                  <a:cubicBezTo>
                    <a:pt x="59" y="34"/>
                    <a:pt x="59" y="34"/>
                    <a:pt x="59" y="34"/>
                  </a:cubicBezTo>
                  <a:cubicBezTo>
                    <a:pt x="56" y="36"/>
                    <a:pt x="56" y="36"/>
                    <a:pt x="56" y="36"/>
                  </a:cubicBezTo>
                  <a:cubicBezTo>
                    <a:pt x="52" y="38"/>
                    <a:pt x="47" y="39"/>
                    <a:pt x="43" y="38"/>
                  </a:cubicBezTo>
                  <a:cubicBezTo>
                    <a:pt x="43" y="38"/>
                    <a:pt x="43" y="38"/>
                    <a:pt x="43" y="38"/>
                  </a:cubicBezTo>
                  <a:cubicBezTo>
                    <a:pt x="36" y="38"/>
                    <a:pt x="30" y="34"/>
                    <a:pt x="26" y="27"/>
                  </a:cubicBezTo>
                  <a:cubicBezTo>
                    <a:pt x="24" y="23"/>
                    <a:pt x="23" y="19"/>
                    <a:pt x="24" y="14"/>
                  </a:cubicBezTo>
                  <a:cubicBezTo>
                    <a:pt x="24" y="9"/>
                    <a:pt x="27" y="4"/>
                    <a:pt x="31" y="0"/>
                  </a:cubicBezTo>
                  <a:cubicBezTo>
                    <a:pt x="25" y="0"/>
                    <a:pt x="21" y="0"/>
                    <a:pt x="21" y="0"/>
                  </a:cubicBezTo>
                  <a:cubicBezTo>
                    <a:pt x="21" y="0"/>
                    <a:pt x="0" y="40"/>
                    <a:pt x="1" y="79"/>
                  </a:cubicBezTo>
                  <a:cubicBezTo>
                    <a:pt x="4" y="80"/>
                    <a:pt x="4" y="80"/>
                    <a:pt x="4" y="80"/>
                  </a:cubicBezTo>
                  <a:cubicBezTo>
                    <a:pt x="6" y="75"/>
                    <a:pt x="10" y="72"/>
                    <a:pt x="16" y="70"/>
                  </a:cubicBezTo>
                  <a:cubicBezTo>
                    <a:pt x="18" y="70"/>
                    <a:pt x="20" y="70"/>
                    <a:pt x="22" y="70"/>
                  </a:cubicBezTo>
                  <a:cubicBezTo>
                    <a:pt x="25" y="70"/>
                    <a:pt x="29" y="72"/>
                    <a:pt x="32" y="74"/>
                  </a:cubicBezTo>
                  <a:cubicBezTo>
                    <a:pt x="35" y="72"/>
                    <a:pt x="39" y="71"/>
                    <a:pt x="43" y="72"/>
                  </a:cubicBezTo>
                  <a:cubicBezTo>
                    <a:pt x="43" y="72"/>
                    <a:pt x="44" y="72"/>
                    <a:pt x="44" y="72"/>
                  </a:cubicBezTo>
                  <a:cubicBezTo>
                    <a:pt x="48" y="72"/>
                    <a:pt x="51" y="74"/>
                    <a:pt x="53" y="76"/>
                  </a:cubicBezTo>
                  <a:cubicBezTo>
                    <a:pt x="56" y="74"/>
                    <a:pt x="60" y="73"/>
                    <a:pt x="65" y="74"/>
                  </a:cubicBezTo>
                  <a:cubicBezTo>
                    <a:pt x="65" y="74"/>
                    <a:pt x="66" y="74"/>
                    <a:pt x="67" y="74"/>
                  </a:cubicBezTo>
                  <a:cubicBezTo>
                    <a:pt x="74" y="76"/>
                    <a:pt x="79" y="81"/>
                    <a:pt x="80" y="88"/>
                  </a:cubicBezTo>
                  <a:cubicBezTo>
                    <a:pt x="81" y="88"/>
                    <a:pt x="82" y="88"/>
                    <a:pt x="83" y="88"/>
                  </a:cubicBezTo>
                  <a:cubicBezTo>
                    <a:pt x="84" y="88"/>
                    <a:pt x="84" y="88"/>
                    <a:pt x="85" y="89"/>
                  </a:cubicBezTo>
                  <a:cubicBezTo>
                    <a:pt x="94" y="91"/>
                    <a:pt x="100" y="99"/>
                    <a:pt x="99" y="108"/>
                  </a:cubicBezTo>
                  <a:cubicBezTo>
                    <a:pt x="99" y="109"/>
                    <a:pt x="99" y="110"/>
                    <a:pt x="99" y="110"/>
                  </a:cubicBezTo>
                  <a:cubicBezTo>
                    <a:pt x="96" y="124"/>
                    <a:pt x="96" y="124"/>
                    <a:pt x="96" y="124"/>
                  </a:cubicBezTo>
                  <a:cubicBezTo>
                    <a:pt x="114" y="137"/>
                    <a:pt x="114" y="137"/>
                    <a:pt x="114" y="137"/>
                  </a:cubicBezTo>
                  <a:cubicBezTo>
                    <a:pt x="117" y="137"/>
                    <a:pt x="120" y="135"/>
                    <a:pt x="123" y="132"/>
                  </a:cubicBezTo>
                  <a:cubicBezTo>
                    <a:pt x="124" y="130"/>
                    <a:pt x="125" y="127"/>
                    <a:pt x="124" y="124"/>
                  </a:cubicBezTo>
                  <a:cubicBezTo>
                    <a:pt x="108" y="112"/>
                    <a:pt x="108" y="112"/>
                    <a:pt x="108" y="112"/>
                  </a:cubicBezTo>
                  <a:cubicBezTo>
                    <a:pt x="107" y="111"/>
                    <a:pt x="107" y="110"/>
                    <a:pt x="107" y="109"/>
                  </a:cubicBezTo>
                  <a:cubicBezTo>
                    <a:pt x="108" y="108"/>
                    <a:pt x="109" y="108"/>
                    <a:pt x="110" y="109"/>
                  </a:cubicBezTo>
                  <a:cubicBezTo>
                    <a:pt x="136" y="127"/>
                    <a:pt x="136" y="127"/>
                    <a:pt x="136" y="127"/>
                  </a:cubicBezTo>
                  <a:cubicBezTo>
                    <a:pt x="140" y="127"/>
                    <a:pt x="143" y="126"/>
                    <a:pt x="145" y="123"/>
                  </a:cubicBezTo>
                  <a:cubicBezTo>
                    <a:pt x="147" y="120"/>
                    <a:pt x="147" y="117"/>
                    <a:pt x="147" y="114"/>
                  </a:cubicBezTo>
                  <a:cubicBezTo>
                    <a:pt x="117" y="93"/>
                    <a:pt x="117" y="93"/>
                    <a:pt x="117" y="93"/>
                  </a:cubicBezTo>
                  <a:cubicBezTo>
                    <a:pt x="116" y="92"/>
                    <a:pt x="116" y="91"/>
                    <a:pt x="117" y="90"/>
                  </a:cubicBezTo>
                  <a:cubicBezTo>
                    <a:pt x="117" y="89"/>
                    <a:pt x="119" y="89"/>
                    <a:pt x="120" y="89"/>
                  </a:cubicBezTo>
                  <a:cubicBezTo>
                    <a:pt x="156" y="116"/>
                    <a:pt x="156" y="116"/>
                    <a:pt x="156" y="116"/>
                  </a:cubicBezTo>
                  <a:cubicBezTo>
                    <a:pt x="159" y="116"/>
                    <a:pt x="163" y="114"/>
                    <a:pt x="165" y="111"/>
                  </a:cubicBezTo>
                  <a:cubicBezTo>
                    <a:pt x="167" y="108"/>
                    <a:pt x="167" y="105"/>
                    <a:pt x="167" y="102"/>
                  </a:cubicBezTo>
                  <a:cubicBezTo>
                    <a:pt x="137" y="81"/>
                    <a:pt x="137" y="81"/>
                    <a:pt x="137" y="81"/>
                  </a:cubicBezTo>
                  <a:cubicBezTo>
                    <a:pt x="136" y="80"/>
                    <a:pt x="136" y="79"/>
                    <a:pt x="136" y="78"/>
                  </a:cubicBezTo>
                  <a:cubicBezTo>
                    <a:pt x="137" y="77"/>
                    <a:pt x="138" y="76"/>
                    <a:pt x="139" y="77"/>
                  </a:cubicBezTo>
                  <a:cubicBezTo>
                    <a:pt x="176" y="104"/>
                    <a:pt x="176" y="104"/>
                    <a:pt x="176" y="104"/>
                  </a:cubicBezTo>
                  <a:cubicBezTo>
                    <a:pt x="180" y="104"/>
                    <a:pt x="183" y="102"/>
                    <a:pt x="185" y="99"/>
                  </a:cubicBezTo>
                  <a:cubicBezTo>
                    <a:pt x="188" y="94"/>
                    <a:pt x="187" y="87"/>
                    <a:pt x="183" y="84"/>
                  </a:cubicBezTo>
                  <a:close/>
                </a:path>
              </a:pathLst>
            </a:custGeom>
            <a:grpFill/>
            <a:ln>
              <a:noFill/>
            </a:ln>
          </p:spPr>
          <p:txBody>
            <a:bodyPr vert="horz" wrap="square" lIns="91440" tIns="45720" rIns="91440" bIns="45720" numCol="1" anchor="t" anchorCtr="0" compatLnSpc="1">
              <a:prstTxWarp prst="textNoShape">
                <a:avLst/>
              </a:prstTxWarp>
            </a:bodyPr>
            <a:lstStyle/>
            <a:p>
              <a:pPr defTabSz="1097236"/>
              <a:endParaRPr lang="en-US" sz="1920" dirty="0">
                <a:solidFill>
                  <a:srgbClr val="292929"/>
                </a:solidFill>
              </a:endParaRPr>
            </a:p>
          </p:txBody>
        </p:sp>
        <p:sp>
          <p:nvSpPr>
            <p:cNvPr id="12" name="Freeform 27"/>
            <p:cNvSpPr>
              <a:spLocks/>
            </p:cNvSpPr>
            <p:nvPr/>
          </p:nvSpPr>
          <p:spPr bwMode="black">
            <a:xfrm>
              <a:off x="10615612" y="4179358"/>
              <a:ext cx="657225" cy="376238"/>
            </a:xfrm>
            <a:custGeom>
              <a:avLst/>
              <a:gdLst>
                <a:gd name="T0" fmla="*/ 127 w 175"/>
                <a:gd name="T1" fmla="*/ 31 h 100"/>
                <a:gd name="T2" fmla="*/ 119 w 175"/>
                <a:gd name="T3" fmla="*/ 28 h 100"/>
                <a:gd name="T4" fmla="*/ 62 w 175"/>
                <a:gd name="T5" fmla="*/ 2 h 100"/>
                <a:gd name="T6" fmla="*/ 49 w 175"/>
                <a:gd name="T7" fmla="*/ 3 h 100"/>
                <a:gd name="T8" fmla="*/ 26 w 175"/>
                <a:gd name="T9" fmla="*/ 16 h 100"/>
                <a:gd name="T10" fmla="*/ 9 w 175"/>
                <a:gd name="T11" fmla="*/ 25 h 100"/>
                <a:gd name="T12" fmla="*/ 4 w 175"/>
                <a:gd name="T13" fmla="*/ 45 h 100"/>
                <a:gd name="T14" fmla="*/ 15 w 175"/>
                <a:gd name="T15" fmla="*/ 52 h 100"/>
                <a:gd name="T16" fmla="*/ 23 w 175"/>
                <a:gd name="T17" fmla="*/ 50 h 100"/>
                <a:gd name="T18" fmla="*/ 23 w 175"/>
                <a:gd name="T19" fmla="*/ 50 h 100"/>
                <a:gd name="T20" fmla="*/ 57 w 175"/>
                <a:gd name="T21" fmla="*/ 32 h 100"/>
                <a:gd name="T22" fmla="*/ 79 w 175"/>
                <a:gd name="T23" fmla="*/ 42 h 100"/>
                <a:gd name="T24" fmla="*/ 109 w 175"/>
                <a:gd name="T25" fmla="*/ 64 h 100"/>
                <a:gd name="T26" fmla="*/ 158 w 175"/>
                <a:gd name="T27" fmla="*/ 99 h 100"/>
                <a:gd name="T28" fmla="*/ 159 w 175"/>
                <a:gd name="T29" fmla="*/ 100 h 100"/>
                <a:gd name="T30" fmla="*/ 173 w 175"/>
                <a:gd name="T31" fmla="*/ 97 h 100"/>
                <a:gd name="T32" fmla="*/ 154 w 175"/>
                <a:gd name="T33" fmla="*/ 29 h 100"/>
                <a:gd name="T34" fmla="*/ 127 w 175"/>
                <a:gd name="T35" fmla="*/ 31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5" h="100">
                  <a:moveTo>
                    <a:pt x="127" y="31"/>
                  </a:moveTo>
                  <a:cubicBezTo>
                    <a:pt x="125" y="31"/>
                    <a:pt x="122" y="30"/>
                    <a:pt x="119" y="28"/>
                  </a:cubicBezTo>
                  <a:cubicBezTo>
                    <a:pt x="62" y="2"/>
                    <a:pt x="62" y="2"/>
                    <a:pt x="62" y="2"/>
                  </a:cubicBezTo>
                  <a:cubicBezTo>
                    <a:pt x="58" y="0"/>
                    <a:pt x="53" y="1"/>
                    <a:pt x="49" y="3"/>
                  </a:cubicBezTo>
                  <a:cubicBezTo>
                    <a:pt x="26" y="16"/>
                    <a:pt x="26" y="16"/>
                    <a:pt x="26" y="16"/>
                  </a:cubicBezTo>
                  <a:cubicBezTo>
                    <a:pt x="9" y="25"/>
                    <a:pt x="9" y="25"/>
                    <a:pt x="9" y="25"/>
                  </a:cubicBezTo>
                  <a:cubicBezTo>
                    <a:pt x="2" y="29"/>
                    <a:pt x="0" y="38"/>
                    <a:pt x="4" y="45"/>
                  </a:cubicBezTo>
                  <a:cubicBezTo>
                    <a:pt x="6" y="49"/>
                    <a:pt x="10" y="52"/>
                    <a:pt x="15" y="52"/>
                  </a:cubicBezTo>
                  <a:cubicBezTo>
                    <a:pt x="18" y="52"/>
                    <a:pt x="21" y="52"/>
                    <a:pt x="23" y="50"/>
                  </a:cubicBezTo>
                  <a:cubicBezTo>
                    <a:pt x="23" y="50"/>
                    <a:pt x="23" y="50"/>
                    <a:pt x="23" y="50"/>
                  </a:cubicBezTo>
                  <a:cubicBezTo>
                    <a:pt x="57" y="32"/>
                    <a:pt x="57" y="32"/>
                    <a:pt x="57" y="32"/>
                  </a:cubicBezTo>
                  <a:cubicBezTo>
                    <a:pt x="79" y="42"/>
                    <a:pt x="79" y="42"/>
                    <a:pt x="79" y="42"/>
                  </a:cubicBezTo>
                  <a:cubicBezTo>
                    <a:pt x="109" y="64"/>
                    <a:pt x="109" y="64"/>
                    <a:pt x="109" y="64"/>
                  </a:cubicBezTo>
                  <a:cubicBezTo>
                    <a:pt x="158" y="99"/>
                    <a:pt x="158" y="99"/>
                    <a:pt x="158" y="99"/>
                  </a:cubicBezTo>
                  <a:cubicBezTo>
                    <a:pt x="158" y="99"/>
                    <a:pt x="159" y="100"/>
                    <a:pt x="159" y="100"/>
                  </a:cubicBezTo>
                  <a:cubicBezTo>
                    <a:pt x="173" y="97"/>
                    <a:pt x="173" y="97"/>
                    <a:pt x="173" y="97"/>
                  </a:cubicBezTo>
                  <a:cubicBezTo>
                    <a:pt x="175" y="51"/>
                    <a:pt x="154" y="29"/>
                    <a:pt x="154" y="29"/>
                  </a:cubicBezTo>
                  <a:cubicBezTo>
                    <a:pt x="154" y="29"/>
                    <a:pt x="133" y="33"/>
                    <a:pt x="127" y="31"/>
                  </a:cubicBezTo>
                  <a:close/>
                </a:path>
              </a:pathLst>
            </a:custGeom>
            <a:grpFill/>
            <a:ln>
              <a:noFill/>
            </a:ln>
          </p:spPr>
          <p:txBody>
            <a:bodyPr vert="horz" wrap="square" lIns="91440" tIns="45720" rIns="91440" bIns="45720" numCol="1" anchor="t" anchorCtr="0" compatLnSpc="1">
              <a:prstTxWarp prst="textNoShape">
                <a:avLst/>
              </a:prstTxWarp>
            </a:bodyPr>
            <a:lstStyle/>
            <a:p>
              <a:pPr defTabSz="1097236"/>
              <a:endParaRPr lang="en-US" sz="1920" dirty="0">
                <a:solidFill>
                  <a:srgbClr val="292929"/>
                </a:solidFill>
              </a:endParaRPr>
            </a:p>
          </p:txBody>
        </p:sp>
        <p:sp>
          <p:nvSpPr>
            <p:cNvPr id="14" name="Freeform 28"/>
            <p:cNvSpPr>
              <a:spLocks/>
            </p:cNvSpPr>
            <p:nvPr/>
          </p:nvSpPr>
          <p:spPr bwMode="black">
            <a:xfrm>
              <a:off x="10536237" y="4544483"/>
              <a:ext cx="319088" cy="220663"/>
            </a:xfrm>
            <a:custGeom>
              <a:avLst/>
              <a:gdLst>
                <a:gd name="T0" fmla="*/ 76 w 85"/>
                <a:gd name="T1" fmla="*/ 20 h 59"/>
                <a:gd name="T2" fmla="*/ 64 w 85"/>
                <a:gd name="T3" fmla="*/ 25 h 59"/>
                <a:gd name="T4" fmla="*/ 65 w 85"/>
                <a:gd name="T5" fmla="*/ 18 h 59"/>
                <a:gd name="T6" fmla="*/ 57 w 85"/>
                <a:gd name="T7" fmla="*/ 5 h 59"/>
                <a:gd name="T8" fmla="*/ 44 w 85"/>
                <a:gd name="T9" fmla="*/ 13 h 59"/>
                <a:gd name="T10" fmla="*/ 44 w 85"/>
                <a:gd name="T11" fmla="*/ 14 h 59"/>
                <a:gd name="T12" fmla="*/ 35 w 85"/>
                <a:gd name="T13" fmla="*/ 3 h 59"/>
                <a:gd name="T14" fmla="*/ 23 w 85"/>
                <a:gd name="T15" fmla="*/ 10 h 59"/>
                <a:gd name="T16" fmla="*/ 23 w 85"/>
                <a:gd name="T17" fmla="*/ 10 h 59"/>
                <a:gd name="T18" fmla="*/ 10 w 85"/>
                <a:gd name="T19" fmla="*/ 1 h 59"/>
                <a:gd name="T20" fmla="*/ 1 w 85"/>
                <a:gd name="T21" fmla="*/ 14 h 59"/>
                <a:gd name="T22" fmla="*/ 4 w 85"/>
                <a:gd name="T23" fmla="*/ 28 h 59"/>
                <a:gd name="T24" fmla="*/ 14 w 85"/>
                <a:gd name="T25" fmla="*/ 36 h 59"/>
                <a:gd name="T26" fmla="*/ 17 w 85"/>
                <a:gd name="T27" fmla="*/ 36 h 59"/>
                <a:gd name="T28" fmla="*/ 19 w 85"/>
                <a:gd name="T29" fmla="*/ 35 h 59"/>
                <a:gd name="T30" fmla="*/ 27 w 85"/>
                <a:gd name="T31" fmla="*/ 43 h 59"/>
                <a:gd name="T32" fmla="*/ 28 w 85"/>
                <a:gd name="T33" fmla="*/ 43 h 59"/>
                <a:gd name="T34" fmla="*/ 39 w 85"/>
                <a:gd name="T35" fmla="*/ 38 h 59"/>
                <a:gd name="T36" fmla="*/ 38 w 85"/>
                <a:gd name="T37" fmla="*/ 39 h 59"/>
                <a:gd name="T38" fmla="*/ 47 w 85"/>
                <a:gd name="T39" fmla="*/ 52 h 59"/>
                <a:gd name="T40" fmla="*/ 48 w 85"/>
                <a:gd name="T41" fmla="*/ 52 h 59"/>
                <a:gd name="T42" fmla="*/ 58 w 85"/>
                <a:gd name="T43" fmla="*/ 47 h 59"/>
                <a:gd name="T44" fmla="*/ 67 w 85"/>
                <a:gd name="T45" fmla="*/ 59 h 59"/>
                <a:gd name="T46" fmla="*/ 68 w 85"/>
                <a:gd name="T47" fmla="*/ 59 h 59"/>
                <a:gd name="T48" fmla="*/ 80 w 85"/>
                <a:gd name="T49" fmla="*/ 50 h 59"/>
                <a:gd name="T50" fmla="*/ 84 w 85"/>
                <a:gd name="T51" fmla="*/ 33 h 59"/>
                <a:gd name="T52" fmla="*/ 76 w 85"/>
                <a:gd name="T53" fmla="*/ 2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5" h="59">
                  <a:moveTo>
                    <a:pt x="76" y="20"/>
                  </a:moveTo>
                  <a:cubicBezTo>
                    <a:pt x="71" y="19"/>
                    <a:pt x="66" y="21"/>
                    <a:pt x="64" y="25"/>
                  </a:cubicBezTo>
                  <a:cubicBezTo>
                    <a:pt x="65" y="18"/>
                    <a:pt x="65" y="18"/>
                    <a:pt x="65" y="18"/>
                  </a:cubicBezTo>
                  <a:cubicBezTo>
                    <a:pt x="67" y="12"/>
                    <a:pt x="63" y="6"/>
                    <a:pt x="57" y="5"/>
                  </a:cubicBezTo>
                  <a:cubicBezTo>
                    <a:pt x="51" y="4"/>
                    <a:pt x="45" y="7"/>
                    <a:pt x="44" y="13"/>
                  </a:cubicBezTo>
                  <a:cubicBezTo>
                    <a:pt x="44" y="14"/>
                    <a:pt x="44" y="14"/>
                    <a:pt x="44" y="14"/>
                  </a:cubicBezTo>
                  <a:cubicBezTo>
                    <a:pt x="44" y="9"/>
                    <a:pt x="40" y="4"/>
                    <a:pt x="35" y="3"/>
                  </a:cubicBezTo>
                  <a:cubicBezTo>
                    <a:pt x="30" y="2"/>
                    <a:pt x="24" y="5"/>
                    <a:pt x="23" y="10"/>
                  </a:cubicBezTo>
                  <a:cubicBezTo>
                    <a:pt x="23" y="10"/>
                    <a:pt x="23" y="10"/>
                    <a:pt x="23" y="10"/>
                  </a:cubicBezTo>
                  <a:cubicBezTo>
                    <a:pt x="21" y="4"/>
                    <a:pt x="15" y="0"/>
                    <a:pt x="10" y="1"/>
                  </a:cubicBezTo>
                  <a:cubicBezTo>
                    <a:pt x="4" y="3"/>
                    <a:pt x="0" y="8"/>
                    <a:pt x="1" y="14"/>
                  </a:cubicBezTo>
                  <a:cubicBezTo>
                    <a:pt x="4" y="28"/>
                    <a:pt x="4" y="28"/>
                    <a:pt x="4" y="28"/>
                  </a:cubicBezTo>
                  <a:cubicBezTo>
                    <a:pt x="5" y="32"/>
                    <a:pt x="9" y="36"/>
                    <a:pt x="14" y="36"/>
                  </a:cubicBezTo>
                  <a:cubicBezTo>
                    <a:pt x="15" y="36"/>
                    <a:pt x="16" y="36"/>
                    <a:pt x="17" y="36"/>
                  </a:cubicBezTo>
                  <a:cubicBezTo>
                    <a:pt x="18" y="36"/>
                    <a:pt x="18" y="36"/>
                    <a:pt x="19" y="35"/>
                  </a:cubicBezTo>
                  <a:cubicBezTo>
                    <a:pt x="20" y="39"/>
                    <a:pt x="23" y="42"/>
                    <a:pt x="27" y="43"/>
                  </a:cubicBezTo>
                  <a:cubicBezTo>
                    <a:pt x="28" y="43"/>
                    <a:pt x="28" y="43"/>
                    <a:pt x="28" y="43"/>
                  </a:cubicBezTo>
                  <a:cubicBezTo>
                    <a:pt x="32" y="43"/>
                    <a:pt x="36" y="41"/>
                    <a:pt x="39" y="38"/>
                  </a:cubicBezTo>
                  <a:cubicBezTo>
                    <a:pt x="38" y="39"/>
                    <a:pt x="38" y="39"/>
                    <a:pt x="38" y="39"/>
                  </a:cubicBezTo>
                  <a:cubicBezTo>
                    <a:pt x="37" y="44"/>
                    <a:pt x="41" y="50"/>
                    <a:pt x="47" y="52"/>
                  </a:cubicBezTo>
                  <a:cubicBezTo>
                    <a:pt x="47" y="52"/>
                    <a:pt x="47" y="52"/>
                    <a:pt x="48" y="52"/>
                  </a:cubicBezTo>
                  <a:cubicBezTo>
                    <a:pt x="52" y="52"/>
                    <a:pt x="56" y="50"/>
                    <a:pt x="58" y="47"/>
                  </a:cubicBezTo>
                  <a:cubicBezTo>
                    <a:pt x="58" y="52"/>
                    <a:pt x="61" y="57"/>
                    <a:pt x="67" y="59"/>
                  </a:cubicBezTo>
                  <a:cubicBezTo>
                    <a:pt x="67" y="59"/>
                    <a:pt x="67" y="59"/>
                    <a:pt x="68" y="59"/>
                  </a:cubicBezTo>
                  <a:cubicBezTo>
                    <a:pt x="73" y="59"/>
                    <a:pt x="78" y="56"/>
                    <a:pt x="80" y="50"/>
                  </a:cubicBezTo>
                  <a:cubicBezTo>
                    <a:pt x="84" y="33"/>
                    <a:pt x="84" y="33"/>
                    <a:pt x="84" y="33"/>
                  </a:cubicBezTo>
                  <a:cubicBezTo>
                    <a:pt x="85" y="27"/>
                    <a:pt x="81" y="21"/>
                    <a:pt x="76" y="20"/>
                  </a:cubicBezTo>
                  <a:close/>
                </a:path>
              </a:pathLst>
            </a:custGeom>
            <a:grpFill/>
            <a:ln>
              <a:noFill/>
            </a:ln>
          </p:spPr>
          <p:txBody>
            <a:bodyPr vert="horz" wrap="square" lIns="91440" tIns="45720" rIns="91440" bIns="45720" numCol="1" anchor="t" anchorCtr="0" compatLnSpc="1">
              <a:prstTxWarp prst="textNoShape">
                <a:avLst/>
              </a:prstTxWarp>
            </a:bodyPr>
            <a:lstStyle/>
            <a:p>
              <a:pPr defTabSz="1097236"/>
              <a:endParaRPr lang="en-US" sz="1920" dirty="0">
                <a:solidFill>
                  <a:srgbClr val="292929"/>
                </a:solidFill>
              </a:endParaRPr>
            </a:p>
          </p:txBody>
        </p:sp>
        <p:sp>
          <p:nvSpPr>
            <p:cNvPr id="15" name="Freeform 29"/>
            <p:cNvSpPr>
              <a:spLocks/>
            </p:cNvSpPr>
            <p:nvPr/>
          </p:nvSpPr>
          <p:spPr bwMode="black">
            <a:xfrm>
              <a:off x="11207750" y="4239683"/>
              <a:ext cx="153988" cy="319088"/>
            </a:xfrm>
            <a:custGeom>
              <a:avLst/>
              <a:gdLst>
                <a:gd name="T0" fmla="*/ 41 w 41"/>
                <a:gd name="T1" fmla="*/ 77 h 85"/>
                <a:gd name="T2" fmla="*/ 33 w 41"/>
                <a:gd name="T3" fmla="*/ 7 h 85"/>
                <a:gd name="T4" fmla="*/ 24 w 41"/>
                <a:gd name="T5" fmla="*/ 1 h 85"/>
                <a:gd name="T6" fmla="*/ 0 w 41"/>
                <a:gd name="T7" fmla="*/ 7 h 85"/>
                <a:gd name="T8" fmla="*/ 22 w 41"/>
                <a:gd name="T9" fmla="*/ 85 h 85"/>
                <a:gd name="T10" fmla="*/ 33 w 41"/>
                <a:gd name="T11" fmla="*/ 85 h 85"/>
                <a:gd name="T12" fmla="*/ 41 w 41"/>
                <a:gd name="T13" fmla="*/ 77 h 85"/>
              </a:gdLst>
              <a:ahLst/>
              <a:cxnLst>
                <a:cxn ang="0">
                  <a:pos x="T0" y="T1"/>
                </a:cxn>
                <a:cxn ang="0">
                  <a:pos x="T2" y="T3"/>
                </a:cxn>
                <a:cxn ang="0">
                  <a:pos x="T4" y="T5"/>
                </a:cxn>
                <a:cxn ang="0">
                  <a:pos x="T6" y="T7"/>
                </a:cxn>
                <a:cxn ang="0">
                  <a:pos x="T8" y="T9"/>
                </a:cxn>
                <a:cxn ang="0">
                  <a:pos x="T10" y="T11"/>
                </a:cxn>
                <a:cxn ang="0">
                  <a:pos x="T12" y="T13"/>
                </a:cxn>
              </a:cxnLst>
              <a:rect l="0" t="0" r="r" b="b"/>
              <a:pathLst>
                <a:path w="41" h="85">
                  <a:moveTo>
                    <a:pt x="41" y="77"/>
                  </a:moveTo>
                  <a:cubicBezTo>
                    <a:pt x="33" y="7"/>
                    <a:pt x="33" y="7"/>
                    <a:pt x="33" y="7"/>
                  </a:cubicBezTo>
                  <a:cubicBezTo>
                    <a:pt x="32" y="2"/>
                    <a:pt x="28" y="0"/>
                    <a:pt x="24" y="1"/>
                  </a:cubicBezTo>
                  <a:cubicBezTo>
                    <a:pt x="0" y="7"/>
                    <a:pt x="0" y="7"/>
                    <a:pt x="0" y="7"/>
                  </a:cubicBezTo>
                  <a:cubicBezTo>
                    <a:pt x="0" y="7"/>
                    <a:pt x="25" y="32"/>
                    <a:pt x="22" y="85"/>
                  </a:cubicBezTo>
                  <a:cubicBezTo>
                    <a:pt x="33" y="85"/>
                    <a:pt x="33" y="85"/>
                    <a:pt x="33" y="85"/>
                  </a:cubicBezTo>
                  <a:cubicBezTo>
                    <a:pt x="38" y="85"/>
                    <a:pt x="41" y="81"/>
                    <a:pt x="41" y="77"/>
                  </a:cubicBezTo>
                  <a:close/>
                </a:path>
              </a:pathLst>
            </a:custGeom>
            <a:grpFill/>
            <a:ln>
              <a:noFill/>
            </a:ln>
          </p:spPr>
          <p:txBody>
            <a:bodyPr vert="horz" wrap="square" lIns="91440" tIns="45720" rIns="91440" bIns="45720" numCol="1" anchor="t" anchorCtr="0" compatLnSpc="1">
              <a:prstTxWarp prst="textNoShape">
                <a:avLst/>
              </a:prstTxWarp>
            </a:bodyPr>
            <a:lstStyle/>
            <a:p>
              <a:pPr defTabSz="1097236"/>
              <a:endParaRPr lang="en-US" sz="1920" dirty="0">
                <a:solidFill>
                  <a:srgbClr val="292929"/>
                </a:solidFill>
              </a:endParaRPr>
            </a:p>
          </p:txBody>
        </p:sp>
        <p:sp>
          <p:nvSpPr>
            <p:cNvPr id="16" name="Freeform 30"/>
            <p:cNvSpPr>
              <a:spLocks/>
            </p:cNvSpPr>
            <p:nvPr/>
          </p:nvSpPr>
          <p:spPr bwMode="black">
            <a:xfrm>
              <a:off x="10387012" y="4206346"/>
              <a:ext cx="176213" cy="352425"/>
            </a:xfrm>
            <a:custGeom>
              <a:avLst/>
              <a:gdLst>
                <a:gd name="T0" fmla="*/ 47 w 47"/>
                <a:gd name="T1" fmla="*/ 9 h 94"/>
                <a:gd name="T2" fmla="*/ 35 w 47"/>
                <a:gd name="T3" fmla="*/ 2 h 94"/>
                <a:gd name="T4" fmla="*/ 25 w 47"/>
                <a:gd name="T5" fmla="*/ 6 h 94"/>
                <a:gd name="T6" fmla="*/ 2 w 47"/>
                <a:gd name="T7" fmla="*/ 81 h 94"/>
                <a:gd name="T8" fmla="*/ 7 w 47"/>
                <a:gd name="T9" fmla="*/ 90 h 94"/>
                <a:gd name="T10" fmla="*/ 26 w 47"/>
                <a:gd name="T11" fmla="*/ 94 h 94"/>
                <a:gd name="T12" fmla="*/ 47 w 47"/>
                <a:gd name="T13" fmla="*/ 9 h 94"/>
              </a:gdLst>
              <a:ahLst/>
              <a:cxnLst>
                <a:cxn ang="0">
                  <a:pos x="T0" y="T1"/>
                </a:cxn>
                <a:cxn ang="0">
                  <a:pos x="T2" y="T3"/>
                </a:cxn>
                <a:cxn ang="0">
                  <a:pos x="T4" y="T5"/>
                </a:cxn>
                <a:cxn ang="0">
                  <a:pos x="T6" y="T7"/>
                </a:cxn>
                <a:cxn ang="0">
                  <a:pos x="T8" y="T9"/>
                </a:cxn>
                <a:cxn ang="0">
                  <a:pos x="T10" y="T11"/>
                </a:cxn>
                <a:cxn ang="0">
                  <a:pos x="T12" y="T13"/>
                </a:cxn>
              </a:cxnLst>
              <a:rect l="0" t="0" r="r" b="b"/>
              <a:pathLst>
                <a:path w="47" h="94">
                  <a:moveTo>
                    <a:pt x="47" y="9"/>
                  </a:moveTo>
                  <a:cubicBezTo>
                    <a:pt x="35" y="2"/>
                    <a:pt x="35" y="2"/>
                    <a:pt x="35" y="2"/>
                  </a:cubicBezTo>
                  <a:cubicBezTo>
                    <a:pt x="31" y="0"/>
                    <a:pt x="27" y="2"/>
                    <a:pt x="25" y="6"/>
                  </a:cubicBezTo>
                  <a:cubicBezTo>
                    <a:pt x="2" y="81"/>
                    <a:pt x="2" y="81"/>
                    <a:pt x="2" y="81"/>
                  </a:cubicBezTo>
                  <a:cubicBezTo>
                    <a:pt x="0" y="86"/>
                    <a:pt x="3" y="90"/>
                    <a:pt x="7" y="90"/>
                  </a:cubicBezTo>
                  <a:cubicBezTo>
                    <a:pt x="26" y="94"/>
                    <a:pt x="26" y="94"/>
                    <a:pt x="26" y="94"/>
                  </a:cubicBezTo>
                  <a:cubicBezTo>
                    <a:pt x="24" y="52"/>
                    <a:pt x="47" y="9"/>
                    <a:pt x="47" y="9"/>
                  </a:cubicBezTo>
                  <a:close/>
                </a:path>
              </a:pathLst>
            </a:custGeom>
            <a:grpFill/>
            <a:ln>
              <a:noFill/>
            </a:ln>
          </p:spPr>
          <p:txBody>
            <a:bodyPr vert="horz" wrap="square" lIns="91440" tIns="45720" rIns="91440" bIns="45720" numCol="1" anchor="t" anchorCtr="0" compatLnSpc="1">
              <a:prstTxWarp prst="textNoShape">
                <a:avLst/>
              </a:prstTxWarp>
            </a:bodyPr>
            <a:lstStyle/>
            <a:p>
              <a:pPr defTabSz="1097236"/>
              <a:endParaRPr lang="en-US" sz="1920" dirty="0">
                <a:solidFill>
                  <a:srgbClr val="292929"/>
                </a:solidFill>
              </a:endParaRPr>
            </a:p>
          </p:txBody>
        </p:sp>
      </p:grpSp>
    </p:spTree>
    <p:extLst>
      <p:ext uri="{BB962C8B-B14F-4D97-AF65-F5344CB8AC3E}">
        <p14:creationId xmlns:p14="http://schemas.microsoft.com/office/powerpoint/2010/main" val="2709337023"/>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4_Demo, Video etc. &quot;special&quot; slides">
    <p:bg>
      <p:bgPr>
        <a:solidFill>
          <a:srgbClr val="FFBE00">
            <a:alpha val="99000"/>
          </a:srgb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267541" y="1737360"/>
            <a:ext cx="5047660" cy="1828193"/>
          </a:xfrm>
        </p:spPr>
        <p:txBody>
          <a:bodyPr anchor="ctr" anchorCtr="0">
            <a:noAutofit/>
          </a:bodyPr>
          <a:lstStyle>
            <a:lvl1pPr>
              <a:lnSpc>
                <a:spcPct val="90000"/>
              </a:lnSpc>
              <a:defRPr sz="5760" baseline="0">
                <a:solidFill>
                  <a:schemeClr val="bg1">
                    <a:alpha val="98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2267540" y="6756567"/>
            <a:ext cx="5047661" cy="553998"/>
          </a:xfrm>
        </p:spPr>
        <p:txBody>
          <a:bodyPr>
            <a:noAutofit/>
          </a:bodyPr>
          <a:lstStyle>
            <a:lvl1pPr marL="0" indent="0" algn="l" defTabSz="1097236" rtl="0" eaLnBrk="1" latinLnBrk="0" hangingPunct="1">
              <a:lnSpc>
                <a:spcPct val="90000"/>
              </a:lnSpc>
              <a:spcBef>
                <a:spcPts val="0"/>
              </a:spcBef>
              <a:buSzPct val="80000"/>
              <a:buFont typeface="Arial" pitchFamily="34" charset="0"/>
              <a:buNone/>
              <a:defRPr lang="en-US" sz="2880" kern="1200" dirty="0">
                <a:solidFill>
                  <a:schemeClr val="bg1">
                    <a:alpha val="99000"/>
                  </a:schemeClr>
                </a:solidFill>
                <a:latin typeface="+mn-lt"/>
                <a:ea typeface="+mn-ea"/>
                <a:cs typeface="+mn-cs"/>
              </a:defRPr>
            </a:lvl1pPr>
            <a:lvl2pPr marL="548618" indent="0" algn="ctr">
              <a:buNone/>
              <a:defRPr>
                <a:solidFill>
                  <a:schemeClr val="tx1">
                    <a:tint val="75000"/>
                  </a:schemeClr>
                </a:solidFill>
              </a:defRPr>
            </a:lvl2pPr>
            <a:lvl3pPr marL="1097236" indent="0" algn="ctr">
              <a:buNone/>
              <a:defRPr>
                <a:solidFill>
                  <a:schemeClr val="tx1">
                    <a:tint val="75000"/>
                  </a:schemeClr>
                </a:solidFill>
              </a:defRPr>
            </a:lvl3pPr>
            <a:lvl4pPr marL="1645854" indent="0" algn="ctr">
              <a:buNone/>
              <a:defRPr>
                <a:solidFill>
                  <a:schemeClr val="tx1">
                    <a:tint val="75000"/>
                  </a:schemeClr>
                </a:solidFill>
              </a:defRPr>
            </a:lvl4pPr>
            <a:lvl5pPr marL="2194472" indent="0" algn="ctr">
              <a:buNone/>
              <a:defRPr>
                <a:solidFill>
                  <a:schemeClr val="tx1">
                    <a:tint val="75000"/>
                  </a:schemeClr>
                </a:solidFill>
              </a:defRPr>
            </a:lvl5pPr>
            <a:lvl6pPr marL="2743091" indent="0" algn="ctr">
              <a:buNone/>
              <a:defRPr>
                <a:solidFill>
                  <a:schemeClr val="tx1">
                    <a:tint val="75000"/>
                  </a:schemeClr>
                </a:solidFill>
              </a:defRPr>
            </a:lvl6pPr>
            <a:lvl7pPr marL="3291708" indent="0" algn="ctr">
              <a:buNone/>
              <a:defRPr>
                <a:solidFill>
                  <a:schemeClr val="tx1">
                    <a:tint val="75000"/>
                  </a:schemeClr>
                </a:solidFill>
              </a:defRPr>
            </a:lvl7pPr>
            <a:lvl8pPr marL="3840326" indent="0" algn="ctr">
              <a:buNone/>
              <a:defRPr>
                <a:solidFill>
                  <a:schemeClr val="tx1">
                    <a:tint val="75000"/>
                  </a:schemeClr>
                </a:solidFill>
              </a:defRPr>
            </a:lvl8pPr>
            <a:lvl9pPr marL="4388945"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2267541" y="4992624"/>
            <a:ext cx="10649819" cy="1529446"/>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7920" b="0" i="0" u="none" strike="noStrike" kern="1200" cap="none" spc="-770" normalizeH="0" baseline="0" noProof="0" dirty="0" smtClean="0">
                <a:ln w="11430"/>
                <a:solidFill>
                  <a:srgbClr val="FFE497"/>
                </a:solidFill>
                <a:effectLst/>
                <a:uLnTx/>
                <a:uFillTx/>
                <a:latin typeface="Segoe UI Light" pitchFamily="34" charset="0"/>
                <a:ea typeface="+mn-ea"/>
                <a:cs typeface="+mn-cs"/>
              </a:defRPr>
            </a:lvl1pPr>
          </a:lstStyle>
          <a:p>
            <a:pPr lvl="0"/>
            <a:r>
              <a:rPr lang="en-US" dirty="0"/>
              <a:t>click to…</a:t>
            </a:r>
          </a:p>
        </p:txBody>
      </p:sp>
      <p:sp>
        <p:nvSpPr>
          <p:cNvPr id="25" name="Freeform 64"/>
          <p:cNvSpPr>
            <a:spLocks noEditPoints="1"/>
          </p:cNvSpPr>
          <p:nvPr userDrawn="1"/>
        </p:nvSpPr>
        <p:spPr bwMode="black">
          <a:xfrm>
            <a:off x="9510808" y="2319125"/>
            <a:ext cx="3616940" cy="2777090"/>
          </a:xfrm>
          <a:custGeom>
            <a:avLst/>
            <a:gdLst>
              <a:gd name="T0" fmla="*/ 12 w 221"/>
              <a:gd name="T1" fmla="*/ 104 h 170"/>
              <a:gd name="T2" fmla="*/ 6 w 221"/>
              <a:gd name="T3" fmla="*/ 103 h 170"/>
              <a:gd name="T4" fmla="*/ 2 w 221"/>
              <a:gd name="T5" fmla="*/ 108 h 170"/>
              <a:gd name="T6" fmla="*/ 10 w 221"/>
              <a:gd name="T7" fmla="*/ 141 h 170"/>
              <a:gd name="T8" fmla="*/ 16 w 221"/>
              <a:gd name="T9" fmla="*/ 143 h 170"/>
              <a:gd name="T10" fmla="*/ 21 w 221"/>
              <a:gd name="T11" fmla="*/ 139 h 170"/>
              <a:gd name="T12" fmla="*/ 12 w 221"/>
              <a:gd name="T13" fmla="*/ 104 h 170"/>
              <a:gd name="T14" fmla="*/ 185 w 221"/>
              <a:gd name="T15" fmla="*/ 8 h 170"/>
              <a:gd name="T16" fmla="*/ 219 w 221"/>
              <a:gd name="T17" fmla="*/ 136 h 170"/>
              <a:gd name="T18" fmla="*/ 209 w 221"/>
              <a:gd name="T19" fmla="*/ 139 h 170"/>
              <a:gd name="T20" fmla="*/ 175 w 221"/>
              <a:gd name="T21" fmla="*/ 10 h 170"/>
              <a:gd name="T22" fmla="*/ 185 w 221"/>
              <a:gd name="T23" fmla="*/ 8 h 170"/>
              <a:gd name="T24" fmla="*/ 104 w 221"/>
              <a:gd name="T25" fmla="*/ 170 h 170"/>
              <a:gd name="T26" fmla="*/ 85 w 221"/>
              <a:gd name="T27" fmla="*/ 170 h 170"/>
              <a:gd name="T28" fmla="*/ 63 w 221"/>
              <a:gd name="T29" fmla="*/ 143 h 170"/>
              <a:gd name="T30" fmla="*/ 73 w 221"/>
              <a:gd name="T31" fmla="*/ 143 h 170"/>
              <a:gd name="T32" fmla="*/ 85 w 221"/>
              <a:gd name="T33" fmla="*/ 157 h 170"/>
              <a:gd name="T34" fmla="*/ 104 w 221"/>
              <a:gd name="T35" fmla="*/ 157 h 170"/>
              <a:gd name="T36" fmla="*/ 116 w 221"/>
              <a:gd name="T37" fmla="*/ 143 h 170"/>
              <a:gd name="T38" fmla="*/ 128 w 221"/>
              <a:gd name="T39" fmla="*/ 143 h 170"/>
              <a:gd name="T40" fmla="*/ 104 w 221"/>
              <a:gd name="T41" fmla="*/ 170 h 170"/>
              <a:gd name="T42" fmla="*/ 18 w 221"/>
              <a:gd name="T43" fmla="*/ 102 h 170"/>
              <a:gd name="T44" fmla="*/ 168 w 221"/>
              <a:gd name="T45" fmla="*/ 16 h 170"/>
              <a:gd name="T46" fmla="*/ 172 w 221"/>
              <a:gd name="T47" fmla="*/ 30 h 170"/>
              <a:gd name="T48" fmla="*/ 20 w 221"/>
              <a:gd name="T49" fmla="*/ 109 h 170"/>
              <a:gd name="T50" fmla="*/ 18 w 221"/>
              <a:gd name="T51" fmla="*/ 102 h 170"/>
              <a:gd name="T52" fmla="*/ 185 w 221"/>
              <a:gd name="T53" fmla="*/ 79 h 170"/>
              <a:gd name="T54" fmla="*/ 201 w 221"/>
              <a:gd name="T55" fmla="*/ 137 h 170"/>
              <a:gd name="T56" fmla="*/ 28 w 221"/>
              <a:gd name="T57" fmla="*/ 138 h 170"/>
              <a:gd name="T58" fmla="*/ 24 w 221"/>
              <a:gd name="T59" fmla="*/ 122 h 170"/>
              <a:gd name="T60" fmla="*/ 185 w 221"/>
              <a:gd name="T61" fmla="*/ 7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1" h="170">
                <a:moveTo>
                  <a:pt x="12" y="104"/>
                </a:moveTo>
                <a:cubicBezTo>
                  <a:pt x="6" y="103"/>
                  <a:pt x="6" y="103"/>
                  <a:pt x="6" y="103"/>
                </a:cubicBezTo>
                <a:cubicBezTo>
                  <a:pt x="3" y="103"/>
                  <a:pt x="0" y="104"/>
                  <a:pt x="2" y="108"/>
                </a:cubicBezTo>
                <a:cubicBezTo>
                  <a:pt x="10" y="141"/>
                  <a:pt x="10" y="141"/>
                  <a:pt x="10" y="141"/>
                </a:cubicBezTo>
                <a:cubicBezTo>
                  <a:pt x="12" y="145"/>
                  <a:pt x="14" y="144"/>
                  <a:pt x="16" y="143"/>
                </a:cubicBezTo>
                <a:cubicBezTo>
                  <a:pt x="21" y="139"/>
                  <a:pt x="21" y="139"/>
                  <a:pt x="21" y="139"/>
                </a:cubicBezTo>
                <a:cubicBezTo>
                  <a:pt x="12" y="104"/>
                  <a:pt x="12" y="104"/>
                  <a:pt x="12" y="104"/>
                </a:cubicBezTo>
                <a:close/>
                <a:moveTo>
                  <a:pt x="185" y="8"/>
                </a:moveTo>
                <a:cubicBezTo>
                  <a:pt x="219" y="136"/>
                  <a:pt x="219" y="136"/>
                  <a:pt x="219" y="136"/>
                </a:cubicBezTo>
                <a:cubicBezTo>
                  <a:pt x="221" y="143"/>
                  <a:pt x="211" y="146"/>
                  <a:pt x="209" y="139"/>
                </a:cubicBezTo>
                <a:cubicBezTo>
                  <a:pt x="175" y="10"/>
                  <a:pt x="175" y="10"/>
                  <a:pt x="175" y="10"/>
                </a:cubicBezTo>
                <a:cubicBezTo>
                  <a:pt x="173" y="3"/>
                  <a:pt x="183" y="0"/>
                  <a:pt x="185" y="8"/>
                </a:cubicBezTo>
                <a:close/>
                <a:moveTo>
                  <a:pt x="104" y="170"/>
                </a:moveTo>
                <a:cubicBezTo>
                  <a:pt x="85" y="170"/>
                  <a:pt x="85" y="170"/>
                  <a:pt x="85" y="170"/>
                </a:cubicBezTo>
                <a:cubicBezTo>
                  <a:pt x="69" y="170"/>
                  <a:pt x="62" y="156"/>
                  <a:pt x="63" y="143"/>
                </a:cubicBezTo>
                <a:cubicBezTo>
                  <a:pt x="73" y="143"/>
                  <a:pt x="73" y="143"/>
                  <a:pt x="73" y="143"/>
                </a:cubicBezTo>
                <a:cubicBezTo>
                  <a:pt x="73" y="150"/>
                  <a:pt x="77" y="157"/>
                  <a:pt x="85" y="157"/>
                </a:cubicBezTo>
                <a:cubicBezTo>
                  <a:pt x="104" y="157"/>
                  <a:pt x="104" y="157"/>
                  <a:pt x="104" y="157"/>
                </a:cubicBezTo>
                <a:cubicBezTo>
                  <a:pt x="112" y="157"/>
                  <a:pt x="116" y="150"/>
                  <a:pt x="116" y="143"/>
                </a:cubicBezTo>
                <a:cubicBezTo>
                  <a:pt x="128" y="143"/>
                  <a:pt x="128" y="143"/>
                  <a:pt x="128" y="143"/>
                </a:cubicBezTo>
                <a:cubicBezTo>
                  <a:pt x="128" y="156"/>
                  <a:pt x="120" y="170"/>
                  <a:pt x="104" y="170"/>
                </a:cubicBezTo>
                <a:close/>
                <a:moveTo>
                  <a:pt x="18" y="102"/>
                </a:moveTo>
                <a:cubicBezTo>
                  <a:pt x="168" y="16"/>
                  <a:pt x="168" y="16"/>
                  <a:pt x="168" y="16"/>
                </a:cubicBezTo>
                <a:cubicBezTo>
                  <a:pt x="172" y="30"/>
                  <a:pt x="172" y="30"/>
                  <a:pt x="172" y="30"/>
                </a:cubicBezTo>
                <a:cubicBezTo>
                  <a:pt x="20" y="109"/>
                  <a:pt x="20" y="109"/>
                  <a:pt x="20" y="109"/>
                </a:cubicBezTo>
                <a:cubicBezTo>
                  <a:pt x="18" y="102"/>
                  <a:pt x="18" y="102"/>
                  <a:pt x="18" y="102"/>
                </a:cubicBezTo>
                <a:close/>
                <a:moveTo>
                  <a:pt x="185" y="79"/>
                </a:moveTo>
                <a:cubicBezTo>
                  <a:pt x="201" y="137"/>
                  <a:pt x="201" y="137"/>
                  <a:pt x="201" y="137"/>
                </a:cubicBezTo>
                <a:cubicBezTo>
                  <a:pt x="28" y="138"/>
                  <a:pt x="28" y="138"/>
                  <a:pt x="28" y="138"/>
                </a:cubicBezTo>
                <a:cubicBezTo>
                  <a:pt x="24" y="122"/>
                  <a:pt x="24" y="122"/>
                  <a:pt x="24" y="122"/>
                </a:cubicBezTo>
                <a:cubicBezTo>
                  <a:pt x="185" y="79"/>
                  <a:pt x="185" y="79"/>
                  <a:pt x="185" y="79"/>
                </a:cubicBezTo>
                <a:close/>
              </a:path>
            </a:pathLst>
          </a:custGeom>
          <a:solidFill>
            <a:srgbClr val="FFFFFF"/>
          </a:solidFill>
          <a:ln>
            <a:noFill/>
          </a:ln>
        </p:spPr>
        <p:txBody>
          <a:bodyPr vert="horz" wrap="square" lIns="98766" tIns="49384" rIns="98766" bIns="49384" numCol="1" anchor="t" anchorCtr="0" compatLnSpc="1">
            <a:prstTxWarp prst="textNoShape">
              <a:avLst/>
            </a:prstTxWarp>
          </a:bodyPr>
          <a:lstStyle/>
          <a:p>
            <a:pPr defTabSz="1097236"/>
            <a:endParaRPr lang="en-US" sz="1920" dirty="0">
              <a:solidFill>
                <a:srgbClr val="292929"/>
              </a:solidFill>
            </a:endParaRPr>
          </a:p>
        </p:txBody>
      </p:sp>
    </p:spTree>
    <p:extLst>
      <p:ext uri="{BB962C8B-B14F-4D97-AF65-F5344CB8AC3E}">
        <p14:creationId xmlns:p14="http://schemas.microsoft.com/office/powerpoint/2010/main" val="902302213"/>
      </p:ext>
    </p:extLst>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5_Demo, Video etc. &quot;special&quot; slides">
    <p:bg>
      <p:bgPr>
        <a:solidFill>
          <a:schemeClr val="accent3">
            <a:alpha val="99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267541" y="1737360"/>
            <a:ext cx="5047660" cy="1828193"/>
          </a:xfrm>
        </p:spPr>
        <p:txBody>
          <a:bodyPr anchor="ctr" anchorCtr="0">
            <a:noAutofit/>
          </a:bodyPr>
          <a:lstStyle>
            <a:lvl1pPr>
              <a:lnSpc>
                <a:spcPct val="90000"/>
              </a:lnSpc>
              <a:defRPr sz="5760" baseline="0">
                <a:solidFill>
                  <a:schemeClr val="bg1">
                    <a:alpha val="98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2267540" y="6756567"/>
            <a:ext cx="5047661" cy="553998"/>
          </a:xfrm>
        </p:spPr>
        <p:txBody>
          <a:bodyPr>
            <a:noAutofit/>
          </a:bodyPr>
          <a:lstStyle>
            <a:lvl1pPr marL="0" indent="0" algn="l" defTabSz="1097236" rtl="0" eaLnBrk="1" latinLnBrk="0" hangingPunct="1">
              <a:lnSpc>
                <a:spcPct val="90000"/>
              </a:lnSpc>
              <a:spcBef>
                <a:spcPts val="0"/>
              </a:spcBef>
              <a:buSzPct val="80000"/>
              <a:buFont typeface="Arial" pitchFamily="34" charset="0"/>
              <a:buNone/>
              <a:defRPr lang="en-US" sz="2880" kern="1200" dirty="0">
                <a:solidFill>
                  <a:schemeClr val="bg1">
                    <a:alpha val="99000"/>
                  </a:schemeClr>
                </a:solidFill>
                <a:latin typeface="+mn-lt"/>
                <a:ea typeface="+mn-ea"/>
                <a:cs typeface="+mn-cs"/>
              </a:defRPr>
            </a:lvl1pPr>
            <a:lvl2pPr marL="548618" indent="0" algn="ctr">
              <a:buNone/>
              <a:defRPr>
                <a:solidFill>
                  <a:schemeClr val="tx1">
                    <a:tint val="75000"/>
                  </a:schemeClr>
                </a:solidFill>
              </a:defRPr>
            </a:lvl2pPr>
            <a:lvl3pPr marL="1097236" indent="0" algn="ctr">
              <a:buNone/>
              <a:defRPr>
                <a:solidFill>
                  <a:schemeClr val="tx1">
                    <a:tint val="75000"/>
                  </a:schemeClr>
                </a:solidFill>
              </a:defRPr>
            </a:lvl3pPr>
            <a:lvl4pPr marL="1645854" indent="0" algn="ctr">
              <a:buNone/>
              <a:defRPr>
                <a:solidFill>
                  <a:schemeClr val="tx1">
                    <a:tint val="75000"/>
                  </a:schemeClr>
                </a:solidFill>
              </a:defRPr>
            </a:lvl4pPr>
            <a:lvl5pPr marL="2194472" indent="0" algn="ctr">
              <a:buNone/>
              <a:defRPr>
                <a:solidFill>
                  <a:schemeClr val="tx1">
                    <a:tint val="75000"/>
                  </a:schemeClr>
                </a:solidFill>
              </a:defRPr>
            </a:lvl5pPr>
            <a:lvl6pPr marL="2743091" indent="0" algn="ctr">
              <a:buNone/>
              <a:defRPr>
                <a:solidFill>
                  <a:schemeClr val="tx1">
                    <a:tint val="75000"/>
                  </a:schemeClr>
                </a:solidFill>
              </a:defRPr>
            </a:lvl6pPr>
            <a:lvl7pPr marL="3291708" indent="0" algn="ctr">
              <a:buNone/>
              <a:defRPr>
                <a:solidFill>
                  <a:schemeClr val="tx1">
                    <a:tint val="75000"/>
                  </a:schemeClr>
                </a:solidFill>
              </a:defRPr>
            </a:lvl7pPr>
            <a:lvl8pPr marL="3840326" indent="0" algn="ctr">
              <a:buNone/>
              <a:defRPr>
                <a:solidFill>
                  <a:schemeClr val="tx1">
                    <a:tint val="75000"/>
                  </a:schemeClr>
                </a:solidFill>
              </a:defRPr>
            </a:lvl8pPr>
            <a:lvl9pPr marL="4388945"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2267541" y="4992624"/>
            <a:ext cx="10649819" cy="1529446"/>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7920" b="0" i="0" u="none" strike="noStrike" kern="1200" cap="none" spc="-770" normalizeH="0" baseline="0" noProof="0" dirty="0" smtClean="0">
                <a:ln w="11430"/>
                <a:solidFill>
                  <a:schemeClr val="accent3">
                    <a:lumMod val="40000"/>
                    <a:lumOff val="60000"/>
                    <a:alpha val="99000"/>
                  </a:schemeClr>
                </a:solidFill>
                <a:effectLst/>
                <a:uLnTx/>
                <a:uFillTx/>
                <a:latin typeface="Segoe UI Light" pitchFamily="34" charset="0"/>
                <a:ea typeface="+mn-ea"/>
                <a:cs typeface="+mn-cs"/>
              </a:defRPr>
            </a:lvl1pPr>
          </a:lstStyle>
          <a:p>
            <a:pPr lvl="0"/>
            <a:r>
              <a:rPr lang="en-US" dirty="0"/>
              <a:t>click to…</a:t>
            </a:r>
          </a:p>
        </p:txBody>
      </p:sp>
      <p:grpSp>
        <p:nvGrpSpPr>
          <p:cNvPr id="9" name="Group 8"/>
          <p:cNvGrpSpPr/>
          <p:nvPr userDrawn="1"/>
        </p:nvGrpSpPr>
        <p:grpSpPr>
          <a:xfrm>
            <a:off x="10662086" y="2286000"/>
            <a:ext cx="1533515" cy="3894442"/>
            <a:chOff x="7558088" y="1685925"/>
            <a:chExt cx="1322387" cy="3359150"/>
          </a:xfrm>
          <a:solidFill>
            <a:schemeClr val="bg1"/>
          </a:solidFill>
        </p:grpSpPr>
        <p:sp>
          <p:nvSpPr>
            <p:cNvPr id="12" name="Oval 6"/>
            <p:cNvSpPr>
              <a:spLocks noChangeArrowheads="1"/>
            </p:cNvSpPr>
            <p:nvPr userDrawn="1"/>
          </p:nvSpPr>
          <p:spPr bwMode="auto">
            <a:xfrm>
              <a:off x="7943850" y="1685925"/>
              <a:ext cx="547687" cy="5588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236"/>
              <a:endParaRPr lang="en-US" sz="2160" dirty="0">
                <a:solidFill>
                  <a:srgbClr val="292929"/>
                </a:solidFill>
              </a:endParaRPr>
            </a:p>
          </p:txBody>
        </p:sp>
        <p:sp>
          <p:nvSpPr>
            <p:cNvPr id="13" name="Freeform 12"/>
            <p:cNvSpPr>
              <a:spLocks/>
            </p:cNvSpPr>
            <p:nvPr userDrawn="1"/>
          </p:nvSpPr>
          <p:spPr bwMode="auto">
            <a:xfrm>
              <a:off x="7558088" y="2308225"/>
              <a:ext cx="1322387" cy="2736850"/>
            </a:xfrm>
            <a:custGeom>
              <a:avLst/>
              <a:gdLst>
                <a:gd name="T0" fmla="*/ 327 w 353"/>
                <a:gd name="T1" fmla="*/ 30 h 730"/>
                <a:gd name="T2" fmla="*/ 327 w 353"/>
                <a:gd name="T3" fmla="*/ 30 h 730"/>
                <a:gd name="T4" fmla="*/ 323 w 353"/>
                <a:gd name="T5" fmla="*/ 26 h 730"/>
                <a:gd name="T6" fmla="*/ 321 w 353"/>
                <a:gd name="T7" fmla="*/ 24 h 730"/>
                <a:gd name="T8" fmla="*/ 320 w 353"/>
                <a:gd name="T9" fmla="*/ 23 h 730"/>
                <a:gd name="T10" fmla="*/ 287 w 353"/>
                <a:gd name="T11" fmla="*/ 5 h 730"/>
                <a:gd name="T12" fmla="*/ 287 w 353"/>
                <a:gd name="T13" fmla="*/ 5 h 730"/>
                <a:gd name="T14" fmla="*/ 283 w 353"/>
                <a:gd name="T15" fmla="*/ 4 h 730"/>
                <a:gd name="T16" fmla="*/ 282 w 353"/>
                <a:gd name="T17" fmla="*/ 4 h 730"/>
                <a:gd name="T18" fmla="*/ 280 w 353"/>
                <a:gd name="T19" fmla="*/ 3 h 730"/>
                <a:gd name="T20" fmla="*/ 277 w 353"/>
                <a:gd name="T21" fmla="*/ 2 h 730"/>
                <a:gd name="T22" fmla="*/ 276 w 353"/>
                <a:gd name="T23" fmla="*/ 2 h 730"/>
                <a:gd name="T24" fmla="*/ 272 w 353"/>
                <a:gd name="T25" fmla="*/ 2 h 730"/>
                <a:gd name="T26" fmla="*/ 272 w 353"/>
                <a:gd name="T27" fmla="*/ 1 h 730"/>
                <a:gd name="T28" fmla="*/ 267 w 353"/>
                <a:gd name="T29" fmla="*/ 1 h 730"/>
                <a:gd name="T30" fmla="*/ 267 w 353"/>
                <a:gd name="T31" fmla="*/ 1 h 730"/>
                <a:gd name="T32" fmla="*/ 263 w 353"/>
                <a:gd name="T33" fmla="*/ 1 h 730"/>
                <a:gd name="T34" fmla="*/ 262 w 353"/>
                <a:gd name="T35" fmla="*/ 1 h 730"/>
                <a:gd name="T36" fmla="*/ 258 w 353"/>
                <a:gd name="T37" fmla="*/ 0 h 730"/>
                <a:gd name="T38" fmla="*/ 258 w 353"/>
                <a:gd name="T39" fmla="*/ 0 h 730"/>
                <a:gd name="T40" fmla="*/ 96 w 353"/>
                <a:gd name="T41" fmla="*/ 0 h 730"/>
                <a:gd name="T42" fmla="*/ 95 w 353"/>
                <a:gd name="T43" fmla="*/ 0 h 730"/>
                <a:gd name="T44" fmla="*/ 95 w 353"/>
                <a:gd name="T45" fmla="*/ 0 h 730"/>
                <a:gd name="T46" fmla="*/ 0 w 353"/>
                <a:gd name="T47" fmla="*/ 95 h 730"/>
                <a:gd name="T48" fmla="*/ 0 w 353"/>
                <a:gd name="T49" fmla="*/ 323 h 730"/>
                <a:gd name="T50" fmla="*/ 32 w 353"/>
                <a:gd name="T51" fmla="*/ 356 h 730"/>
                <a:gd name="T52" fmla="*/ 64 w 353"/>
                <a:gd name="T53" fmla="*/ 323 h 730"/>
                <a:gd name="T54" fmla="*/ 64 w 353"/>
                <a:gd name="T55" fmla="*/ 117 h 730"/>
                <a:gd name="T56" fmla="*/ 81 w 353"/>
                <a:gd name="T57" fmla="*/ 117 h 730"/>
                <a:gd name="T58" fmla="*/ 81 w 353"/>
                <a:gd name="T59" fmla="*/ 687 h 730"/>
                <a:gd name="T60" fmla="*/ 125 w 353"/>
                <a:gd name="T61" fmla="*/ 730 h 730"/>
                <a:gd name="T62" fmla="*/ 168 w 353"/>
                <a:gd name="T63" fmla="*/ 687 h 730"/>
                <a:gd name="T64" fmla="*/ 168 w 353"/>
                <a:gd name="T65" fmla="*/ 358 h 730"/>
                <a:gd name="T66" fmla="*/ 185 w 353"/>
                <a:gd name="T67" fmla="*/ 358 h 730"/>
                <a:gd name="T68" fmla="*/ 185 w 353"/>
                <a:gd name="T69" fmla="*/ 687 h 730"/>
                <a:gd name="T70" fmla="*/ 228 w 353"/>
                <a:gd name="T71" fmla="*/ 730 h 730"/>
                <a:gd name="T72" fmla="*/ 272 w 353"/>
                <a:gd name="T73" fmla="*/ 687 h 730"/>
                <a:gd name="T74" fmla="*/ 272 w 353"/>
                <a:gd name="T75" fmla="*/ 683 h 730"/>
                <a:gd name="T76" fmla="*/ 272 w 353"/>
                <a:gd name="T77" fmla="*/ 687 h 730"/>
                <a:gd name="T78" fmla="*/ 272 w 353"/>
                <a:gd name="T79" fmla="*/ 117 h 730"/>
                <a:gd name="T80" fmla="*/ 289 w 353"/>
                <a:gd name="T81" fmla="*/ 117 h 730"/>
                <a:gd name="T82" fmla="*/ 289 w 353"/>
                <a:gd name="T83" fmla="*/ 315 h 730"/>
                <a:gd name="T84" fmla="*/ 289 w 353"/>
                <a:gd name="T85" fmla="*/ 314 h 730"/>
                <a:gd name="T86" fmla="*/ 289 w 353"/>
                <a:gd name="T87" fmla="*/ 323 h 730"/>
                <a:gd name="T88" fmla="*/ 294 w 353"/>
                <a:gd name="T89" fmla="*/ 342 h 730"/>
                <a:gd name="T90" fmla="*/ 321 w 353"/>
                <a:gd name="T91" fmla="*/ 356 h 730"/>
                <a:gd name="T92" fmla="*/ 353 w 353"/>
                <a:gd name="T93" fmla="*/ 325 h 730"/>
                <a:gd name="T94" fmla="*/ 353 w 353"/>
                <a:gd name="T95" fmla="*/ 323 h 730"/>
                <a:gd name="T96" fmla="*/ 353 w 353"/>
                <a:gd name="T97" fmla="*/ 323 h 730"/>
                <a:gd name="T98" fmla="*/ 353 w 353"/>
                <a:gd name="T99" fmla="*/ 298 h 730"/>
                <a:gd name="T100" fmla="*/ 353 w 353"/>
                <a:gd name="T101" fmla="*/ 95 h 730"/>
                <a:gd name="T102" fmla="*/ 327 w 353"/>
                <a:gd name="T103" fmla="*/ 30 h 7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53" h="730">
                  <a:moveTo>
                    <a:pt x="327" y="30"/>
                  </a:moveTo>
                  <a:cubicBezTo>
                    <a:pt x="327" y="30"/>
                    <a:pt x="327" y="30"/>
                    <a:pt x="327" y="30"/>
                  </a:cubicBezTo>
                  <a:cubicBezTo>
                    <a:pt x="326" y="29"/>
                    <a:pt x="324" y="27"/>
                    <a:pt x="323" y="26"/>
                  </a:cubicBezTo>
                  <a:cubicBezTo>
                    <a:pt x="322" y="25"/>
                    <a:pt x="321" y="25"/>
                    <a:pt x="321" y="24"/>
                  </a:cubicBezTo>
                  <a:cubicBezTo>
                    <a:pt x="320" y="24"/>
                    <a:pt x="320" y="24"/>
                    <a:pt x="320" y="23"/>
                  </a:cubicBezTo>
                  <a:cubicBezTo>
                    <a:pt x="310" y="15"/>
                    <a:pt x="299" y="9"/>
                    <a:pt x="287" y="5"/>
                  </a:cubicBezTo>
                  <a:cubicBezTo>
                    <a:pt x="287" y="5"/>
                    <a:pt x="287" y="5"/>
                    <a:pt x="287" y="5"/>
                  </a:cubicBezTo>
                  <a:cubicBezTo>
                    <a:pt x="286" y="5"/>
                    <a:pt x="285" y="4"/>
                    <a:pt x="283" y="4"/>
                  </a:cubicBezTo>
                  <a:cubicBezTo>
                    <a:pt x="283" y="4"/>
                    <a:pt x="283" y="4"/>
                    <a:pt x="282" y="4"/>
                  </a:cubicBezTo>
                  <a:cubicBezTo>
                    <a:pt x="281" y="3"/>
                    <a:pt x="280" y="3"/>
                    <a:pt x="280" y="3"/>
                  </a:cubicBezTo>
                  <a:cubicBezTo>
                    <a:pt x="279" y="3"/>
                    <a:pt x="278" y="3"/>
                    <a:pt x="277" y="2"/>
                  </a:cubicBezTo>
                  <a:cubicBezTo>
                    <a:pt x="277" y="2"/>
                    <a:pt x="276" y="2"/>
                    <a:pt x="276" y="2"/>
                  </a:cubicBezTo>
                  <a:cubicBezTo>
                    <a:pt x="274" y="2"/>
                    <a:pt x="273" y="2"/>
                    <a:pt x="272" y="2"/>
                  </a:cubicBezTo>
                  <a:cubicBezTo>
                    <a:pt x="272" y="2"/>
                    <a:pt x="272" y="2"/>
                    <a:pt x="272" y="1"/>
                  </a:cubicBezTo>
                  <a:cubicBezTo>
                    <a:pt x="270" y="1"/>
                    <a:pt x="269" y="1"/>
                    <a:pt x="267" y="1"/>
                  </a:cubicBezTo>
                  <a:cubicBezTo>
                    <a:pt x="267" y="1"/>
                    <a:pt x="267" y="1"/>
                    <a:pt x="267" y="1"/>
                  </a:cubicBezTo>
                  <a:cubicBezTo>
                    <a:pt x="266" y="1"/>
                    <a:pt x="264" y="1"/>
                    <a:pt x="263" y="1"/>
                  </a:cubicBezTo>
                  <a:cubicBezTo>
                    <a:pt x="262" y="1"/>
                    <a:pt x="262" y="1"/>
                    <a:pt x="262" y="1"/>
                  </a:cubicBezTo>
                  <a:cubicBezTo>
                    <a:pt x="261" y="1"/>
                    <a:pt x="259" y="0"/>
                    <a:pt x="258" y="0"/>
                  </a:cubicBezTo>
                  <a:cubicBezTo>
                    <a:pt x="258" y="0"/>
                    <a:pt x="258" y="0"/>
                    <a:pt x="258" y="0"/>
                  </a:cubicBezTo>
                  <a:cubicBezTo>
                    <a:pt x="96" y="0"/>
                    <a:pt x="96" y="0"/>
                    <a:pt x="96" y="0"/>
                  </a:cubicBezTo>
                  <a:cubicBezTo>
                    <a:pt x="95" y="0"/>
                    <a:pt x="95" y="0"/>
                    <a:pt x="95" y="0"/>
                  </a:cubicBezTo>
                  <a:cubicBezTo>
                    <a:pt x="95" y="0"/>
                    <a:pt x="95" y="0"/>
                    <a:pt x="95" y="0"/>
                  </a:cubicBezTo>
                  <a:cubicBezTo>
                    <a:pt x="43" y="1"/>
                    <a:pt x="0" y="43"/>
                    <a:pt x="0" y="95"/>
                  </a:cubicBezTo>
                  <a:cubicBezTo>
                    <a:pt x="0" y="323"/>
                    <a:pt x="0" y="323"/>
                    <a:pt x="0" y="323"/>
                  </a:cubicBezTo>
                  <a:cubicBezTo>
                    <a:pt x="0" y="341"/>
                    <a:pt x="15" y="356"/>
                    <a:pt x="32" y="356"/>
                  </a:cubicBezTo>
                  <a:cubicBezTo>
                    <a:pt x="50" y="356"/>
                    <a:pt x="64" y="341"/>
                    <a:pt x="64" y="323"/>
                  </a:cubicBezTo>
                  <a:cubicBezTo>
                    <a:pt x="64" y="117"/>
                    <a:pt x="64" y="117"/>
                    <a:pt x="64" y="117"/>
                  </a:cubicBezTo>
                  <a:cubicBezTo>
                    <a:pt x="81" y="117"/>
                    <a:pt x="81" y="117"/>
                    <a:pt x="81" y="117"/>
                  </a:cubicBezTo>
                  <a:cubicBezTo>
                    <a:pt x="81" y="687"/>
                    <a:pt x="81" y="687"/>
                    <a:pt x="81" y="687"/>
                  </a:cubicBezTo>
                  <a:cubicBezTo>
                    <a:pt x="81" y="711"/>
                    <a:pt x="101" y="730"/>
                    <a:pt x="125" y="730"/>
                  </a:cubicBezTo>
                  <a:cubicBezTo>
                    <a:pt x="148" y="730"/>
                    <a:pt x="168" y="711"/>
                    <a:pt x="168" y="687"/>
                  </a:cubicBezTo>
                  <a:cubicBezTo>
                    <a:pt x="168" y="358"/>
                    <a:pt x="168" y="358"/>
                    <a:pt x="168" y="358"/>
                  </a:cubicBezTo>
                  <a:cubicBezTo>
                    <a:pt x="185" y="358"/>
                    <a:pt x="185" y="358"/>
                    <a:pt x="185" y="358"/>
                  </a:cubicBezTo>
                  <a:cubicBezTo>
                    <a:pt x="185" y="687"/>
                    <a:pt x="185" y="687"/>
                    <a:pt x="185" y="687"/>
                  </a:cubicBezTo>
                  <a:cubicBezTo>
                    <a:pt x="185" y="711"/>
                    <a:pt x="204" y="730"/>
                    <a:pt x="228" y="730"/>
                  </a:cubicBezTo>
                  <a:cubicBezTo>
                    <a:pt x="252" y="730"/>
                    <a:pt x="272" y="711"/>
                    <a:pt x="272" y="687"/>
                  </a:cubicBezTo>
                  <a:cubicBezTo>
                    <a:pt x="272" y="686"/>
                    <a:pt x="272" y="685"/>
                    <a:pt x="272" y="683"/>
                  </a:cubicBezTo>
                  <a:cubicBezTo>
                    <a:pt x="272" y="687"/>
                    <a:pt x="272" y="687"/>
                    <a:pt x="272" y="687"/>
                  </a:cubicBezTo>
                  <a:cubicBezTo>
                    <a:pt x="272" y="687"/>
                    <a:pt x="272" y="687"/>
                    <a:pt x="272" y="117"/>
                  </a:cubicBezTo>
                  <a:cubicBezTo>
                    <a:pt x="272" y="117"/>
                    <a:pt x="272" y="117"/>
                    <a:pt x="289" y="117"/>
                  </a:cubicBezTo>
                  <a:cubicBezTo>
                    <a:pt x="289" y="117"/>
                    <a:pt x="289" y="117"/>
                    <a:pt x="289" y="315"/>
                  </a:cubicBezTo>
                  <a:cubicBezTo>
                    <a:pt x="289" y="314"/>
                    <a:pt x="289" y="314"/>
                    <a:pt x="289" y="314"/>
                  </a:cubicBezTo>
                  <a:cubicBezTo>
                    <a:pt x="289" y="323"/>
                    <a:pt x="289" y="323"/>
                    <a:pt x="289" y="323"/>
                  </a:cubicBezTo>
                  <a:cubicBezTo>
                    <a:pt x="289" y="330"/>
                    <a:pt x="291" y="337"/>
                    <a:pt x="294" y="342"/>
                  </a:cubicBezTo>
                  <a:cubicBezTo>
                    <a:pt x="300" y="350"/>
                    <a:pt x="310" y="356"/>
                    <a:pt x="321" y="356"/>
                  </a:cubicBezTo>
                  <a:cubicBezTo>
                    <a:pt x="338" y="356"/>
                    <a:pt x="352" y="342"/>
                    <a:pt x="353" y="325"/>
                  </a:cubicBezTo>
                  <a:cubicBezTo>
                    <a:pt x="353" y="324"/>
                    <a:pt x="353" y="324"/>
                    <a:pt x="353" y="323"/>
                  </a:cubicBezTo>
                  <a:cubicBezTo>
                    <a:pt x="353" y="323"/>
                    <a:pt x="353" y="323"/>
                    <a:pt x="353" y="323"/>
                  </a:cubicBezTo>
                  <a:cubicBezTo>
                    <a:pt x="353" y="298"/>
                    <a:pt x="353" y="298"/>
                    <a:pt x="353" y="298"/>
                  </a:cubicBezTo>
                  <a:cubicBezTo>
                    <a:pt x="353" y="270"/>
                    <a:pt x="353" y="213"/>
                    <a:pt x="353" y="95"/>
                  </a:cubicBezTo>
                  <a:cubicBezTo>
                    <a:pt x="353" y="70"/>
                    <a:pt x="343" y="47"/>
                    <a:pt x="327"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236"/>
              <a:endParaRPr lang="en-US" sz="2160" dirty="0">
                <a:solidFill>
                  <a:srgbClr val="292929"/>
                </a:solidFill>
              </a:endParaRPr>
            </a:p>
          </p:txBody>
        </p:sp>
      </p:grpSp>
    </p:spTree>
    <p:extLst>
      <p:ext uri="{BB962C8B-B14F-4D97-AF65-F5344CB8AC3E}">
        <p14:creationId xmlns:p14="http://schemas.microsoft.com/office/powerpoint/2010/main" val="4202784423"/>
      </p:ext>
    </p:extLst>
  </p:cSld>
  <p:clrMapOvr>
    <a:masterClrMapping/>
  </p:clrMapOvr>
  <p:transition>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type="blank" preserve="1">
  <p:cSld name="Brand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2"/>
          <p:cNvPicPr>
            <a:picLocks noChangeAspect="1" noChangeArrowheads="1"/>
          </p:cNvPicPr>
          <p:nvPr userDrawn="1"/>
        </p:nvPicPr>
        <p:blipFill>
          <a:blip r:embed="rId3">
            <a:extLst>
              <a:ext uri="{28A0092B-C50C-407E-A947-70E740481C1C}">
                <a14:useLocalDpi xmlns:a14="http://schemas.microsoft.com/office/drawing/2010/main" val="0"/>
              </a:ext>
            </a:extLst>
          </a:blip>
          <a:stretch>
            <a:fillRect/>
          </a:stretch>
        </p:blipFill>
        <p:spPr bwMode="black">
          <a:xfrm>
            <a:off x="5186759" y="3768329"/>
            <a:ext cx="4256880" cy="692942"/>
          </a:xfrm>
          <a:prstGeom prst="rect">
            <a:avLst/>
          </a:prstGeom>
          <a:noFill/>
          <a:ln>
            <a:noFill/>
          </a:ln>
        </p:spPr>
      </p:pic>
      <p:sp>
        <p:nvSpPr>
          <p:cNvPr id="3" name="Text Box 3"/>
          <p:cNvSpPr txBox="1">
            <a:spLocks noChangeArrowheads="1"/>
          </p:cNvSpPr>
          <p:nvPr userDrawn="1"/>
        </p:nvSpPr>
        <p:spPr bwMode="blackWhite">
          <a:xfrm>
            <a:off x="609600" y="7300288"/>
            <a:ext cx="13411201" cy="498582"/>
          </a:xfrm>
          <a:prstGeom prst="rect">
            <a:avLst/>
          </a:prstGeom>
          <a:noFill/>
          <a:ln w="12700">
            <a:noFill/>
            <a:miter lim="800000"/>
            <a:headEnd type="none" w="sm" len="sm"/>
            <a:tailEnd type="none" w="sm" len="sm"/>
          </a:ln>
          <a:effectLst/>
        </p:spPr>
        <p:txBody>
          <a:bodyPr vert="horz" wrap="square" lIns="109710" tIns="54856" rIns="109710" bIns="54856" numCol="1" anchor="t" anchorCtr="0" compatLnSpc="1">
            <a:prstTxWarp prst="textNoShape">
              <a:avLst/>
            </a:prstTxWarp>
            <a:spAutoFit/>
          </a:bodyPr>
          <a:lstStyle/>
          <a:p>
            <a:pPr algn="ctr" defTabSz="1096919" eaLnBrk="0" hangingPunct="0"/>
            <a:r>
              <a:rPr lang="en-US" sz="840" dirty="0">
                <a:solidFill>
                  <a:srgbClr val="FFFFFF">
                    <a:alpha val="99000"/>
                  </a:srgbClr>
                </a:solidFill>
                <a:cs typeface="Arial" charset="0"/>
              </a:rPr>
              <a:t>© 2011 Microsoft Corporation. All rights reserved. Microsoft, Windows, Windows Vista and other product names are or may be registered trademarks and/or trademarks in the U.S. and/or other countries.</a:t>
            </a:r>
          </a:p>
          <a:p>
            <a:pPr algn="ctr" defTabSz="1096919" eaLnBrk="0" hangingPunct="0"/>
            <a:r>
              <a:rPr lang="en-US" sz="840" dirty="0">
                <a:solidFill>
                  <a:srgbClr val="FFFFFF">
                    <a:alpha val="99000"/>
                  </a:srgbClr>
                </a:solidFill>
                <a:cs typeface="Arial"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2666245623"/>
      </p:ext>
    </p:extLst>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p:cSld name="Black Layout - Title and Conten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623097" y="1737359"/>
            <a:ext cx="13382301" cy="2495042"/>
          </a:xfrm>
        </p:spPr>
        <p:txBody>
          <a:bodyPr/>
          <a:lstStyle>
            <a:lvl1pPr marL="552450" indent="-552450">
              <a:buClr>
                <a:srgbClr val="FFFFFF"/>
              </a:buClr>
              <a:buSzPct val="70000"/>
              <a:buFontTx/>
              <a:buBlip>
                <a:blip r:embed="rId2"/>
              </a:buBlip>
              <a:defRPr>
                <a:gradFill>
                  <a:gsLst>
                    <a:gs pos="0">
                      <a:srgbClr val="FFFFFF"/>
                    </a:gs>
                    <a:gs pos="86000">
                      <a:srgbClr val="FFFFFF"/>
                    </a:gs>
                  </a:gsLst>
                  <a:lin ang="5400000" scaled="0"/>
                </a:gradFill>
              </a:defRPr>
            </a:lvl1pPr>
            <a:lvl2pPr marL="1026796" indent="-474346">
              <a:buClr>
                <a:srgbClr val="FFFFFF"/>
              </a:buClr>
              <a:buSzPct val="70000"/>
              <a:buFontTx/>
              <a:buBlip>
                <a:blip r:embed="rId2"/>
              </a:buBlip>
              <a:defRPr>
                <a:gradFill>
                  <a:gsLst>
                    <a:gs pos="0">
                      <a:srgbClr val="FFFFFF"/>
                    </a:gs>
                    <a:gs pos="86000">
                      <a:srgbClr val="FFFFFF"/>
                    </a:gs>
                  </a:gsLst>
                  <a:lin ang="5400000" scaled="0"/>
                </a:gradFill>
              </a:defRPr>
            </a:lvl2pPr>
            <a:lvl3pPr marL="1510666" indent="-483870">
              <a:buClr>
                <a:srgbClr val="FFFFFF"/>
              </a:buClr>
              <a:buSzPct val="70000"/>
              <a:buFontTx/>
              <a:buBlip>
                <a:blip r:embed="rId2"/>
              </a:buBlip>
              <a:defRPr>
                <a:gradFill>
                  <a:gsLst>
                    <a:gs pos="0">
                      <a:srgbClr val="FFFFFF"/>
                    </a:gs>
                    <a:gs pos="86000">
                      <a:srgbClr val="FFFFFF"/>
                    </a:gs>
                  </a:gsLst>
                  <a:lin ang="5400000" scaled="0"/>
                </a:gradFill>
              </a:defRPr>
            </a:lvl3pPr>
            <a:lvl4pPr marL="1925956" indent="-415290">
              <a:buClr>
                <a:srgbClr val="FFFFFF"/>
              </a:buClr>
              <a:buSzPct val="70000"/>
              <a:buFontTx/>
              <a:buBlip>
                <a:blip r:embed="rId2"/>
              </a:buBlip>
              <a:defRPr>
                <a:gradFill>
                  <a:gsLst>
                    <a:gs pos="0">
                      <a:srgbClr val="FFFFFF"/>
                    </a:gs>
                    <a:gs pos="86000">
                      <a:srgbClr val="FFFFFF"/>
                    </a:gs>
                  </a:gsLst>
                  <a:lin ang="5400000" scaled="0"/>
                </a:gradFill>
              </a:defRPr>
            </a:lvl4pPr>
            <a:lvl5pPr marL="2329816" indent="-403860">
              <a:buClr>
                <a:srgbClr val="FFFFFF"/>
              </a:buClr>
              <a:buSzPct val="70000"/>
              <a:buFontTx/>
              <a:buBlip>
                <a:blip r:embed="rId2"/>
              </a:buBlip>
              <a:defRPr>
                <a:gradFill>
                  <a:gsLst>
                    <a:gs pos="0">
                      <a:srgbClr val="FFFFFF"/>
                    </a:gs>
                    <a:gs pos="86000">
                      <a:srgbClr val="FFFFFF"/>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53898577"/>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623097" y="1737359"/>
            <a:ext cx="13382301" cy="2495042"/>
          </a:xfrm>
        </p:spPr>
        <p:txBody>
          <a:bodyPr/>
          <a:lstStyle>
            <a:lvl1pPr marL="552450" indent="-552450">
              <a:buClr>
                <a:srgbClr val="FFFFFF"/>
              </a:buClr>
              <a:buSzPct val="70000"/>
              <a:buFontTx/>
              <a:buBlip>
                <a:blip r:embed="rId2"/>
              </a:buBlip>
              <a:defRPr>
                <a:gradFill>
                  <a:gsLst>
                    <a:gs pos="0">
                      <a:srgbClr val="FFFFFF"/>
                    </a:gs>
                    <a:gs pos="86000">
                      <a:srgbClr val="FFFFFF"/>
                    </a:gs>
                  </a:gsLst>
                  <a:lin ang="5400000" scaled="0"/>
                </a:gradFill>
              </a:defRPr>
            </a:lvl1pPr>
            <a:lvl2pPr marL="1026796" indent="-474346">
              <a:buClr>
                <a:srgbClr val="FFFFFF"/>
              </a:buClr>
              <a:buSzPct val="70000"/>
              <a:buFontTx/>
              <a:buBlip>
                <a:blip r:embed="rId2"/>
              </a:buBlip>
              <a:defRPr>
                <a:gradFill>
                  <a:gsLst>
                    <a:gs pos="0">
                      <a:srgbClr val="FFFFFF"/>
                    </a:gs>
                    <a:gs pos="86000">
                      <a:srgbClr val="FFFFFF"/>
                    </a:gs>
                  </a:gsLst>
                  <a:lin ang="5400000" scaled="0"/>
                </a:gradFill>
              </a:defRPr>
            </a:lvl2pPr>
            <a:lvl3pPr marL="1510666" indent="-483870">
              <a:buClr>
                <a:srgbClr val="FFFFFF"/>
              </a:buClr>
              <a:buSzPct val="70000"/>
              <a:buFontTx/>
              <a:buBlip>
                <a:blip r:embed="rId2"/>
              </a:buBlip>
              <a:defRPr>
                <a:gradFill>
                  <a:gsLst>
                    <a:gs pos="0">
                      <a:srgbClr val="FFFFFF"/>
                    </a:gs>
                    <a:gs pos="86000">
                      <a:srgbClr val="FFFFFF"/>
                    </a:gs>
                  </a:gsLst>
                  <a:lin ang="5400000" scaled="0"/>
                </a:gradFill>
              </a:defRPr>
            </a:lvl3pPr>
            <a:lvl4pPr marL="1925956" indent="-415290">
              <a:buClr>
                <a:srgbClr val="FFFFFF"/>
              </a:buClr>
              <a:buSzPct val="70000"/>
              <a:buFontTx/>
              <a:buBlip>
                <a:blip r:embed="rId2"/>
              </a:buBlip>
              <a:defRPr>
                <a:gradFill>
                  <a:gsLst>
                    <a:gs pos="0">
                      <a:srgbClr val="FFFFFF"/>
                    </a:gs>
                    <a:gs pos="86000">
                      <a:srgbClr val="FFFFFF"/>
                    </a:gs>
                  </a:gsLst>
                  <a:lin ang="5400000" scaled="0"/>
                </a:gradFill>
              </a:defRPr>
            </a:lvl4pPr>
            <a:lvl5pPr marL="2329816" indent="-403860">
              <a:buClr>
                <a:srgbClr val="FFFFFF"/>
              </a:buClr>
              <a:buSzPct val="70000"/>
              <a:buFontTx/>
              <a:buBlip>
                <a:blip r:embed="rId2"/>
              </a:buBlip>
              <a:defRPr>
                <a:gradFill>
                  <a:gsLst>
                    <a:gs pos="0">
                      <a:srgbClr val="FFFFFF"/>
                    </a:gs>
                    <a:gs pos="86000">
                      <a:srgbClr val="FFFFFF"/>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6"/>
          <p:cNvSpPr>
            <a:spLocks noGrp="1"/>
          </p:cNvSpPr>
          <p:nvPr>
            <p:ph type="body" sz="quarter" idx="11"/>
          </p:nvPr>
        </p:nvSpPr>
        <p:spPr>
          <a:xfrm>
            <a:off x="1" y="7486652"/>
            <a:ext cx="14630401" cy="742950"/>
          </a:xfrm>
          <a:solidFill>
            <a:srgbClr val="FFFF99"/>
          </a:solidFill>
        </p:spPr>
        <p:txBody>
          <a:bodyPr wrap="square" lIns="152394" tIns="76197" rIns="152394" bIns="76197" anchor="b" anchorCtr="0">
            <a:noAutofit/>
          </a:bodyPr>
          <a:lstStyle>
            <a:lvl1pPr algn="r">
              <a:buFont typeface="Arial" pitchFamily="34" charset="0"/>
              <a:buNone/>
              <a:defRPr spc="-60" baseline="0">
                <a:gradFill>
                  <a:gsLst>
                    <a:gs pos="0">
                      <a:srgbClr val="000000"/>
                    </a:gs>
                    <a:gs pos="100000">
                      <a:srgbClr val="000000"/>
                    </a:gs>
                  </a:gsLst>
                  <a:lin ang="5400000" scaled="0"/>
                </a:gradFill>
                <a:effectLst/>
                <a:latin typeface="Segoe UI" pitchFamily="34" charset="0"/>
              </a:defRPr>
            </a:lvl1pPr>
          </a:lstStyle>
          <a:p>
            <a:pPr lvl="0"/>
            <a:r>
              <a:rPr lang="en-US"/>
              <a:t>Click to edit Master text styles</a:t>
            </a:r>
          </a:p>
        </p:txBody>
      </p:sp>
    </p:spTree>
    <p:extLst>
      <p:ext uri="{BB962C8B-B14F-4D97-AF65-F5344CB8AC3E}">
        <p14:creationId xmlns:p14="http://schemas.microsoft.com/office/powerpoint/2010/main" val="315719754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10" Type="http://schemas.openxmlformats.org/officeDocument/2006/relationships/slideLayout" Target="../slideLayouts/slideLayout33.xml"/><Relationship Id="rId19" Type="http://schemas.openxmlformats.org/officeDocument/2006/relationships/theme" Target="../theme/theme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theme" Target="../theme/theme4.xml"/><Relationship Id="rId3" Type="http://schemas.openxmlformats.org/officeDocument/2006/relationships/slideLayout" Target="../slideLayouts/slideLayout44.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2" Type="http://schemas.openxmlformats.org/officeDocument/2006/relationships/slideLayout" Target="../slideLayouts/slideLayout43.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5" Type="http://schemas.openxmlformats.org/officeDocument/2006/relationships/slideLayout" Target="../slideLayouts/slideLayout46.xml"/><Relationship Id="rId10" Type="http://schemas.openxmlformats.org/officeDocument/2006/relationships/slideLayout" Target="../slideLayouts/slideLayout51.xml"/><Relationship Id="rId4" Type="http://schemas.openxmlformats.org/officeDocument/2006/relationships/slideLayout" Target="../slideLayouts/slideLayout45.xml"/><Relationship Id="rId9" Type="http://schemas.openxmlformats.org/officeDocument/2006/relationships/slideLayout" Target="../slideLayouts/slideLayout50.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1.xml"/><Relationship Id="rId3" Type="http://schemas.openxmlformats.org/officeDocument/2006/relationships/slideLayout" Target="../slideLayouts/slideLayout56.xml"/><Relationship Id="rId7" Type="http://schemas.openxmlformats.org/officeDocument/2006/relationships/slideLayout" Target="../slideLayouts/slideLayout60.xml"/><Relationship Id="rId12" Type="http://schemas.openxmlformats.org/officeDocument/2006/relationships/theme" Target="../theme/theme5.xml"/><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5" Type="http://schemas.openxmlformats.org/officeDocument/2006/relationships/slideLayout" Target="../slideLayouts/slideLayout58.xml"/><Relationship Id="rId10" Type="http://schemas.openxmlformats.org/officeDocument/2006/relationships/slideLayout" Target="../slideLayouts/slideLayout63.xml"/><Relationship Id="rId4" Type="http://schemas.openxmlformats.org/officeDocument/2006/relationships/slideLayout" Target="../slideLayouts/slideLayout57.xml"/><Relationship Id="rId9" Type="http://schemas.openxmlformats.org/officeDocument/2006/relationships/slideLayout" Target="../slideLayouts/slideLayout62.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3" Type="http://schemas.openxmlformats.org/officeDocument/2006/relationships/slideLayout" Target="../slideLayouts/slideLayout67.xml"/><Relationship Id="rId7" Type="http://schemas.openxmlformats.org/officeDocument/2006/relationships/slideLayout" Target="../slideLayouts/slideLayout71.xml"/><Relationship Id="rId2" Type="http://schemas.openxmlformats.org/officeDocument/2006/relationships/slideLayout" Target="../slideLayouts/slideLayout66.xml"/><Relationship Id="rId1" Type="http://schemas.openxmlformats.org/officeDocument/2006/relationships/slideLayout" Target="../slideLayouts/slideLayout65.xml"/><Relationship Id="rId6" Type="http://schemas.openxmlformats.org/officeDocument/2006/relationships/slideLayout" Target="../slideLayouts/slideLayout70.xml"/><Relationship Id="rId5" Type="http://schemas.openxmlformats.org/officeDocument/2006/relationships/slideLayout" Target="../slideLayouts/slideLayout69.xml"/><Relationship Id="rId10" Type="http://schemas.openxmlformats.org/officeDocument/2006/relationships/theme" Target="../theme/theme6.xml"/><Relationship Id="rId4" Type="http://schemas.openxmlformats.org/officeDocument/2006/relationships/slideLayout" Target="../slideLayouts/slideLayout68.xml"/><Relationship Id="rId9" Type="http://schemas.openxmlformats.org/officeDocument/2006/relationships/slideLayout" Target="../slideLayouts/slideLayout73.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1.xml"/><Relationship Id="rId13" Type="http://schemas.openxmlformats.org/officeDocument/2006/relationships/slideLayout" Target="../slideLayouts/slideLayout86.xml"/><Relationship Id="rId18" Type="http://schemas.openxmlformats.org/officeDocument/2006/relationships/image" Target="../media/image6.png"/><Relationship Id="rId3" Type="http://schemas.openxmlformats.org/officeDocument/2006/relationships/slideLayout" Target="../slideLayouts/slideLayout76.xml"/><Relationship Id="rId7" Type="http://schemas.openxmlformats.org/officeDocument/2006/relationships/slideLayout" Target="../slideLayouts/slideLayout80.xml"/><Relationship Id="rId12" Type="http://schemas.openxmlformats.org/officeDocument/2006/relationships/slideLayout" Target="../slideLayouts/slideLayout85.xml"/><Relationship Id="rId17" Type="http://schemas.openxmlformats.org/officeDocument/2006/relationships/theme" Target="../theme/theme7.xml"/><Relationship Id="rId2" Type="http://schemas.openxmlformats.org/officeDocument/2006/relationships/slideLayout" Target="../slideLayouts/slideLayout75.xml"/><Relationship Id="rId16" Type="http://schemas.openxmlformats.org/officeDocument/2006/relationships/slideLayout" Target="../slideLayouts/slideLayout89.xml"/><Relationship Id="rId1" Type="http://schemas.openxmlformats.org/officeDocument/2006/relationships/slideLayout" Target="../slideLayouts/slideLayout74.xml"/><Relationship Id="rId6" Type="http://schemas.openxmlformats.org/officeDocument/2006/relationships/slideLayout" Target="../slideLayouts/slideLayout79.xml"/><Relationship Id="rId11" Type="http://schemas.openxmlformats.org/officeDocument/2006/relationships/slideLayout" Target="../slideLayouts/slideLayout84.xml"/><Relationship Id="rId5" Type="http://schemas.openxmlformats.org/officeDocument/2006/relationships/slideLayout" Target="../slideLayouts/slideLayout78.xml"/><Relationship Id="rId15" Type="http://schemas.openxmlformats.org/officeDocument/2006/relationships/slideLayout" Target="../slideLayouts/slideLayout88.xml"/><Relationship Id="rId10" Type="http://schemas.openxmlformats.org/officeDocument/2006/relationships/slideLayout" Target="../slideLayouts/slideLayout83.xml"/><Relationship Id="rId19" Type="http://schemas.microsoft.com/office/2007/relationships/hdphoto" Target="../media/hdphoto4.wdp"/><Relationship Id="rId4" Type="http://schemas.openxmlformats.org/officeDocument/2006/relationships/slideLayout" Target="../slideLayouts/slideLayout77.xml"/><Relationship Id="rId9" Type="http://schemas.openxmlformats.org/officeDocument/2006/relationships/slideLayout" Target="../slideLayouts/slideLayout82.xml"/><Relationship Id="rId14" Type="http://schemas.openxmlformats.org/officeDocument/2006/relationships/slideLayout" Target="../slideLayouts/slideLayout8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19191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3104" y="274326"/>
            <a:ext cx="13382301" cy="908557"/>
          </a:xfrm>
          <a:prstGeom prst="rect">
            <a:avLst/>
          </a:prstGeom>
        </p:spPr>
        <p:txBody>
          <a:bodyPr vert="horz" wrap="square" lIns="0" tIns="0" rIns="0" bIns="0" rtlCol="0" anchor="t">
            <a:spAutoFit/>
          </a:bodyPr>
          <a:lstStyle/>
          <a:p>
            <a:r>
              <a:rPr lang="en-US"/>
              <a:t>Click to edit Master title style</a:t>
            </a:r>
            <a:endParaRPr lang="en-US" dirty="0"/>
          </a:p>
        </p:txBody>
      </p:sp>
      <p:sp>
        <p:nvSpPr>
          <p:cNvPr id="3" name="Text Placeholder 2"/>
          <p:cNvSpPr>
            <a:spLocks noGrp="1"/>
          </p:cNvSpPr>
          <p:nvPr>
            <p:ph type="body" idx="1"/>
          </p:nvPr>
        </p:nvSpPr>
        <p:spPr>
          <a:xfrm>
            <a:off x="623104" y="1737362"/>
            <a:ext cx="13382299" cy="2400658"/>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64693855"/>
      </p:ext>
    </p:extLst>
  </p:cSld>
  <p:clrMap bg1="dk1" tx1="lt1" bg2="dk2" tx2="lt2" accent1="accent1" accent2="accent2" accent3="accent3" accent4="accent4" accent5="accent5" accent6="accent6" hlink="hlink" folHlink="folHlink"/>
  <p:sldLayoutIdLst>
    <p:sldLayoutId id="2147483869" r:id="rId1"/>
    <p:sldLayoutId id="2147483870" r:id="rId2"/>
    <p:sldLayoutId id="2147483871" r:id="rId3"/>
    <p:sldLayoutId id="2147483872" r:id="rId4"/>
    <p:sldLayoutId id="2147483873" r:id="rId5"/>
    <p:sldLayoutId id="2147483874" r:id="rId6"/>
    <p:sldLayoutId id="2147483875" r:id="rId7"/>
    <p:sldLayoutId id="2147483935" r:id="rId8"/>
    <p:sldLayoutId id="2147484087" r:id="rId9"/>
    <p:sldLayoutId id="2147484088" r:id="rId10"/>
    <p:sldLayoutId id="2147484178" r:id="rId11"/>
    <p:sldLayoutId id="2147484181" r:id="rId12"/>
  </p:sldLayoutIdLst>
  <p:transition>
    <p:wipe dir="r"/>
  </p:transition>
  <p:txStyles>
    <p:titleStyle>
      <a:lvl1pPr algn="l" defTabSz="1096796" rtl="0" eaLnBrk="1" latinLnBrk="0" hangingPunct="1">
        <a:lnSpc>
          <a:spcPct val="90000"/>
        </a:lnSpc>
        <a:spcBef>
          <a:spcPct val="0"/>
        </a:spcBef>
        <a:buNone/>
        <a:defRPr lang="en-US" sz="6600" b="0" kern="1200" cap="none" spc="-120" baseline="0" dirty="0" smtClean="0">
          <a:ln w="3175">
            <a:noFill/>
          </a:ln>
          <a:gradFill flip="none" rotWithShape="1">
            <a:gsLst>
              <a:gs pos="0">
                <a:schemeClr val="tx1">
                  <a:lumMod val="65000"/>
                  <a:lumOff val="35000"/>
                </a:schemeClr>
              </a:gs>
              <a:gs pos="86000">
                <a:schemeClr val="tx1">
                  <a:lumMod val="65000"/>
                  <a:lumOff val="35000"/>
                </a:schemeClr>
              </a:gs>
            </a:gsLst>
            <a:lin ang="5400000" scaled="0"/>
            <a:tileRect/>
          </a:gradFill>
          <a:effectLst/>
          <a:latin typeface="Segoe UI Light" pitchFamily="34" charset="0"/>
          <a:ea typeface="+mn-ea"/>
          <a:cs typeface="Arial" charset="0"/>
        </a:defRPr>
      </a:lvl1pPr>
    </p:titleStyle>
    <p:bodyStyle>
      <a:lvl1pPr marL="415120" indent="-415120" algn="l" defTabSz="1096796" rtl="0" eaLnBrk="1" latinLnBrk="0" hangingPunct="1">
        <a:lnSpc>
          <a:spcPct val="90000"/>
        </a:lnSpc>
        <a:spcBef>
          <a:spcPct val="20000"/>
        </a:spcBef>
        <a:buSzPct val="90000"/>
        <a:buFont typeface="Arial" pitchFamily="34" charset="0"/>
        <a:buChar char="•"/>
        <a:defRPr sz="38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1pPr>
      <a:lvl2pPr marL="755984" indent="-340857" algn="l" defTabSz="1096796" rtl="0" eaLnBrk="1" latinLnBrk="0" hangingPunct="1">
        <a:lnSpc>
          <a:spcPct val="90000"/>
        </a:lnSpc>
        <a:spcBef>
          <a:spcPct val="20000"/>
        </a:spcBef>
        <a:buSzPct val="90000"/>
        <a:buFont typeface="Arial" pitchFamily="34" charset="0"/>
        <a:buChar char="•"/>
        <a:tabLst>
          <a:tab pos="755984" algn="l"/>
        </a:tabLst>
        <a:defRPr sz="3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2pPr>
      <a:lvl3pPr marL="1096840" indent="-340857" algn="l" defTabSz="1096796" rtl="0" eaLnBrk="1" latinLnBrk="0" hangingPunct="1">
        <a:lnSpc>
          <a:spcPct val="90000"/>
        </a:lnSpc>
        <a:spcBef>
          <a:spcPct val="20000"/>
        </a:spcBef>
        <a:buSzPct val="90000"/>
        <a:buFont typeface="Arial" pitchFamily="34" charset="0"/>
        <a:buChar char="•"/>
        <a:defRPr sz="29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3pPr>
      <a:lvl4pPr marL="1778558" indent="-268498" algn="l" defTabSz="1096796" rtl="0" eaLnBrk="1" latinLnBrk="0" hangingPunct="1">
        <a:lnSpc>
          <a:spcPct val="90000"/>
        </a:lnSpc>
        <a:spcBef>
          <a:spcPct val="20000"/>
        </a:spcBef>
        <a:buSzPct val="90000"/>
        <a:buFont typeface="Arial" pitchFamily="34" charset="0"/>
        <a:buChar char="•"/>
        <a:tabLst>
          <a:tab pos="1096840" algn="l"/>
        </a:tabLst>
        <a:defRPr sz="2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4pPr>
      <a:lvl5pPr marL="2054675" indent="-276116" algn="l" defTabSz="1096796" rtl="0" eaLnBrk="1" latinLnBrk="0" hangingPunct="1">
        <a:lnSpc>
          <a:spcPct val="90000"/>
        </a:lnSpc>
        <a:spcBef>
          <a:spcPct val="20000"/>
        </a:spcBef>
        <a:buSzPct val="90000"/>
        <a:buFont typeface="Arial" pitchFamily="34" charset="0"/>
        <a:buChar char="•"/>
        <a:defRPr sz="2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5pPr>
      <a:lvl6pPr marL="3016193" indent="-274199" algn="l" defTabSz="1096796"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64590" indent="-274199" algn="l" defTabSz="109679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112988" indent="-274199" algn="l" defTabSz="109679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61390" indent="-274199" algn="l" defTabSz="1096796"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096796" rtl="0" eaLnBrk="1" latinLnBrk="0" hangingPunct="1">
        <a:defRPr sz="2200" kern="1200">
          <a:solidFill>
            <a:schemeClr val="tx1"/>
          </a:solidFill>
          <a:latin typeface="+mn-lt"/>
          <a:ea typeface="+mn-ea"/>
          <a:cs typeface="+mn-cs"/>
        </a:defRPr>
      </a:lvl1pPr>
      <a:lvl2pPr marL="548399" algn="l" defTabSz="1096796" rtl="0" eaLnBrk="1" latinLnBrk="0" hangingPunct="1">
        <a:defRPr sz="2200" kern="1200">
          <a:solidFill>
            <a:schemeClr val="tx1"/>
          </a:solidFill>
          <a:latin typeface="+mn-lt"/>
          <a:ea typeface="+mn-ea"/>
          <a:cs typeface="+mn-cs"/>
        </a:defRPr>
      </a:lvl2pPr>
      <a:lvl3pPr marL="1096796" algn="l" defTabSz="1096796" rtl="0" eaLnBrk="1" latinLnBrk="0" hangingPunct="1">
        <a:defRPr sz="2200" kern="1200">
          <a:solidFill>
            <a:schemeClr val="tx1"/>
          </a:solidFill>
          <a:latin typeface="+mn-lt"/>
          <a:ea typeface="+mn-ea"/>
          <a:cs typeface="+mn-cs"/>
        </a:defRPr>
      </a:lvl3pPr>
      <a:lvl4pPr marL="1645196" algn="l" defTabSz="1096796" rtl="0" eaLnBrk="1" latinLnBrk="0" hangingPunct="1">
        <a:defRPr sz="2200" kern="1200">
          <a:solidFill>
            <a:schemeClr val="tx1"/>
          </a:solidFill>
          <a:latin typeface="+mn-lt"/>
          <a:ea typeface="+mn-ea"/>
          <a:cs typeface="+mn-cs"/>
        </a:defRPr>
      </a:lvl4pPr>
      <a:lvl5pPr marL="2193595" algn="l" defTabSz="1096796" rtl="0" eaLnBrk="1" latinLnBrk="0" hangingPunct="1">
        <a:defRPr sz="2200" kern="1200">
          <a:solidFill>
            <a:schemeClr val="tx1"/>
          </a:solidFill>
          <a:latin typeface="+mn-lt"/>
          <a:ea typeface="+mn-ea"/>
          <a:cs typeface="+mn-cs"/>
        </a:defRPr>
      </a:lvl5pPr>
      <a:lvl6pPr marL="2741993" algn="l" defTabSz="1096796" rtl="0" eaLnBrk="1" latinLnBrk="0" hangingPunct="1">
        <a:defRPr sz="2200" kern="1200">
          <a:solidFill>
            <a:schemeClr val="tx1"/>
          </a:solidFill>
          <a:latin typeface="+mn-lt"/>
          <a:ea typeface="+mn-ea"/>
          <a:cs typeface="+mn-cs"/>
        </a:defRPr>
      </a:lvl6pPr>
      <a:lvl7pPr marL="3290392" algn="l" defTabSz="1096796" rtl="0" eaLnBrk="1" latinLnBrk="0" hangingPunct="1">
        <a:defRPr sz="2200" kern="1200">
          <a:solidFill>
            <a:schemeClr val="tx1"/>
          </a:solidFill>
          <a:latin typeface="+mn-lt"/>
          <a:ea typeface="+mn-ea"/>
          <a:cs typeface="+mn-cs"/>
        </a:defRPr>
      </a:lvl7pPr>
      <a:lvl8pPr marL="3838789" algn="l" defTabSz="1096796" rtl="0" eaLnBrk="1" latinLnBrk="0" hangingPunct="1">
        <a:defRPr sz="2200" kern="1200">
          <a:solidFill>
            <a:schemeClr val="tx1"/>
          </a:solidFill>
          <a:latin typeface="+mn-lt"/>
          <a:ea typeface="+mn-ea"/>
          <a:cs typeface="+mn-cs"/>
        </a:defRPr>
      </a:lvl8pPr>
      <a:lvl9pPr marL="4387187" algn="l" defTabSz="1096796" rtl="0" eaLnBrk="1" latinLnBrk="0" hangingPunct="1">
        <a:defRPr sz="22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19191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3102" y="274326"/>
            <a:ext cx="13382301" cy="908557"/>
          </a:xfrm>
          <a:prstGeom prst="rect">
            <a:avLst/>
          </a:prstGeom>
        </p:spPr>
        <p:txBody>
          <a:bodyPr vert="horz" wrap="square" lIns="0" tIns="0" rIns="0" bIns="0" rtlCol="0" anchor="t">
            <a:spAutoFit/>
          </a:bodyPr>
          <a:lstStyle/>
          <a:p>
            <a:r>
              <a:rPr lang="en-US"/>
              <a:t>Click to edit Master title style</a:t>
            </a:r>
            <a:endParaRPr lang="en-US" dirty="0"/>
          </a:p>
        </p:txBody>
      </p:sp>
      <p:sp>
        <p:nvSpPr>
          <p:cNvPr id="3" name="Text Placeholder 2"/>
          <p:cNvSpPr>
            <a:spLocks noGrp="1"/>
          </p:cNvSpPr>
          <p:nvPr>
            <p:ph type="body" idx="1"/>
          </p:nvPr>
        </p:nvSpPr>
        <p:spPr>
          <a:xfrm>
            <a:off x="623104" y="1737362"/>
            <a:ext cx="13382299" cy="2400658"/>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08055336"/>
      </p:ext>
    </p:extLst>
  </p:cSld>
  <p:clrMap bg1="dk1" tx1="lt1" bg2="dk2" tx2="lt2" accent1="accent1" accent2="accent2" accent3="accent3" accent4="accent4" accent5="accent5" accent6="accent6" hlink="hlink" folHlink="folHlink"/>
  <p:sldLayoutIdLst>
    <p:sldLayoutId id="2147484108" r:id="rId1"/>
    <p:sldLayoutId id="2147484109" r:id="rId2"/>
    <p:sldLayoutId id="2147484110" r:id="rId3"/>
    <p:sldLayoutId id="2147484111" r:id="rId4"/>
    <p:sldLayoutId id="2147484112" r:id="rId5"/>
    <p:sldLayoutId id="2147484113" r:id="rId6"/>
    <p:sldLayoutId id="2147484114" r:id="rId7"/>
    <p:sldLayoutId id="2147484115" r:id="rId8"/>
    <p:sldLayoutId id="2147484117" r:id="rId9"/>
    <p:sldLayoutId id="2147484118" r:id="rId10"/>
    <p:sldLayoutId id="2147484119" r:id="rId11"/>
  </p:sldLayoutIdLst>
  <p:transition>
    <p:wipe dir="r"/>
  </p:transition>
  <p:txStyles>
    <p:titleStyle>
      <a:lvl1pPr algn="l" defTabSz="1096920" rtl="0" eaLnBrk="1" latinLnBrk="0" hangingPunct="1">
        <a:lnSpc>
          <a:spcPct val="90000"/>
        </a:lnSpc>
        <a:spcBef>
          <a:spcPct val="0"/>
        </a:spcBef>
        <a:buNone/>
        <a:defRPr lang="en-US" sz="6600" b="0" kern="1200" cap="none" spc="-120" baseline="0" dirty="0" smtClean="0">
          <a:ln w="3175">
            <a:noFill/>
          </a:ln>
          <a:gradFill flip="none" rotWithShape="1">
            <a:gsLst>
              <a:gs pos="0">
                <a:schemeClr val="tx1">
                  <a:lumMod val="65000"/>
                  <a:lumOff val="35000"/>
                </a:schemeClr>
              </a:gs>
              <a:gs pos="86000">
                <a:schemeClr val="tx1">
                  <a:lumMod val="65000"/>
                  <a:lumOff val="35000"/>
                </a:schemeClr>
              </a:gs>
            </a:gsLst>
            <a:lin ang="5400000" scaled="0"/>
            <a:tileRect/>
          </a:gradFill>
          <a:effectLst/>
          <a:latin typeface="Segoe UI Light" pitchFamily="34" charset="0"/>
          <a:ea typeface="+mn-ea"/>
          <a:cs typeface="Arial" charset="0"/>
        </a:defRPr>
      </a:lvl1pPr>
    </p:titleStyle>
    <p:bodyStyle>
      <a:lvl1pPr marL="415168" indent="-415168" algn="l" defTabSz="1096920" rtl="0" eaLnBrk="1" latinLnBrk="0" hangingPunct="1">
        <a:lnSpc>
          <a:spcPct val="90000"/>
        </a:lnSpc>
        <a:spcBef>
          <a:spcPct val="20000"/>
        </a:spcBef>
        <a:buSzPct val="90000"/>
        <a:buFont typeface="Arial" pitchFamily="34" charset="0"/>
        <a:buChar char="•"/>
        <a:defRPr sz="38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1pPr>
      <a:lvl2pPr marL="756070" indent="-340896" algn="l" defTabSz="1096920" rtl="0" eaLnBrk="1" latinLnBrk="0" hangingPunct="1">
        <a:lnSpc>
          <a:spcPct val="90000"/>
        </a:lnSpc>
        <a:spcBef>
          <a:spcPct val="20000"/>
        </a:spcBef>
        <a:buSzPct val="90000"/>
        <a:buFont typeface="Arial" pitchFamily="34" charset="0"/>
        <a:buChar char="•"/>
        <a:tabLst>
          <a:tab pos="756070" algn="l"/>
        </a:tabLst>
        <a:defRPr sz="3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2pPr>
      <a:lvl3pPr marL="1096964" indent="-340896" algn="l" defTabSz="1096920" rtl="0" eaLnBrk="1" latinLnBrk="0" hangingPunct="1">
        <a:lnSpc>
          <a:spcPct val="90000"/>
        </a:lnSpc>
        <a:spcBef>
          <a:spcPct val="20000"/>
        </a:spcBef>
        <a:buSzPct val="90000"/>
        <a:buFont typeface="Arial" pitchFamily="34" charset="0"/>
        <a:buChar char="•"/>
        <a:defRPr sz="29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3pPr>
      <a:lvl4pPr marL="1778760" indent="-268528" algn="l" defTabSz="1096920" rtl="0" eaLnBrk="1" latinLnBrk="0" hangingPunct="1">
        <a:lnSpc>
          <a:spcPct val="90000"/>
        </a:lnSpc>
        <a:spcBef>
          <a:spcPct val="20000"/>
        </a:spcBef>
        <a:buSzPct val="90000"/>
        <a:buFont typeface="Arial" pitchFamily="34" charset="0"/>
        <a:buChar char="•"/>
        <a:tabLst>
          <a:tab pos="1096964" algn="l"/>
        </a:tabLst>
        <a:defRPr sz="2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4pPr>
      <a:lvl5pPr marL="2054907" indent="-276148" algn="l" defTabSz="1096920" rtl="0" eaLnBrk="1" latinLnBrk="0" hangingPunct="1">
        <a:lnSpc>
          <a:spcPct val="90000"/>
        </a:lnSpc>
        <a:spcBef>
          <a:spcPct val="20000"/>
        </a:spcBef>
        <a:buSzPct val="90000"/>
        <a:buFont typeface="Arial" pitchFamily="34" charset="0"/>
        <a:buChar char="•"/>
        <a:defRPr sz="2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5pPr>
      <a:lvl6pPr marL="3016533" indent="-274230" algn="l" defTabSz="1096920"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64994" indent="-274230" algn="l" defTabSz="1096920"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113455" indent="-274230" algn="l" defTabSz="1096920"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61918" indent="-274230" algn="l" defTabSz="1096920"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096920" rtl="0" eaLnBrk="1" latinLnBrk="0" hangingPunct="1">
        <a:defRPr sz="2200" kern="1200">
          <a:solidFill>
            <a:schemeClr val="tx1"/>
          </a:solidFill>
          <a:latin typeface="+mn-lt"/>
          <a:ea typeface="+mn-ea"/>
          <a:cs typeface="+mn-cs"/>
        </a:defRPr>
      </a:lvl1pPr>
      <a:lvl2pPr marL="548461" algn="l" defTabSz="1096920" rtl="0" eaLnBrk="1" latinLnBrk="0" hangingPunct="1">
        <a:defRPr sz="2200" kern="1200">
          <a:solidFill>
            <a:schemeClr val="tx1"/>
          </a:solidFill>
          <a:latin typeface="+mn-lt"/>
          <a:ea typeface="+mn-ea"/>
          <a:cs typeface="+mn-cs"/>
        </a:defRPr>
      </a:lvl2pPr>
      <a:lvl3pPr marL="1096920" algn="l" defTabSz="1096920" rtl="0" eaLnBrk="1" latinLnBrk="0" hangingPunct="1">
        <a:defRPr sz="2200" kern="1200">
          <a:solidFill>
            <a:schemeClr val="tx1"/>
          </a:solidFill>
          <a:latin typeface="+mn-lt"/>
          <a:ea typeface="+mn-ea"/>
          <a:cs typeface="+mn-cs"/>
        </a:defRPr>
      </a:lvl3pPr>
      <a:lvl4pPr marL="1645382" algn="l" defTabSz="1096920" rtl="0" eaLnBrk="1" latinLnBrk="0" hangingPunct="1">
        <a:defRPr sz="2200" kern="1200">
          <a:solidFill>
            <a:schemeClr val="tx1"/>
          </a:solidFill>
          <a:latin typeface="+mn-lt"/>
          <a:ea typeface="+mn-ea"/>
          <a:cs typeface="+mn-cs"/>
        </a:defRPr>
      </a:lvl4pPr>
      <a:lvl5pPr marL="2193843" algn="l" defTabSz="1096920" rtl="0" eaLnBrk="1" latinLnBrk="0" hangingPunct="1">
        <a:defRPr sz="2200" kern="1200">
          <a:solidFill>
            <a:schemeClr val="tx1"/>
          </a:solidFill>
          <a:latin typeface="+mn-lt"/>
          <a:ea typeface="+mn-ea"/>
          <a:cs typeface="+mn-cs"/>
        </a:defRPr>
      </a:lvl5pPr>
      <a:lvl6pPr marL="2742305" algn="l" defTabSz="1096920" rtl="0" eaLnBrk="1" latinLnBrk="0" hangingPunct="1">
        <a:defRPr sz="2200" kern="1200">
          <a:solidFill>
            <a:schemeClr val="tx1"/>
          </a:solidFill>
          <a:latin typeface="+mn-lt"/>
          <a:ea typeface="+mn-ea"/>
          <a:cs typeface="+mn-cs"/>
        </a:defRPr>
      </a:lvl6pPr>
      <a:lvl7pPr marL="3290764" algn="l" defTabSz="1096920" rtl="0" eaLnBrk="1" latinLnBrk="0" hangingPunct="1">
        <a:defRPr sz="2200" kern="1200">
          <a:solidFill>
            <a:schemeClr val="tx1"/>
          </a:solidFill>
          <a:latin typeface="+mn-lt"/>
          <a:ea typeface="+mn-ea"/>
          <a:cs typeface="+mn-cs"/>
        </a:defRPr>
      </a:lvl7pPr>
      <a:lvl8pPr marL="3839223" algn="l" defTabSz="1096920" rtl="0" eaLnBrk="1" latinLnBrk="0" hangingPunct="1">
        <a:defRPr sz="2200" kern="1200">
          <a:solidFill>
            <a:schemeClr val="tx1"/>
          </a:solidFill>
          <a:latin typeface="+mn-lt"/>
          <a:ea typeface="+mn-ea"/>
          <a:cs typeface="+mn-cs"/>
        </a:defRPr>
      </a:lvl8pPr>
      <a:lvl9pPr marL="4387684" algn="l" defTabSz="1096920" rtl="0" eaLnBrk="1" latinLnBrk="0" hangingPunct="1">
        <a:defRPr sz="22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6861" y="523700"/>
            <a:ext cx="13681464" cy="664798"/>
          </a:xfrm>
          <a:prstGeom prst="rect">
            <a:avLst/>
          </a:prstGeom>
        </p:spPr>
        <p:txBody>
          <a:bodyPr vert="horz" wrap="square" lIns="0" tIns="0" rIns="0" bIns="0" rtlCol="0" anchor="t">
            <a:spAutoFit/>
          </a:bodyPr>
          <a:lstStyle/>
          <a:p>
            <a:r>
              <a:rPr lang="en-US" dirty="0"/>
              <a:t>Click to edit Master title style</a:t>
            </a:r>
          </a:p>
        </p:txBody>
      </p:sp>
      <p:sp>
        <p:nvSpPr>
          <p:cNvPr id="3" name="Text Placeholder 2"/>
          <p:cNvSpPr>
            <a:spLocks noGrp="1"/>
          </p:cNvSpPr>
          <p:nvPr>
            <p:ph type="body" idx="1"/>
          </p:nvPr>
        </p:nvSpPr>
        <p:spPr>
          <a:xfrm>
            <a:off x="506862" y="1438101"/>
            <a:ext cx="13681463" cy="1591820"/>
          </a:xfrm>
          <a:prstGeom prst="rect">
            <a:avLst/>
          </a:prstGeom>
        </p:spPr>
        <p:txBody>
          <a:bodyPr vert="horz" wrap="square"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4"/>
          <p:cNvSpPr>
            <a:spLocks noGrp="1"/>
          </p:cNvSpPr>
          <p:nvPr>
            <p:ph type="sldNum" sz="quarter" idx="4"/>
          </p:nvPr>
        </p:nvSpPr>
        <p:spPr>
          <a:xfrm>
            <a:off x="347666" y="7525085"/>
            <a:ext cx="478453" cy="438150"/>
          </a:xfrm>
          <a:prstGeom prst="rect">
            <a:avLst/>
          </a:prstGeom>
        </p:spPr>
        <p:txBody>
          <a:bodyPr vert="horz" lIns="109709" tIns="54855" rIns="109709" bIns="54855" rtlCol="0" anchor="ctr"/>
          <a:lstStyle>
            <a:lvl1pPr algn="l">
              <a:defRPr sz="1400">
                <a:solidFill>
                  <a:schemeClr val="tx1">
                    <a:tint val="75000"/>
                  </a:schemeClr>
                </a:solidFill>
              </a:defRPr>
            </a:lvl1pPr>
          </a:lstStyle>
          <a:p>
            <a:pPr defTabSz="1096991"/>
            <a:fld id="{B60359E2-F1E6-40F3-81C3-5A646FA87138}" type="slidenum">
              <a:rPr lang="en-US" smtClean="0">
                <a:solidFill>
                  <a:prstClr val="black">
                    <a:tint val="75000"/>
                  </a:prstClr>
                </a:solidFill>
              </a:rPr>
              <a:pPr defTabSz="1096991"/>
              <a:t>‹#›</a:t>
            </a:fld>
            <a:endParaRPr lang="en-US" dirty="0">
              <a:solidFill>
                <a:prstClr val="black">
                  <a:tint val="75000"/>
                </a:prstClr>
              </a:solidFill>
            </a:endParaRPr>
          </a:p>
        </p:txBody>
      </p:sp>
      <p:sp>
        <p:nvSpPr>
          <p:cNvPr id="4" name="Footer Placeholder 3"/>
          <p:cNvSpPr>
            <a:spLocks noGrp="1"/>
          </p:cNvSpPr>
          <p:nvPr>
            <p:ph type="ftr" sz="quarter" idx="3"/>
          </p:nvPr>
        </p:nvSpPr>
        <p:spPr>
          <a:xfrm>
            <a:off x="9759723" y="42547"/>
            <a:ext cx="4632326" cy="303950"/>
          </a:xfrm>
          <a:prstGeom prst="rect">
            <a:avLst/>
          </a:prstGeom>
        </p:spPr>
        <p:txBody>
          <a:bodyPr vert="horz" lIns="91408" tIns="45702" rIns="91408" bIns="45702" rtlCol="0" anchor="ctr"/>
          <a:lstStyle>
            <a:lvl1pPr algn="r">
              <a:defRPr sz="1200">
                <a:solidFill>
                  <a:schemeClr val="tx1">
                    <a:tint val="75000"/>
                  </a:schemeClr>
                </a:solidFill>
              </a:defRPr>
            </a:lvl1pPr>
          </a:lstStyle>
          <a:p>
            <a:pPr defTabSz="1096991"/>
            <a:r>
              <a:rPr lang="en-US">
                <a:solidFill>
                  <a:prstClr val="black">
                    <a:tint val="75000"/>
                  </a:prstClr>
                </a:solidFill>
              </a:rPr>
              <a:t>Microsoft Confidential - Signed NDA Required</a:t>
            </a:r>
            <a:endParaRPr lang="en-US" dirty="0">
              <a:solidFill>
                <a:prstClr val="black">
                  <a:tint val="75000"/>
                </a:prstClr>
              </a:solidFill>
            </a:endParaRPr>
          </a:p>
        </p:txBody>
      </p:sp>
      <p:sp>
        <p:nvSpPr>
          <p:cNvPr id="8" name="Footer Placeholder 3"/>
          <p:cNvSpPr txBox="1">
            <a:spLocks/>
          </p:cNvSpPr>
          <p:nvPr userDrawn="1"/>
        </p:nvSpPr>
        <p:spPr>
          <a:xfrm>
            <a:off x="9759723" y="158659"/>
            <a:ext cx="4632326" cy="303950"/>
          </a:xfrm>
          <a:prstGeom prst="rect">
            <a:avLst/>
          </a:prstGeom>
        </p:spPr>
        <p:txBody>
          <a:bodyPr vert="horz" lIns="91408" tIns="45702" rIns="91408" bIns="45702" rtlCol="0" anchor="ctr"/>
          <a:lstStyle>
            <a:defPPr>
              <a:defRPr lang="en-US"/>
            </a:defPPr>
            <a:lvl1pPr marL="0" algn="r" defTabSz="1097364" rtl="0" eaLnBrk="1" latinLnBrk="0" hangingPunct="1">
              <a:defRPr sz="1200" kern="1200">
                <a:solidFill>
                  <a:schemeClr val="tx1">
                    <a:tint val="75000"/>
                  </a:schemeClr>
                </a:solidFill>
                <a:latin typeface="+mn-lt"/>
                <a:ea typeface="+mn-ea"/>
                <a:cs typeface="+mn-cs"/>
              </a:defRPr>
            </a:lvl1pPr>
            <a:lvl2pPr marL="548683" algn="l" defTabSz="1097364" rtl="0" eaLnBrk="1" latinLnBrk="0" hangingPunct="1">
              <a:defRPr sz="2100" kern="1200">
                <a:solidFill>
                  <a:schemeClr val="tx1"/>
                </a:solidFill>
                <a:latin typeface="+mn-lt"/>
                <a:ea typeface="+mn-ea"/>
                <a:cs typeface="+mn-cs"/>
              </a:defRPr>
            </a:lvl2pPr>
            <a:lvl3pPr marL="1097364" algn="l" defTabSz="1097364" rtl="0" eaLnBrk="1" latinLnBrk="0" hangingPunct="1">
              <a:defRPr sz="2100" kern="1200">
                <a:solidFill>
                  <a:schemeClr val="tx1"/>
                </a:solidFill>
                <a:latin typeface="+mn-lt"/>
                <a:ea typeface="+mn-ea"/>
                <a:cs typeface="+mn-cs"/>
              </a:defRPr>
            </a:lvl3pPr>
            <a:lvl4pPr marL="1646046" algn="l" defTabSz="1097364" rtl="0" eaLnBrk="1" latinLnBrk="0" hangingPunct="1">
              <a:defRPr sz="2100" kern="1200">
                <a:solidFill>
                  <a:schemeClr val="tx1"/>
                </a:solidFill>
                <a:latin typeface="+mn-lt"/>
                <a:ea typeface="+mn-ea"/>
                <a:cs typeface="+mn-cs"/>
              </a:defRPr>
            </a:lvl4pPr>
            <a:lvl5pPr marL="2194729" algn="l" defTabSz="1097364" rtl="0" eaLnBrk="1" latinLnBrk="0" hangingPunct="1">
              <a:defRPr sz="2100" kern="1200">
                <a:solidFill>
                  <a:schemeClr val="tx1"/>
                </a:solidFill>
                <a:latin typeface="+mn-lt"/>
                <a:ea typeface="+mn-ea"/>
                <a:cs typeface="+mn-cs"/>
              </a:defRPr>
            </a:lvl5pPr>
            <a:lvl6pPr marL="2743411" algn="l" defTabSz="1097364" rtl="0" eaLnBrk="1" latinLnBrk="0" hangingPunct="1">
              <a:defRPr sz="2100" kern="1200">
                <a:solidFill>
                  <a:schemeClr val="tx1"/>
                </a:solidFill>
                <a:latin typeface="+mn-lt"/>
                <a:ea typeface="+mn-ea"/>
                <a:cs typeface="+mn-cs"/>
              </a:defRPr>
            </a:lvl6pPr>
            <a:lvl7pPr marL="3292093" algn="l" defTabSz="1097364" rtl="0" eaLnBrk="1" latinLnBrk="0" hangingPunct="1">
              <a:defRPr sz="2100" kern="1200">
                <a:solidFill>
                  <a:schemeClr val="tx1"/>
                </a:solidFill>
                <a:latin typeface="+mn-lt"/>
                <a:ea typeface="+mn-ea"/>
                <a:cs typeface="+mn-cs"/>
              </a:defRPr>
            </a:lvl7pPr>
            <a:lvl8pPr marL="3840774" algn="l" defTabSz="1097364" rtl="0" eaLnBrk="1" latinLnBrk="0" hangingPunct="1">
              <a:defRPr sz="2100" kern="1200">
                <a:solidFill>
                  <a:schemeClr val="tx1"/>
                </a:solidFill>
                <a:latin typeface="+mn-lt"/>
                <a:ea typeface="+mn-ea"/>
                <a:cs typeface="+mn-cs"/>
              </a:defRPr>
            </a:lvl8pPr>
            <a:lvl9pPr marL="4389456" algn="l" defTabSz="1097364" rtl="0" eaLnBrk="1" latinLnBrk="0" hangingPunct="1">
              <a:defRPr sz="2100" kern="1200">
                <a:solidFill>
                  <a:schemeClr val="tx1"/>
                </a:solidFill>
                <a:latin typeface="+mn-lt"/>
                <a:ea typeface="+mn-ea"/>
                <a:cs typeface="+mn-cs"/>
              </a:defRPr>
            </a:lvl9pPr>
          </a:lstStyle>
          <a:p>
            <a:r>
              <a:rPr lang="en-US">
                <a:solidFill>
                  <a:prstClr val="black">
                    <a:tint val="75000"/>
                  </a:prstClr>
                </a:solidFill>
              </a:rPr>
              <a:t>Microsoft Confidential - Signed NDA Required</a:t>
            </a:r>
            <a:endParaRPr lang="en-US" dirty="0">
              <a:solidFill>
                <a:prstClr val="black">
                  <a:tint val="75000"/>
                </a:prstClr>
              </a:solidFill>
            </a:endParaRPr>
          </a:p>
        </p:txBody>
      </p:sp>
    </p:spTree>
    <p:extLst>
      <p:ext uri="{BB962C8B-B14F-4D97-AF65-F5344CB8AC3E}">
        <p14:creationId xmlns:p14="http://schemas.microsoft.com/office/powerpoint/2010/main" val="2866218939"/>
      </p:ext>
    </p:extLst>
  </p:cSld>
  <p:clrMap bg1="lt1" tx1="dk1" bg2="lt2" tx2="dk2" accent1="accent1" accent2="accent2" accent3="accent3" accent4="accent4" accent5="accent5" accent6="accent6" hlink="hlink" folHlink="folHlink"/>
  <p:sldLayoutIdLst>
    <p:sldLayoutId id="2147484123" r:id="rId1"/>
    <p:sldLayoutId id="2147484124" r:id="rId2"/>
    <p:sldLayoutId id="2147484125" r:id="rId3"/>
    <p:sldLayoutId id="2147484126" r:id="rId4"/>
    <p:sldLayoutId id="2147484127" r:id="rId5"/>
    <p:sldLayoutId id="2147484128" r:id="rId6"/>
    <p:sldLayoutId id="2147484129" r:id="rId7"/>
    <p:sldLayoutId id="2147484130" r:id="rId8"/>
    <p:sldLayoutId id="2147484131" r:id="rId9"/>
    <p:sldLayoutId id="2147484132" r:id="rId10"/>
    <p:sldLayoutId id="2147484133" r:id="rId11"/>
    <p:sldLayoutId id="2147484134" r:id="rId12"/>
    <p:sldLayoutId id="2147484135" r:id="rId13"/>
    <p:sldLayoutId id="2147484136" r:id="rId14"/>
    <p:sldLayoutId id="2147484137" r:id="rId15"/>
    <p:sldLayoutId id="2147484138" r:id="rId16"/>
    <p:sldLayoutId id="2147484139" r:id="rId17"/>
    <p:sldLayoutId id="2147484140" r:id="rId18"/>
  </p:sldLayoutIdLst>
  <p:transition>
    <p:fade/>
  </p:transition>
  <p:hf hdr="0" dt="0"/>
  <p:txStyles>
    <p:titleStyle>
      <a:lvl1pPr algn="l" defTabSz="1097045" rtl="0" eaLnBrk="1" latinLnBrk="0" hangingPunct="1">
        <a:lnSpc>
          <a:spcPct val="90000"/>
        </a:lnSpc>
        <a:spcBef>
          <a:spcPct val="0"/>
        </a:spcBef>
        <a:buNone/>
        <a:defRPr lang="en-US" sz="4800" b="0" kern="1200" cap="none" spc="-120" baseline="0" dirty="0" smtClean="0">
          <a:ln w="3175">
            <a:noFill/>
          </a:ln>
          <a:solidFill>
            <a:schemeClr val="tx2">
              <a:alpha val="99000"/>
            </a:schemeClr>
          </a:solidFill>
          <a:effectLst/>
          <a:latin typeface="+mj-lt"/>
          <a:ea typeface="+mn-ea"/>
          <a:cs typeface="Arial" charset="0"/>
        </a:defRPr>
      </a:lvl1pPr>
    </p:titleStyle>
    <p:bodyStyle>
      <a:lvl1pPr marL="348555" indent="-348555" algn="l" defTabSz="1097045" rtl="0" eaLnBrk="1" latinLnBrk="0" hangingPunct="1">
        <a:lnSpc>
          <a:spcPct val="90000"/>
        </a:lnSpc>
        <a:spcBef>
          <a:spcPct val="20000"/>
        </a:spcBef>
        <a:buClr>
          <a:srgbClr val="525051"/>
        </a:buClr>
        <a:buSzPct val="90000"/>
        <a:buFont typeface="Arial" pitchFamily="34" charset="0"/>
        <a:buChar char="•"/>
        <a:defRPr sz="2400" kern="1200">
          <a:solidFill>
            <a:srgbClr val="A1A1A1"/>
          </a:solidFill>
          <a:latin typeface="+mn-lt"/>
          <a:ea typeface="+mn-ea"/>
          <a:cs typeface="+mn-cs"/>
        </a:defRPr>
      </a:lvl1pPr>
      <a:lvl2pPr marL="681873" indent="-333318" algn="l" defTabSz="1097045" rtl="0" eaLnBrk="1" latinLnBrk="0" hangingPunct="1">
        <a:lnSpc>
          <a:spcPct val="90000"/>
        </a:lnSpc>
        <a:spcBef>
          <a:spcPct val="20000"/>
        </a:spcBef>
        <a:buClr>
          <a:srgbClr val="525051"/>
        </a:buClr>
        <a:buSzPct val="90000"/>
        <a:buFont typeface="Arial" pitchFamily="34" charset="0"/>
        <a:buChar char="•"/>
        <a:defRPr sz="2200" kern="1200">
          <a:solidFill>
            <a:srgbClr val="A1A1A1"/>
          </a:solidFill>
          <a:latin typeface="+mn-lt"/>
          <a:ea typeface="+mn-ea"/>
          <a:cs typeface="+mn-cs"/>
        </a:defRPr>
      </a:lvl2pPr>
      <a:lvl3pPr marL="1030426" indent="-348555" algn="l" defTabSz="1097045" rtl="0" eaLnBrk="1" latinLnBrk="0" hangingPunct="1">
        <a:lnSpc>
          <a:spcPct val="90000"/>
        </a:lnSpc>
        <a:spcBef>
          <a:spcPct val="20000"/>
        </a:spcBef>
        <a:buClr>
          <a:srgbClr val="525051"/>
        </a:buClr>
        <a:buSzPct val="90000"/>
        <a:buFont typeface="Arial" pitchFamily="34" charset="0"/>
        <a:buChar char="•"/>
        <a:defRPr sz="1900" kern="1200">
          <a:solidFill>
            <a:srgbClr val="A1A1A1"/>
          </a:solidFill>
          <a:latin typeface="+mn-lt"/>
          <a:ea typeface="+mn-ea"/>
          <a:cs typeface="+mn-cs"/>
        </a:defRPr>
      </a:lvl3pPr>
      <a:lvl4pPr marL="1378982" indent="-348555" algn="l" defTabSz="1097045" rtl="0" eaLnBrk="1" latinLnBrk="0" hangingPunct="1">
        <a:lnSpc>
          <a:spcPct val="90000"/>
        </a:lnSpc>
        <a:spcBef>
          <a:spcPct val="20000"/>
        </a:spcBef>
        <a:buClr>
          <a:srgbClr val="525051"/>
        </a:buClr>
        <a:buSzPct val="90000"/>
        <a:buFont typeface="Arial" pitchFamily="34" charset="0"/>
        <a:buChar char="•"/>
        <a:defRPr sz="1700" kern="1200">
          <a:solidFill>
            <a:srgbClr val="A1A1A1"/>
          </a:solidFill>
          <a:latin typeface="+mn-lt"/>
          <a:ea typeface="+mn-ea"/>
          <a:cs typeface="+mn-cs"/>
        </a:defRPr>
      </a:lvl4pPr>
      <a:lvl5pPr marL="1712299" indent="-333318" algn="l" defTabSz="1097045" rtl="0" eaLnBrk="1" latinLnBrk="0" hangingPunct="1">
        <a:lnSpc>
          <a:spcPct val="90000"/>
        </a:lnSpc>
        <a:spcBef>
          <a:spcPct val="20000"/>
        </a:spcBef>
        <a:buClr>
          <a:srgbClr val="525051"/>
        </a:buClr>
        <a:buSzPct val="90000"/>
        <a:buFont typeface="Arial" pitchFamily="34" charset="0"/>
        <a:buChar char="•"/>
        <a:tabLst/>
        <a:defRPr sz="1700" kern="1200">
          <a:solidFill>
            <a:srgbClr val="A1A1A1"/>
          </a:solidFill>
          <a:latin typeface="+mn-lt"/>
          <a:ea typeface="+mn-ea"/>
          <a:cs typeface="+mn-cs"/>
        </a:defRPr>
      </a:lvl5pPr>
      <a:lvl6pPr marL="3016876" indent="-274261" algn="l" defTabSz="1097045"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65398" indent="-274261" algn="l" defTabSz="1097045"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113922" indent="-274261" algn="l" defTabSz="1097045"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62446" indent="-274261" algn="l" defTabSz="1097045"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097045" rtl="0" eaLnBrk="1" latinLnBrk="0" hangingPunct="1">
        <a:defRPr sz="2200" kern="1200">
          <a:solidFill>
            <a:schemeClr val="tx1"/>
          </a:solidFill>
          <a:latin typeface="+mn-lt"/>
          <a:ea typeface="+mn-ea"/>
          <a:cs typeface="+mn-cs"/>
        </a:defRPr>
      </a:lvl1pPr>
      <a:lvl2pPr marL="548523" algn="l" defTabSz="1097045" rtl="0" eaLnBrk="1" latinLnBrk="0" hangingPunct="1">
        <a:defRPr sz="2200" kern="1200">
          <a:solidFill>
            <a:schemeClr val="tx1"/>
          </a:solidFill>
          <a:latin typeface="+mn-lt"/>
          <a:ea typeface="+mn-ea"/>
          <a:cs typeface="+mn-cs"/>
        </a:defRPr>
      </a:lvl2pPr>
      <a:lvl3pPr marL="1097045" algn="l" defTabSz="1097045" rtl="0" eaLnBrk="1" latinLnBrk="0" hangingPunct="1">
        <a:defRPr sz="2200" kern="1200">
          <a:solidFill>
            <a:schemeClr val="tx1"/>
          </a:solidFill>
          <a:latin typeface="+mn-lt"/>
          <a:ea typeface="+mn-ea"/>
          <a:cs typeface="+mn-cs"/>
        </a:defRPr>
      </a:lvl3pPr>
      <a:lvl4pPr marL="1645568" algn="l" defTabSz="1097045" rtl="0" eaLnBrk="1" latinLnBrk="0" hangingPunct="1">
        <a:defRPr sz="2200" kern="1200">
          <a:solidFill>
            <a:schemeClr val="tx1"/>
          </a:solidFill>
          <a:latin typeface="+mn-lt"/>
          <a:ea typeface="+mn-ea"/>
          <a:cs typeface="+mn-cs"/>
        </a:defRPr>
      </a:lvl4pPr>
      <a:lvl5pPr marL="2194092" algn="l" defTabSz="1097045" rtl="0" eaLnBrk="1" latinLnBrk="0" hangingPunct="1">
        <a:defRPr sz="2200" kern="1200">
          <a:solidFill>
            <a:schemeClr val="tx1"/>
          </a:solidFill>
          <a:latin typeface="+mn-lt"/>
          <a:ea typeface="+mn-ea"/>
          <a:cs typeface="+mn-cs"/>
        </a:defRPr>
      </a:lvl5pPr>
      <a:lvl6pPr marL="2742615" algn="l" defTabSz="1097045" rtl="0" eaLnBrk="1" latinLnBrk="0" hangingPunct="1">
        <a:defRPr sz="2200" kern="1200">
          <a:solidFill>
            <a:schemeClr val="tx1"/>
          </a:solidFill>
          <a:latin typeface="+mn-lt"/>
          <a:ea typeface="+mn-ea"/>
          <a:cs typeface="+mn-cs"/>
        </a:defRPr>
      </a:lvl6pPr>
      <a:lvl7pPr marL="3291137" algn="l" defTabSz="1097045" rtl="0" eaLnBrk="1" latinLnBrk="0" hangingPunct="1">
        <a:defRPr sz="2200" kern="1200">
          <a:solidFill>
            <a:schemeClr val="tx1"/>
          </a:solidFill>
          <a:latin typeface="+mn-lt"/>
          <a:ea typeface="+mn-ea"/>
          <a:cs typeface="+mn-cs"/>
        </a:defRPr>
      </a:lvl7pPr>
      <a:lvl8pPr marL="3839659" algn="l" defTabSz="1097045" rtl="0" eaLnBrk="1" latinLnBrk="0" hangingPunct="1">
        <a:defRPr sz="2200" kern="1200">
          <a:solidFill>
            <a:schemeClr val="tx1"/>
          </a:solidFill>
          <a:latin typeface="+mn-lt"/>
          <a:ea typeface="+mn-ea"/>
          <a:cs typeface="+mn-cs"/>
        </a:defRPr>
      </a:lvl8pPr>
      <a:lvl9pPr marL="4388182" algn="l" defTabSz="1097045" rtl="0" eaLnBrk="1" latinLnBrk="0" hangingPunct="1">
        <a:defRPr sz="22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19191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3104" y="274326"/>
            <a:ext cx="13382301" cy="908557"/>
          </a:xfrm>
          <a:prstGeom prst="rect">
            <a:avLst/>
          </a:prstGeom>
        </p:spPr>
        <p:txBody>
          <a:bodyPr vert="horz" wrap="square" lIns="0" tIns="0" rIns="0" bIns="0" rtlCol="0" anchor="t">
            <a:spAutoFit/>
          </a:bodyPr>
          <a:lstStyle/>
          <a:p>
            <a:r>
              <a:rPr lang="en-US"/>
              <a:t>Click to edit Master title style</a:t>
            </a:r>
            <a:endParaRPr lang="en-US" dirty="0"/>
          </a:p>
        </p:txBody>
      </p:sp>
      <p:sp>
        <p:nvSpPr>
          <p:cNvPr id="3" name="Text Placeholder 2"/>
          <p:cNvSpPr>
            <a:spLocks noGrp="1"/>
          </p:cNvSpPr>
          <p:nvPr>
            <p:ph type="body" idx="1"/>
          </p:nvPr>
        </p:nvSpPr>
        <p:spPr>
          <a:xfrm>
            <a:off x="623104" y="1737362"/>
            <a:ext cx="13382299" cy="2400658"/>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94772838"/>
      </p:ext>
    </p:extLst>
  </p:cSld>
  <p:clrMap bg1="dk1" tx1="lt1" bg2="dk2" tx2="lt2" accent1="accent1" accent2="accent2" accent3="accent3" accent4="accent4" accent5="accent5" accent6="accent6" hlink="hlink" folHlink="folHlink"/>
  <p:sldLayoutIdLst>
    <p:sldLayoutId id="2147484142" r:id="rId1"/>
    <p:sldLayoutId id="2147484143" r:id="rId2"/>
    <p:sldLayoutId id="2147484144" r:id="rId3"/>
    <p:sldLayoutId id="2147484145" r:id="rId4"/>
    <p:sldLayoutId id="2147484146" r:id="rId5"/>
    <p:sldLayoutId id="2147484147" r:id="rId6"/>
    <p:sldLayoutId id="2147484148" r:id="rId7"/>
    <p:sldLayoutId id="2147484149" r:id="rId8"/>
    <p:sldLayoutId id="2147484150" r:id="rId9"/>
    <p:sldLayoutId id="2147484151" r:id="rId10"/>
    <p:sldLayoutId id="2147484153" r:id="rId11"/>
    <p:sldLayoutId id="2147484154" r:id="rId12"/>
  </p:sldLayoutIdLst>
  <p:transition>
    <p:wipe dir="r"/>
  </p:transition>
  <p:txStyles>
    <p:titleStyle>
      <a:lvl1pPr algn="l" defTabSz="1096796" rtl="0" eaLnBrk="1" latinLnBrk="0" hangingPunct="1">
        <a:lnSpc>
          <a:spcPct val="90000"/>
        </a:lnSpc>
        <a:spcBef>
          <a:spcPct val="0"/>
        </a:spcBef>
        <a:buNone/>
        <a:defRPr lang="en-US" sz="6600" b="0" kern="1200" cap="none" spc="-120" baseline="0" dirty="0" smtClean="0">
          <a:ln w="3175">
            <a:noFill/>
          </a:ln>
          <a:gradFill flip="none" rotWithShape="1">
            <a:gsLst>
              <a:gs pos="0">
                <a:schemeClr val="tx1">
                  <a:lumMod val="65000"/>
                  <a:lumOff val="35000"/>
                </a:schemeClr>
              </a:gs>
              <a:gs pos="86000">
                <a:schemeClr val="tx1">
                  <a:lumMod val="65000"/>
                  <a:lumOff val="35000"/>
                </a:schemeClr>
              </a:gs>
            </a:gsLst>
            <a:lin ang="5400000" scaled="0"/>
            <a:tileRect/>
          </a:gradFill>
          <a:effectLst/>
          <a:latin typeface="Segoe UI Light" pitchFamily="34" charset="0"/>
          <a:ea typeface="+mn-ea"/>
          <a:cs typeface="Arial" charset="0"/>
        </a:defRPr>
      </a:lvl1pPr>
    </p:titleStyle>
    <p:bodyStyle>
      <a:lvl1pPr marL="415120" indent="-415120" algn="l" defTabSz="1096796" rtl="0" eaLnBrk="1" latinLnBrk="0" hangingPunct="1">
        <a:lnSpc>
          <a:spcPct val="90000"/>
        </a:lnSpc>
        <a:spcBef>
          <a:spcPct val="20000"/>
        </a:spcBef>
        <a:buSzPct val="90000"/>
        <a:buFont typeface="Arial" pitchFamily="34" charset="0"/>
        <a:buChar char="•"/>
        <a:defRPr sz="38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1pPr>
      <a:lvl2pPr marL="755984" indent="-340857" algn="l" defTabSz="1096796" rtl="0" eaLnBrk="1" latinLnBrk="0" hangingPunct="1">
        <a:lnSpc>
          <a:spcPct val="90000"/>
        </a:lnSpc>
        <a:spcBef>
          <a:spcPct val="20000"/>
        </a:spcBef>
        <a:buSzPct val="90000"/>
        <a:buFont typeface="Arial" pitchFamily="34" charset="0"/>
        <a:buChar char="•"/>
        <a:tabLst>
          <a:tab pos="755984" algn="l"/>
        </a:tabLst>
        <a:defRPr sz="3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2pPr>
      <a:lvl3pPr marL="1096840" indent="-340857" algn="l" defTabSz="1096796" rtl="0" eaLnBrk="1" latinLnBrk="0" hangingPunct="1">
        <a:lnSpc>
          <a:spcPct val="90000"/>
        </a:lnSpc>
        <a:spcBef>
          <a:spcPct val="20000"/>
        </a:spcBef>
        <a:buSzPct val="90000"/>
        <a:buFont typeface="Arial" pitchFamily="34" charset="0"/>
        <a:buChar char="•"/>
        <a:defRPr sz="29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3pPr>
      <a:lvl4pPr marL="1778558" indent="-268498" algn="l" defTabSz="1096796" rtl="0" eaLnBrk="1" latinLnBrk="0" hangingPunct="1">
        <a:lnSpc>
          <a:spcPct val="90000"/>
        </a:lnSpc>
        <a:spcBef>
          <a:spcPct val="20000"/>
        </a:spcBef>
        <a:buSzPct val="90000"/>
        <a:buFont typeface="Arial" pitchFamily="34" charset="0"/>
        <a:buChar char="•"/>
        <a:tabLst>
          <a:tab pos="1096840" algn="l"/>
        </a:tabLst>
        <a:defRPr sz="2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4pPr>
      <a:lvl5pPr marL="2054675" indent="-276116" algn="l" defTabSz="1096796" rtl="0" eaLnBrk="1" latinLnBrk="0" hangingPunct="1">
        <a:lnSpc>
          <a:spcPct val="90000"/>
        </a:lnSpc>
        <a:spcBef>
          <a:spcPct val="20000"/>
        </a:spcBef>
        <a:buSzPct val="90000"/>
        <a:buFont typeface="Arial" pitchFamily="34" charset="0"/>
        <a:buChar char="•"/>
        <a:defRPr sz="2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5pPr>
      <a:lvl6pPr marL="3016193" indent="-274199" algn="l" defTabSz="1096796"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64590" indent="-274199" algn="l" defTabSz="109679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112988" indent="-274199" algn="l" defTabSz="109679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61390" indent="-274199" algn="l" defTabSz="1096796"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096796" rtl="0" eaLnBrk="1" latinLnBrk="0" hangingPunct="1">
        <a:defRPr sz="2200" kern="1200">
          <a:solidFill>
            <a:schemeClr val="tx1"/>
          </a:solidFill>
          <a:latin typeface="+mn-lt"/>
          <a:ea typeface="+mn-ea"/>
          <a:cs typeface="+mn-cs"/>
        </a:defRPr>
      </a:lvl1pPr>
      <a:lvl2pPr marL="548399" algn="l" defTabSz="1096796" rtl="0" eaLnBrk="1" latinLnBrk="0" hangingPunct="1">
        <a:defRPr sz="2200" kern="1200">
          <a:solidFill>
            <a:schemeClr val="tx1"/>
          </a:solidFill>
          <a:latin typeface="+mn-lt"/>
          <a:ea typeface="+mn-ea"/>
          <a:cs typeface="+mn-cs"/>
        </a:defRPr>
      </a:lvl2pPr>
      <a:lvl3pPr marL="1096796" algn="l" defTabSz="1096796" rtl="0" eaLnBrk="1" latinLnBrk="0" hangingPunct="1">
        <a:defRPr sz="2200" kern="1200">
          <a:solidFill>
            <a:schemeClr val="tx1"/>
          </a:solidFill>
          <a:latin typeface="+mn-lt"/>
          <a:ea typeface="+mn-ea"/>
          <a:cs typeface="+mn-cs"/>
        </a:defRPr>
      </a:lvl3pPr>
      <a:lvl4pPr marL="1645196" algn="l" defTabSz="1096796" rtl="0" eaLnBrk="1" latinLnBrk="0" hangingPunct="1">
        <a:defRPr sz="2200" kern="1200">
          <a:solidFill>
            <a:schemeClr val="tx1"/>
          </a:solidFill>
          <a:latin typeface="+mn-lt"/>
          <a:ea typeface="+mn-ea"/>
          <a:cs typeface="+mn-cs"/>
        </a:defRPr>
      </a:lvl4pPr>
      <a:lvl5pPr marL="2193595" algn="l" defTabSz="1096796" rtl="0" eaLnBrk="1" latinLnBrk="0" hangingPunct="1">
        <a:defRPr sz="2200" kern="1200">
          <a:solidFill>
            <a:schemeClr val="tx1"/>
          </a:solidFill>
          <a:latin typeface="+mn-lt"/>
          <a:ea typeface="+mn-ea"/>
          <a:cs typeface="+mn-cs"/>
        </a:defRPr>
      </a:lvl5pPr>
      <a:lvl6pPr marL="2741993" algn="l" defTabSz="1096796" rtl="0" eaLnBrk="1" latinLnBrk="0" hangingPunct="1">
        <a:defRPr sz="2200" kern="1200">
          <a:solidFill>
            <a:schemeClr val="tx1"/>
          </a:solidFill>
          <a:latin typeface="+mn-lt"/>
          <a:ea typeface="+mn-ea"/>
          <a:cs typeface="+mn-cs"/>
        </a:defRPr>
      </a:lvl6pPr>
      <a:lvl7pPr marL="3290392" algn="l" defTabSz="1096796" rtl="0" eaLnBrk="1" latinLnBrk="0" hangingPunct="1">
        <a:defRPr sz="2200" kern="1200">
          <a:solidFill>
            <a:schemeClr val="tx1"/>
          </a:solidFill>
          <a:latin typeface="+mn-lt"/>
          <a:ea typeface="+mn-ea"/>
          <a:cs typeface="+mn-cs"/>
        </a:defRPr>
      </a:lvl7pPr>
      <a:lvl8pPr marL="3838789" algn="l" defTabSz="1096796" rtl="0" eaLnBrk="1" latinLnBrk="0" hangingPunct="1">
        <a:defRPr sz="2200" kern="1200">
          <a:solidFill>
            <a:schemeClr val="tx1"/>
          </a:solidFill>
          <a:latin typeface="+mn-lt"/>
          <a:ea typeface="+mn-ea"/>
          <a:cs typeface="+mn-cs"/>
        </a:defRPr>
      </a:lvl8pPr>
      <a:lvl9pPr marL="4387187" algn="l" defTabSz="1096796" rtl="0" eaLnBrk="1" latinLnBrk="0" hangingPunct="1">
        <a:defRPr sz="22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19191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3102" y="274326"/>
            <a:ext cx="13382301" cy="908557"/>
          </a:xfrm>
          <a:prstGeom prst="rect">
            <a:avLst/>
          </a:prstGeom>
        </p:spPr>
        <p:txBody>
          <a:bodyPr vert="horz" wrap="square" lIns="0" tIns="0" rIns="0" bIns="0" rtlCol="0" anchor="t">
            <a:spAutoFit/>
          </a:bodyPr>
          <a:lstStyle/>
          <a:p>
            <a:r>
              <a:rPr lang="en-US"/>
              <a:t>Click to edit Master title style</a:t>
            </a:r>
            <a:endParaRPr lang="en-US" dirty="0"/>
          </a:p>
        </p:txBody>
      </p:sp>
      <p:sp>
        <p:nvSpPr>
          <p:cNvPr id="3" name="Text Placeholder 2"/>
          <p:cNvSpPr>
            <a:spLocks noGrp="1"/>
          </p:cNvSpPr>
          <p:nvPr>
            <p:ph type="body" idx="1"/>
          </p:nvPr>
        </p:nvSpPr>
        <p:spPr>
          <a:xfrm>
            <a:off x="623104" y="1737362"/>
            <a:ext cx="13382299" cy="2400658"/>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04593916"/>
      </p:ext>
    </p:extLst>
  </p:cSld>
  <p:clrMap bg1="dk1" tx1="lt1" bg2="dk2" tx2="lt2" accent1="accent1" accent2="accent2" accent3="accent3" accent4="accent4" accent5="accent5" accent6="accent6" hlink="hlink" folHlink="folHlink"/>
  <p:sldLayoutIdLst>
    <p:sldLayoutId id="2147484156" r:id="rId1"/>
    <p:sldLayoutId id="2147484157" r:id="rId2"/>
    <p:sldLayoutId id="2147484158" r:id="rId3"/>
    <p:sldLayoutId id="2147484159" r:id="rId4"/>
    <p:sldLayoutId id="2147484160" r:id="rId5"/>
    <p:sldLayoutId id="2147484161" r:id="rId6"/>
    <p:sldLayoutId id="2147484162" r:id="rId7"/>
    <p:sldLayoutId id="2147484164" r:id="rId8"/>
    <p:sldLayoutId id="2147484165" r:id="rId9"/>
    <p:sldLayoutId id="2147484166" r:id="rId10"/>
    <p:sldLayoutId id="2147484167" r:id="rId11"/>
  </p:sldLayoutIdLst>
  <p:transition>
    <p:wipe dir="r"/>
  </p:transition>
  <p:txStyles>
    <p:titleStyle>
      <a:lvl1pPr algn="l" defTabSz="1096920" rtl="0" eaLnBrk="1" latinLnBrk="0" hangingPunct="1">
        <a:lnSpc>
          <a:spcPct val="90000"/>
        </a:lnSpc>
        <a:spcBef>
          <a:spcPct val="0"/>
        </a:spcBef>
        <a:buNone/>
        <a:defRPr lang="en-US" sz="6600" b="0" kern="1200" cap="none" spc="-120" baseline="0" dirty="0" smtClean="0">
          <a:ln w="3175">
            <a:noFill/>
          </a:ln>
          <a:gradFill flip="none" rotWithShape="1">
            <a:gsLst>
              <a:gs pos="0">
                <a:schemeClr val="tx1">
                  <a:lumMod val="65000"/>
                  <a:lumOff val="35000"/>
                </a:schemeClr>
              </a:gs>
              <a:gs pos="86000">
                <a:schemeClr val="tx1">
                  <a:lumMod val="65000"/>
                  <a:lumOff val="35000"/>
                </a:schemeClr>
              </a:gs>
            </a:gsLst>
            <a:lin ang="5400000" scaled="0"/>
            <a:tileRect/>
          </a:gradFill>
          <a:effectLst/>
          <a:latin typeface="Segoe UI Light" pitchFamily="34" charset="0"/>
          <a:ea typeface="+mn-ea"/>
          <a:cs typeface="Arial" charset="0"/>
        </a:defRPr>
      </a:lvl1pPr>
    </p:titleStyle>
    <p:bodyStyle>
      <a:lvl1pPr marL="415168" indent="-415168" algn="l" defTabSz="1096920" rtl="0" eaLnBrk="1" latinLnBrk="0" hangingPunct="1">
        <a:lnSpc>
          <a:spcPct val="90000"/>
        </a:lnSpc>
        <a:spcBef>
          <a:spcPct val="20000"/>
        </a:spcBef>
        <a:buSzPct val="90000"/>
        <a:buFont typeface="Arial" pitchFamily="34" charset="0"/>
        <a:buChar char="•"/>
        <a:defRPr sz="38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1pPr>
      <a:lvl2pPr marL="756070" indent="-340896" algn="l" defTabSz="1096920" rtl="0" eaLnBrk="1" latinLnBrk="0" hangingPunct="1">
        <a:lnSpc>
          <a:spcPct val="90000"/>
        </a:lnSpc>
        <a:spcBef>
          <a:spcPct val="20000"/>
        </a:spcBef>
        <a:buSzPct val="90000"/>
        <a:buFont typeface="Arial" pitchFamily="34" charset="0"/>
        <a:buChar char="•"/>
        <a:tabLst>
          <a:tab pos="756070" algn="l"/>
        </a:tabLst>
        <a:defRPr sz="3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2pPr>
      <a:lvl3pPr marL="1096964" indent="-340896" algn="l" defTabSz="1096920" rtl="0" eaLnBrk="1" latinLnBrk="0" hangingPunct="1">
        <a:lnSpc>
          <a:spcPct val="90000"/>
        </a:lnSpc>
        <a:spcBef>
          <a:spcPct val="20000"/>
        </a:spcBef>
        <a:buSzPct val="90000"/>
        <a:buFont typeface="Arial" pitchFamily="34" charset="0"/>
        <a:buChar char="•"/>
        <a:defRPr sz="29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3pPr>
      <a:lvl4pPr marL="1778760" indent="-268528" algn="l" defTabSz="1096920" rtl="0" eaLnBrk="1" latinLnBrk="0" hangingPunct="1">
        <a:lnSpc>
          <a:spcPct val="90000"/>
        </a:lnSpc>
        <a:spcBef>
          <a:spcPct val="20000"/>
        </a:spcBef>
        <a:buSzPct val="90000"/>
        <a:buFont typeface="Arial" pitchFamily="34" charset="0"/>
        <a:buChar char="•"/>
        <a:tabLst>
          <a:tab pos="1096964" algn="l"/>
        </a:tabLst>
        <a:defRPr sz="2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4pPr>
      <a:lvl5pPr marL="2054907" indent="-276148" algn="l" defTabSz="1096920" rtl="0" eaLnBrk="1" latinLnBrk="0" hangingPunct="1">
        <a:lnSpc>
          <a:spcPct val="90000"/>
        </a:lnSpc>
        <a:spcBef>
          <a:spcPct val="20000"/>
        </a:spcBef>
        <a:buSzPct val="90000"/>
        <a:buFont typeface="Arial" pitchFamily="34" charset="0"/>
        <a:buChar char="•"/>
        <a:defRPr sz="2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5pPr>
      <a:lvl6pPr marL="3016533" indent="-274230" algn="l" defTabSz="1096920"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64994" indent="-274230" algn="l" defTabSz="1096920"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113455" indent="-274230" algn="l" defTabSz="1096920"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61918" indent="-274230" algn="l" defTabSz="1096920"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096920" rtl="0" eaLnBrk="1" latinLnBrk="0" hangingPunct="1">
        <a:defRPr sz="2200" kern="1200">
          <a:solidFill>
            <a:schemeClr val="tx1"/>
          </a:solidFill>
          <a:latin typeface="+mn-lt"/>
          <a:ea typeface="+mn-ea"/>
          <a:cs typeface="+mn-cs"/>
        </a:defRPr>
      </a:lvl1pPr>
      <a:lvl2pPr marL="548461" algn="l" defTabSz="1096920" rtl="0" eaLnBrk="1" latinLnBrk="0" hangingPunct="1">
        <a:defRPr sz="2200" kern="1200">
          <a:solidFill>
            <a:schemeClr val="tx1"/>
          </a:solidFill>
          <a:latin typeface="+mn-lt"/>
          <a:ea typeface="+mn-ea"/>
          <a:cs typeface="+mn-cs"/>
        </a:defRPr>
      </a:lvl2pPr>
      <a:lvl3pPr marL="1096920" algn="l" defTabSz="1096920" rtl="0" eaLnBrk="1" latinLnBrk="0" hangingPunct="1">
        <a:defRPr sz="2200" kern="1200">
          <a:solidFill>
            <a:schemeClr val="tx1"/>
          </a:solidFill>
          <a:latin typeface="+mn-lt"/>
          <a:ea typeface="+mn-ea"/>
          <a:cs typeface="+mn-cs"/>
        </a:defRPr>
      </a:lvl3pPr>
      <a:lvl4pPr marL="1645382" algn="l" defTabSz="1096920" rtl="0" eaLnBrk="1" latinLnBrk="0" hangingPunct="1">
        <a:defRPr sz="2200" kern="1200">
          <a:solidFill>
            <a:schemeClr val="tx1"/>
          </a:solidFill>
          <a:latin typeface="+mn-lt"/>
          <a:ea typeface="+mn-ea"/>
          <a:cs typeface="+mn-cs"/>
        </a:defRPr>
      </a:lvl4pPr>
      <a:lvl5pPr marL="2193843" algn="l" defTabSz="1096920" rtl="0" eaLnBrk="1" latinLnBrk="0" hangingPunct="1">
        <a:defRPr sz="2200" kern="1200">
          <a:solidFill>
            <a:schemeClr val="tx1"/>
          </a:solidFill>
          <a:latin typeface="+mn-lt"/>
          <a:ea typeface="+mn-ea"/>
          <a:cs typeface="+mn-cs"/>
        </a:defRPr>
      </a:lvl5pPr>
      <a:lvl6pPr marL="2742305" algn="l" defTabSz="1096920" rtl="0" eaLnBrk="1" latinLnBrk="0" hangingPunct="1">
        <a:defRPr sz="2200" kern="1200">
          <a:solidFill>
            <a:schemeClr val="tx1"/>
          </a:solidFill>
          <a:latin typeface="+mn-lt"/>
          <a:ea typeface="+mn-ea"/>
          <a:cs typeface="+mn-cs"/>
        </a:defRPr>
      </a:lvl6pPr>
      <a:lvl7pPr marL="3290764" algn="l" defTabSz="1096920" rtl="0" eaLnBrk="1" latinLnBrk="0" hangingPunct="1">
        <a:defRPr sz="2200" kern="1200">
          <a:solidFill>
            <a:schemeClr val="tx1"/>
          </a:solidFill>
          <a:latin typeface="+mn-lt"/>
          <a:ea typeface="+mn-ea"/>
          <a:cs typeface="+mn-cs"/>
        </a:defRPr>
      </a:lvl7pPr>
      <a:lvl8pPr marL="3839223" algn="l" defTabSz="1096920" rtl="0" eaLnBrk="1" latinLnBrk="0" hangingPunct="1">
        <a:defRPr sz="2200" kern="1200">
          <a:solidFill>
            <a:schemeClr val="tx1"/>
          </a:solidFill>
          <a:latin typeface="+mn-lt"/>
          <a:ea typeface="+mn-ea"/>
          <a:cs typeface="+mn-cs"/>
        </a:defRPr>
      </a:lvl8pPr>
      <a:lvl9pPr marL="4387684" algn="l" defTabSz="1096920" rtl="0" eaLnBrk="1" latinLnBrk="0" hangingPunct="1">
        <a:defRPr sz="22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rgbClr val="19191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3105" y="274327"/>
            <a:ext cx="13382301" cy="908557"/>
          </a:xfrm>
          <a:prstGeom prst="rect">
            <a:avLst/>
          </a:prstGeom>
        </p:spPr>
        <p:txBody>
          <a:bodyPr vert="horz" wrap="square" lIns="0" tIns="0" rIns="0" bIns="0" rtlCol="0" anchor="t">
            <a:spAutoFit/>
          </a:bodyPr>
          <a:lstStyle/>
          <a:p>
            <a:r>
              <a:rPr lang="en-US"/>
              <a:t>Click to edit Master title style</a:t>
            </a:r>
            <a:endParaRPr lang="en-US" dirty="0"/>
          </a:p>
        </p:txBody>
      </p:sp>
      <p:sp>
        <p:nvSpPr>
          <p:cNvPr id="3" name="Text Placeholder 2"/>
          <p:cNvSpPr>
            <a:spLocks noGrp="1"/>
          </p:cNvSpPr>
          <p:nvPr>
            <p:ph type="body" idx="1"/>
          </p:nvPr>
        </p:nvSpPr>
        <p:spPr>
          <a:xfrm>
            <a:off x="623104" y="1737362"/>
            <a:ext cx="13382299" cy="2400658"/>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6352170"/>
      </p:ext>
    </p:extLst>
  </p:cSld>
  <p:clrMap bg1="dk1" tx1="lt1" bg2="dk2" tx2="lt2" accent1="accent1" accent2="accent2" accent3="accent3" accent4="accent4" accent5="accent5" accent6="accent6" hlink="hlink" folHlink="folHlink"/>
  <p:sldLayoutIdLst>
    <p:sldLayoutId id="2147484169" r:id="rId1"/>
    <p:sldLayoutId id="2147484170" r:id="rId2"/>
    <p:sldLayoutId id="2147484171" r:id="rId3"/>
    <p:sldLayoutId id="2147484172" r:id="rId4"/>
    <p:sldLayoutId id="2147484173" r:id="rId5"/>
    <p:sldLayoutId id="2147484174" r:id="rId6"/>
    <p:sldLayoutId id="2147484175" r:id="rId7"/>
    <p:sldLayoutId id="2147484176" r:id="rId8"/>
    <p:sldLayoutId id="2147484177" r:id="rId9"/>
  </p:sldLayoutIdLst>
  <p:transition>
    <p:wipe dir="r"/>
  </p:transition>
  <p:txStyles>
    <p:titleStyle>
      <a:lvl1pPr algn="l" defTabSz="1096672" rtl="0" eaLnBrk="1" latinLnBrk="0" hangingPunct="1">
        <a:lnSpc>
          <a:spcPct val="90000"/>
        </a:lnSpc>
        <a:spcBef>
          <a:spcPct val="0"/>
        </a:spcBef>
        <a:buNone/>
        <a:defRPr lang="en-US" sz="6600" b="0" kern="1200" cap="none" spc="-120" baseline="0" dirty="0" smtClean="0">
          <a:ln w="3175">
            <a:noFill/>
          </a:ln>
          <a:gradFill flip="none" rotWithShape="1">
            <a:gsLst>
              <a:gs pos="0">
                <a:schemeClr val="tx1">
                  <a:lumMod val="65000"/>
                  <a:lumOff val="35000"/>
                </a:schemeClr>
              </a:gs>
              <a:gs pos="86000">
                <a:schemeClr val="tx1">
                  <a:lumMod val="65000"/>
                  <a:lumOff val="35000"/>
                </a:schemeClr>
              </a:gs>
            </a:gsLst>
            <a:lin ang="5400000" scaled="0"/>
            <a:tileRect/>
          </a:gradFill>
          <a:effectLst/>
          <a:latin typeface="Segoe UI Light" pitchFamily="34" charset="0"/>
          <a:ea typeface="+mn-ea"/>
          <a:cs typeface="Arial" charset="0"/>
        </a:defRPr>
      </a:lvl1pPr>
    </p:titleStyle>
    <p:bodyStyle>
      <a:lvl1pPr marL="415072" indent="-415072" algn="l" defTabSz="1096672" rtl="0" eaLnBrk="1" latinLnBrk="0" hangingPunct="1">
        <a:lnSpc>
          <a:spcPct val="90000"/>
        </a:lnSpc>
        <a:spcBef>
          <a:spcPct val="20000"/>
        </a:spcBef>
        <a:buSzPct val="90000"/>
        <a:buFont typeface="Arial" pitchFamily="34" charset="0"/>
        <a:buChar char="•"/>
        <a:defRPr sz="38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1pPr>
      <a:lvl2pPr marL="755898" indent="-340818" algn="l" defTabSz="1096672" rtl="0" eaLnBrk="1" latinLnBrk="0" hangingPunct="1">
        <a:lnSpc>
          <a:spcPct val="90000"/>
        </a:lnSpc>
        <a:spcBef>
          <a:spcPct val="20000"/>
        </a:spcBef>
        <a:buSzPct val="90000"/>
        <a:buFont typeface="Arial" pitchFamily="34" charset="0"/>
        <a:buChar char="•"/>
        <a:tabLst>
          <a:tab pos="755898" algn="l"/>
        </a:tabLst>
        <a:defRPr sz="3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2pPr>
      <a:lvl3pPr marL="1096715" indent="-340818" algn="l" defTabSz="1096672" rtl="0" eaLnBrk="1" latinLnBrk="0" hangingPunct="1">
        <a:lnSpc>
          <a:spcPct val="90000"/>
        </a:lnSpc>
        <a:spcBef>
          <a:spcPct val="20000"/>
        </a:spcBef>
        <a:buSzPct val="90000"/>
        <a:buFont typeface="Arial" pitchFamily="34" charset="0"/>
        <a:buChar char="•"/>
        <a:defRPr sz="29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3pPr>
      <a:lvl4pPr marL="1778357" indent="-268468" algn="l" defTabSz="1096672" rtl="0" eaLnBrk="1" latinLnBrk="0" hangingPunct="1">
        <a:lnSpc>
          <a:spcPct val="90000"/>
        </a:lnSpc>
        <a:spcBef>
          <a:spcPct val="20000"/>
        </a:spcBef>
        <a:buSzPct val="90000"/>
        <a:buFont typeface="Arial" pitchFamily="34" charset="0"/>
        <a:buChar char="•"/>
        <a:tabLst>
          <a:tab pos="1096715" algn="l"/>
        </a:tabLst>
        <a:defRPr sz="2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4pPr>
      <a:lvl5pPr marL="2054442" indent="-276084" algn="l" defTabSz="1096672" rtl="0" eaLnBrk="1" latinLnBrk="0" hangingPunct="1">
        <a:lnSpc>
          <a:spcPct val="90000"/>
        </a:lnSpc>
        <a:spcBef>
          <a:spcPct val="20000"/>
        </a:spcBef>
        <a:buSzPct val="90000"/>
        <a:buFont typeface="Arial" pitchFamily="34" charset="0"/>
        <a:buChar char="•"/>
        <a:defRPr sz="2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5pPr>
      <a:lvl6pPr marL="3015851" indent="-274168" algn="l" defTabSz="1096672"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64186" indent="-274168" algn="l" defTabSz="1096672"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112521" indent="-274168" algn="l" defTabSz="1096672"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60861" indent="-274168" algn="l" defTabSz="1096672"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096672" rtl="0" eaLnBrk="1" latinLnBrk="0" hangingPunct="1">
        <a:defRPr sz="2200" kern="1200">
          <a:solidFill>
            <a:schemeClr val="tx1"/>
          </a:solidFill>
          <a:latin typeface="+mn-lt"/>
          <a:ea typeface="+mn-ea"/>
          <a:cs typeface="+mn-cs"/>
        </a:defRPr>
      </a:lvl1pPr>
      <a:lvl2pPr marL="548337" algn="l" defTabSz="1096672" rtl="0" eaLnBrk="1" latinLnBrk="0" hangingPunct="1">
        <a:defRPr sz="2200" kern="1200">
          <a:solidFill>
            <a:schemeClr val="tx1"/>
          </a:solidFill>
          <a:latin typeface="+mn-lt"/>
          <a:ea typeface="+mn-ea"/>
          <a:cs typeface="+mn-cs"/>
        </a:defRPr>
      </a:lvl2pPr>
      <a:lvl3pPr marL="1096672" algn="l" defTabSz="1096672" rtl="0" eaLnBrk="1" latinLnBrk="0" hangingPunct="1">
        <a:defRPr sz="2200" kern="1200">
          <a:solidFill>
            <a:schemeClr val="tx1"/>
          </a:solidFill>
          <a:latin typeface="+mn-lt"/>
          <a:ea typeface="+mn-ea"/>
          <a:cs typeface="+mn-cs"/>
        </a:defRPr>
      </a:lvl3pPr>
      <a:lvl4pPr marL="1645010" algn="l" defTabSz="1096672" rtl="0" eaLnBrk="1" latinLnBrk="0" hangingPunct="1">
        <a:defRPr sz="2200" kern="1200">
          <a:solidFill>
            <a:schemeClr val="tx1"/>
          </a:solidFill>
          <a:latin typeface="+mn-lt"/>
          <a:ea typeface="+mn-ea"/>
          <a:cs typeface="+mn-cs"/>
        </a:defRPr>
      </a:lvl4pPr>
      <a:lvl5pPr marL="2193346" algn="l" defTabSz="1096672" rtl="0" eaLnBrk="1" latinLnBrk="0" hangingPunct="1">
        <a:defRPr sz="2200" kern="1200">
          <a:solidFill>
            <a:schemeClr val="tx1"/>
          </a:solidFill>
          <a:latin typeface="+mn-lt"/>
          <a:ea typeface="+mn-ea"/>
          <a:cs typeface="+mn-cs"/>
        </a:defRPr>
      </a:lvl5pPr>
      <a:lvl6pPr marL="2741682" algn="l" defTabSz="1096672" rtl="0" eaLnBrk="1" latinLnBrk="0" hangingPunct="1">
        <a:defRPr sz="2200" kern="1200">
          <a:solidFill>
            <a:schemeClr val="tx1"/>
          </a:solidFill>
          <a:latin typeface="+mn-lt"/>
          <a:ea typeface="+mn-ea"/>
          <a:cs typeface="+mn-cs"/>
        </a:defRPr>
      </a:lvl6pPr>
      <a:lvl7pPr marL="3290019" algn="l" defTabSz="1096672" rtl="0" eaLnBrk="1" latinLnBrk="0" hangingPunct="1">
        <a:defRPr sz="2200" kern="1200">
          <a:solidFill>
            <a:schemeClr val="tx1"/>
          </a:solidFill>
          <a:latin typeface="+mn-lt"/>
          <a:ea typeface="+mn-ea"/>
          <a:cs typeface="+mn-cs"/>
        </a:defRPr>
      </a:lvl7pPr>
      <a:lvl8pPr marL="3838354" algn="l" defTabSz="1096672" rtl="0" eaLnBrk="1" latinLnBrk="0" hangingPunct="1">
        <a:defRPr sz="2200" kern="1200">
          <a:solidFill>
            <a:schemeClr val="tx1"/>
          </a:solidFill>
          <a:latin typeface="+mn-lt"/>
          <a:ea typeface="+mn-ea"/>
          <a:cs typeface="+mn-cs"/>
        </a:defRPr>
      </a:lvl8pPr>
      <a:lvl9pPr marL="4386689" algn="l" defTabSz="1096672" rtl="0" eaLnBrk="1" latinLnBrk="0" hangingPunct="1">
        <a:defRPr sz="22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rgbClr val="FCFCF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0048" y="274321"/>
            <a:ext cx="13390303" cy="897476"/>
          </a:xfrm>
          <a:prstGeom prst="rect">
            <a:avLst/>
          </a:prstGeom>
        </p:spPr>
        <p:txBody>
          <a:bodyPr vert="horz" wrap="square" lIns="0" tIns="0" rIns="0" bIns="0" rtlCol="0" anchor="t">
            <a:spAutoFit/>
          </a:bodyPr>
          <a:lstStyle/>
          <a:p>
            <a:r>
              <a:rPr lang="en-US" dirty="0"/>
              <a:t>Click to edit Master title style</a:t>
            </a:r>
          </a:p>
        </p:txBody>
      </p:sp>
      <p:sp>
        <p:nvSpPr>
          <p:cNvPr id="3" name="Text Placeholder 2"/>
          <p:cNvSpPr>
            <a:spLocks noGrp="1"/>
          </p:cNvSpPr>
          <p:nvPr>
            <p:ph type="body" idx="1"/>
          </p:nvPr>
        </p:nvSpPr>
        <p:spPr>
          <a:xfrm>
            <a:off x="620048" y="1755648"/>
            <a:ext cx="13390303" cy="2474524"/>
          </a:xfrm>
          <a:prstGeom prst="rect">
            <a:avLst/>
          </a:prstGeom>
        </p:spPr>
        <p:txBody>
          <a:bodyPr vert="horz" wrap="square"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p:cNvPicPr>
            <a:picLocks noChangeAspect="1"/>
          </p:cNvPicPr>
          <p:nvPr/>
        </p:nvPicPr>
        <p:blipFill>
          <a:blip r:embed="rId18" cstate="print">
            <a:duotone>
              <a:prstClr val="black"/>
              <a:schemeClr val="tx2">
                <a:tint val="45000"/>
                <a:satMod val="400000"/>
              </a:schemeClr>
            </a:duotone>
            <a:extLst>
              <a:ext uri="{BEBA8EAE-BF5A-486C-A8C5-ECC9F3942E4B}">
                <a14:imgProps xmlns:a14="http://schemas.microsoft.com/office/drawing/2010/main">
                  <a14:imgLayer r:embed="rId19">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12457212" y="7845651"/>
            <a:ext cx="2018831" cy="234601"/>
          </a:xfrm>
          <a:prstGeom prst="rect">
            <a:avLst/>
          </a:prstGeom>
        </p:spPr>
      </p:pic>
    </p:spTree>
    <p:extLst>
      <p:ext uri="{BB962C8B-B14F-4D97-AF65-F5344CB8AC3E}">
        <p14:creationId xmlns:p14="http://schemas.microsoft.com/office/powerpoint/2010/main" val="2748958351"/>
      </p:ext>
    </p:extLst>
  </p:cSld>
  <p:clrMap bg1="lt1" tx1="dk1" bg2="lt2" tx2="dk2" accent1="accent1" accent2="accent2" accent3="accent3" accent4="accent4" accent5="accent5" accent6="accent6" hlink="hlink" folHlink="folHlink"/>
  <p:sldLayoutIdLst>
    <p:sldLayoutId id="2147484187" r:id="rId1"/>
    <p:sldLayoutId id="2147484188" r:id="rId2"/>
    <p:sldLayoutId id="2147484189" r:id="rId3"/>
    <p:sldLayoutId id="2147484190" r:id="rId4"/>
    <p:sldLayoutId id="2147484191" r:id="rId5"/>
    <p:sldLayoutId id="2147484192" r:id="rId6"/>
    <p:sldLayoutId id="2147484193" r:id="rId7"/>
    <p:sldLayoutId id="2147484194" r:id="rId8"/>
    <p:sldLayoutId id="2147484195" r:id="rId9"/>
    <p:sldLayoutId id="2147484196" r:id="rId10"/>
    <p:sldLayoutId id="2147484197" r:id="rId11"/>
    <p:sldLayoutId id="2147484198" r:id="rId12"/>
    <p:sldLayoutId id="2147484199" r:id="rId13"/>
    <p:sldLayoutId id="2147484200" r:id="rId14"/>
    <p:sldLayoutId id="2147484201" r:id="rId15"/>
    <p:sldLayoutId id="2147484202" r:id="rId16"/>
  </p:sldLayoutIdLst>
  <p:transition>
    <p:fade/>
  </p:transition>
  <p:txStyles>
    <p:titleStyle>
      <a:lvl1pPr algn="l" defTabSz="1097236" rtl="0" eaLnBrk="1" latinLnBrk="0" hangingPunct="1">
        <a:lnSpc>
          <a:spcPct val="90000"/>
        </a:lnSpc>
        <a:spcBef>
          <a:spcPct val="0"/>
        </a:spcBef>
        <a:buNone/>
        <a:defRPr lang="en-US" sz="6480" b="0" kern="1200" cap="none" spc="-120" baseline="0" dirty="0" smtClean="0">
          <a:ln w="3175">
            <a:solidFill>
              <a:schemeClr val="bg1">
                <a:alpha val="0"/>
              </a:schemeClr>
            </a:solidFill>
          </a:ln>
          <a:gradFill flip="none" rotWithShape="1">
            <a:gsLst>
              <a:gs pos="0">
                <a:srgbClr val="595959"/>
              </a:gs>
              <a:gs pos="86000">
                <a:srgbClr val="595959"/>
              </a:gs>
            </a:gsLst>
            <a:lin ang="5400000" scaled="0"/>
            <a:tileRect/>
          </a:gradFill>
          <a:effectLst/>
          <a:latin typeface="Segoe UI Light" pitchFamily="34" charset="0"/>
          <a:ea typeface="+mn-ea"/>
          <a:cs typeface="Arial" charset="0"/>
        </a:defRPr>
      </a:lvl1pPr>
    </p:titleStyle>
    <p:bodyStyle>
      <a:lvl1pPr marL="413386" indent="-413386" algn="l" defTabSz="1097236" rtl="0" eaLnBrk="1" latinLnBrk="0" hangingPunct="1">
        <a:lnSpc>
          <a:spcPct val="100000"/>
        </a:lnSpc>
        <a:spcBef>
          <a:spcPts val="1440"/>
        </a:spcBef>
        <a:buSzPct val="80000"/>
        <a:buFont typeface="Arial" pitchFamily="34" charset="0"/>
        <a:buChar char="•"/>
        <a:defRPr sz="3840" kern="1200">
          <a:ln>
            <a:solidFill>
              <a:schemeClr val="bg1">
                <a:alpha val="0"/>
              </a:schemeClr>
            </a:solidFill>
          </a:ln>
          <a:gradFill>
            <a:gsLst>
              <a:gs pos="0">
                <a:srgbClr val="595959"/>
              </a:gs>
              <a:gs pos="86000">
                <a:srgbClr val="595959"/>
              </a:gs>
            </a:gsLst>
            <a:lin ang="5400000" scaled="0"/>
          </a:gradFill>
          <a:latin typeface="+mn-lt"/>
          <a:ea typeface="+mn-ea"/>
          <a:cs typeface="+mn-cs"/>
        </a:defRPr>
      </a:lvl1pPr>
      <a:lvl2pPr marL="962026" indent="-409576" algn="l" defTabSz="1097236" rtl="0" eaLnBrk="1" latinLnBrk="0" hangingPunct="1">
        <a:lnSpc>
          <a:spcPct val="100000"/>
        </a:lnSpc>
        <a:spcBef>
          <a:spcPts val="360"/>
        </a:spcBef>
        <a:buSzPct val="80000"/>
        <a:buFont typeface="Arial" pitchFamily="34" charset="0"/>
        <a:buChar char="•"/>
        <a:defRPr sz="3360" kern="1200">
          <a:ln>
            <a:solidFill>
              <a:schemeClr val="bg1">
                <a:alpha val="0"/>
              </a:schemeClr>
            </a:solidFill>
          </a:ln>
          <a:gradFill>
            <a:gsLst>
              <a:gs pos="0">
                <a:srgbClr val="595959"/>
              </a:gs>
              <a:gs pos="86000">
                <a:srgbClr val="595959"/>
              </a:gs>
            </a:gsLst>
            <a:lin ang="5400000" scaled="0"/>
          </a:gradFill>
          <a:latin typeface="+mn-lt"/>
          <a:ea typeface="+mn-ea"/>
          <a:cs typeface="+mn-cs"/>
        </a:defRPr>
      </a:lvl2pPr>
      <a:lvl3pPr marL="1510666" indent="-413386" algn="l" defTabSz="1097236" rtl="0" eaLnBrk="1" latinLnBrk="0" hangingPunct="1">
        <a:lnSpc>
          <a:spcPct val="100000"/>
        </a:lnSpc>
        <a:spcBef>
          <a:spcPts val="360"/>
        </a:spcBef>
        <a:buSzPct val="80000"/>
        <a:buFont typeface="Arial" pitchFamily="34" charset="0"/>
        <a:buChar char="•"/>
        <a:defRPr sz="2880" kern="1200">
          <a:ln>
            <a:solidFill>
              <a:schemeClr val="bg1">
                <a:alpha val="0"/>
              </a:schemeClr>
            </a:solidFill>
          </a:ln>
          <a:gradFill>
            <a:gsLst>
              <a:gs pos="0">
                <a:srgbClr val="595959"/>
              </a:gs>
              <a:gs pos="86000">
                <a:srgbClr val="595959"/>
              </a:gs>
            </a:gsLst>
            <a:lin ang="5400000" scaled="0"/>
          </a:gradFill>
          <a:latin typeface="+mn-lt"/>
          <a:ea typeface="+mn-ea"/>
          <a:cs typeface="+mn-cs"/>
        </a:defRPr>
      </a:lvl3pPr>
      <a:lvl4pPr marL="2059306" indent="-415290" algn="l" defTabSz="1097236" rtl="0" eaLnBrk="1" latinLnBrk="0" hangingPunct="1">
        <a:lnSpc>
          <a:spcPct val="100000"/>
        </a:lnSpc>
        <a:spcBef>
          <a:spcPts val="360"/>
        </a:spcBef>
        <a:buSzPct val="80000"/>
        <a:buFont typeface="Arial" pitchFamily="34" charset="0"/>
        <a:buChar char="•"/>
        <a:defRPr sz="2400" kern="1200">
          <a:ln>
            <a:solidFill>
              <a:schemeClr val="bg1">
                <a:alpha val="0"/>
              </a:schemeClr>
            </a:solidFill>
          </a:ln>
          <a:gradFill>
            <a:gsLst>
              <a:gs pos="0">
                <a:srgbClr val="595959"/>
              </a:gs>
              <a:gs pos="86000">
                <a:srgbClr val="595959"/>
              </a:gs>
            </a:gsLst>
            <a:lin ang="5400000" scaled="0"/>
          </a:gradFill>
          <a:latin typeface="+mn-lt"/>
          <a:ea typeface="+mn-ea"/>
          <a:cs typeface="+mn-cs"/>
        </a:defRPr>
      </a:lvl4pPr>
      <a:lvl5pPr marL="2607946" indent="-403860" algn="l" defTabSz="1097236" rtl="0" eaLnBrk="1" latinLnBrk="0" hangingPunct="1">
        <a:lnSpc>
          <a:spcPct val="100000"/>
        </a:lnSpc>
        <a:spcBef>
          <a:spcPts val="360"/>
        </a:spcBef>
        <a:buSzPct val="80000"/>
        <a:buFont typeface="Arial" pitchFamily="34" charset="0"/>
        <a:buChar char="•"/>
        <a:defRPr sz="2400" kern="1200">
          <a:ln>
            <a:solidFill>
              <a:schemeClr val="bg1">
                <a:alpha val="0"/>
              </a:schemeClr>
            </a:solidFill>
          </a:ln>
          <a:gradFill>
            <a:gsLst>
              <a:gs pos="0">
                <a:srgbClr val="595959"/>
              </a:gs>
              <a:gs pos="86000">
                <a:srgbClr val="595959"/>
              </a:gs>
            </a:gsLst>
            <a:lin ang="5400000" scaled="0"/>
          </a:gradFill>
          <a:latin typeface="+mn-lt"/>
          <a:ea typeface="+mn-ea"/>
          <a:cs typeface="+mn-cs"/>
        </a:defRPr>
      </a:lvl5pPr>
      <a:lvl6pPr marL="3017399" indent="-274309" algn="l" defTabSz="1097236"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66017" indent="-274309" algn="l" defTabSz="109723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114636" indent="-274309" algn="l" defTabSz="109723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63254" indent="-274309" algn="l" defTabSz="1097236"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097236" rtl="0" eaLnBrk="1" latinLnBrk="0" hangingPunct="1">
        <a:defRPr sz="2160" kern="1200">
          <a:solidFill>
            <a:schemeClr val="tx1"/>
          </a:solidFill>
          <a:latin typeface="+mn-lt"/>
          <a:ea typeface="+mn-ea"/>
          <a:cs typeface="+mn-cs"/>
        </a:defRPr>
      </a:lvl1pPr>
      <a:lvl2pPr marL="548618" algn="l" defTabSz="1097236" rtl="0" eaLnBrk="1" latinLnBrk="0" hangingPunct="1">
        <a:defRPr sz="2160" kern="1200">
          <a:solidFill>
            <a:schemeClr val="tx1"/>
          </a:solidFill>
          <a:latin typeface="+mn-lt"/>
          <a:ea typeface="+mn-ea"/>
          <a:cs typeface="+mn-cs"/>
        </a:defRPr>
      </a:lvl2pPr>
      <a:lvl3pPr marL="1097236" algn="l" defTabSz="1097236" rtl="0" eaLnBrk="1" latinLnBrk="0" hangingPunct="1">
        <a:defRPr sz="2160" kern="1200">
          <a:solidFill>
            <a:schemeClr val="tx1"/>
          </a:solidFill>
          <a:latin typeface="+mn-lt"/>
          <a:ea typeface="+mn-ea"/>
          <a:cs typeface="+mn-cs"/>
        </a:defRPr>
      </a:lvl3pPr>
      <a:lvl4pPr marL="1645854" algn="l" defTabSz="1097236" rtl="0" eaLnBrk="1" latinLnBrk="0" hangingPunct="1">
        <a:defRPr sz="2160" kern="1200">
          <a:solidFill>
            <a:schemeClr val="tx1"/>
          </a:solidFill>
          <a:latin typeface="+mn-lt"/>
          <a:ea typeface="+mn-ea"/>
          <a:cs typeface="+mn-cs"/>
        </a:defRPr>
      </a:lvl4pPr>
      <a:lvl5pPr marL="2194472" algn="l" defTabSz="1097236" rtl="0" eaLnBrk="1" latinLnBrk="0" hangingPunct="1">
        <a:defRPr sz="2160" kern="1200">
          <a:solidFill>
            <a:schemeClr val="tx1"/>
          </a:solidFill>
          <a:latin typeface="+mn-lt"/>
          <a:ea typeface="+mn-ea"/>
          <a:cs typeface="+mn-cs"/>
        </a:defRPr>
      </a:lvl5pPr>
      <a:lvl6pPr marL="2743091" algn="l" defTabSz="1097236" rtl="0" eaLnBrk="1" latinLnBrk="0" hangingPunct="1">
        <a:defRPr sz="2160" kern="1200">
          <a:solidFill>
            <a:schemeClr val="tx1"/>
          </a:solidFill>
          <a:latin typeface="+mn-lt"/>
          <a:ea typeface="+mn-ea"/>
          <a:cs typeface="+mn-cs"/>
        </a:defRPr>
      </a:lvl6pPr>
      <a:lvl7pPr marL="3291708" algn="l" defTabSz="1097236" rtl="0" eaLnBrk="1" latinLnBrk="0" hangingPunct="1">
        <a:defRPr sz="2160" kern="1200">
          <a:solidFill>
            <a:schemeClr val="tx1"/>
          </a:solidFill>
          <a:latin typeface="+mn-lt"/>
          <a:ea typeface="+mn-ea"/>
          <a:cs typeface="+mn-cs"/>
        </a:defRPr>
      </a:lvl7pPr>
      <a:lvl8pPr marL="3840326" algn="l" defTabSz="1097236" rtl="0" eaLnBrk="1" latinLnBrk="0" hangingPunct="1">
        <a:defRPr sz="2160" kern="1200">
          <a:solidFill>
            <a:schemeClr val="tx1"/>
          </a:solidFill>
          <a:latin typeface="+mn-lt"/>
          <a:ea typeface="+mn-ea"/>
          <a:cs typeface="+mn-cs"/>
        </a:defRPr>
      </a:lvl8pPr>
      <a:lvl9pPr marL="4388945" algn="l" defTabSz="1097236"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8.xml"/></Relationships>
</file>

<file path=ppt/slides/_rels/slide3.xml.rels><?xml version="1.0" encoding="UTF-8" standalone="yes"?>
<Relationships xmlns="http://schemas.openxmlformats.org/package/2006/relationships"><Relationship Id="rId3" Type="http://schemas.openxmlformats.org/officeDocument/2006/relationships/hyperlink" Target="http://ea.windowsazure.cn/" TargetMode="External"/><Relationship Id="rId2" Type="http://schemas.openxmlformats.org/officeDocument/2006/relationships/notesSlide" Target="../notesSlides/notesSlide3.xml"/><Relationship Id="rId1" Type="http://schemas.openxmlformats.org/officeDocument/2006/relationships/slideLayout" Target="../slideLayouts/slideLayout78.xml"/><Relationship Id="rId4" Type="http://schemas.openxmlformats.org/officeDocument/2006/relationships/hyperlink" Target="http://manage.windowsazure.cn/"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8.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78.xml"/></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78.xml"/></Relationships>
</file>

<file path=ppt/slides/_rels/slide7.xml.rels><?xml version="1.0" encoding="UTF-8" standalone="yes"?>
<Relationships xmlns="http://schemas.openxmlformats.org/package/2006/relationships"><Relationship Id="rId3" Type="http://schemas.openxmlformats.org/officeDocument/2006/relationships/hyperlink" Target="https://login.partner.microsoftonline.cn/" TargetMode="External"/><Relationship Id="rId2" Type="http://schemas.openxmlformats.org/officeDocument/2006/relationships/notesSlide" Target="../notesSlides/notesSlide7.xml"/><Relationship Id="rId1" Type="http://schemas.openxmlformats.org/officeDocument/2006/relationships/slideLayout" Target="../slideLayouts/slideLayout78.xml"/></Relationships>
</file>

<file path=ppt/slides/_rels/slide8.xml.rels><?xml version="1.0" encoding="UTF-8" standalone="yes"?>
<Relationships xmlns="http://schemas.openxmlformats.org/package/2006/relationships"><Relationship Id="rId3" Type="http://schemas.openxmlformats.org/officeDocument/2006/relationships/hyperlink" Target="mailto:admin@[CompanyName].xxxxx.cn" TargetMode="External"/><Relationship Id="rId2" Type="http://schemas.openxmlformats.org/officeDocument/2006/relationships/notesSlide" Target="../notesSlides/notesSlide8.xml"/><Relationship Id="rId1" Type="http://schemas.openxmlformats.org/officeDocument/2006/relationships/slideLayout" Target="../slideLayouts/slideLayout7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0.xml"/></Relationships>
</file>

<file path=ppt/slides/_rels/slide13.xml.rels><?xml version="1.0" encoding="UTF-8" standalone="yes"?>
<Relationships xmlns="http://schemas.openxmlformats.org/package/2006/relationships"><Relationship Id="rId3" Type="http://schemas.openxmlformats.org/officeDocument/2006/relationships/hyperlink" Target="https://login.partner.microsoftonline.cn/" TargetMode="External"/><Relationship Id="rId2" Type="http://schemas.openxmlformats.org/officeDocument/2006/relationships/notesSlide" Target="../notesSlides/notesSlide13.xml"/><Relationship Id="rId1" Type="http://schemas.openxmlformats.org/officeDocument/2006/relationships/slideLayout" Target="../slideLayouts/slideLayout7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8.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87.xml"/><Relationship Id="rId2" Type="http://schemas.openxmlformats.org/officeDocument/2006/relationships/tags" Target="../tags/tag1.xml"/><Relationship Id="rId1" Type="http://schemas.openxmlformats.org/officeDocument/2006/relationships/vmlDrawing" Target="../drawings/vmlDrawing1.vml"/><Relationship Id="rId6" Type="http://schemas.openxmlformats.org/officeDocument/2006/relationships/image" Target="../media/image20.emf"/><Relationship Id="rId5" Type="http://schemas.openxmlformats.org/officeDocument/2006/relationships/oleObject" Target="../embeddings/oleObject1.bin"/><Relationship Id="rId4"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615477" y="2582633"/>
            <a:ext cx="14337652" cy="969496"/>
          </a:xfrm>
        </p:spPr>
        <p:txBody>
          <a:bodyPr/>
          <a:lstStyle/>
          <a:p>
            <a:r>
              <a:rPr lang="en-US" altLang="zh-CN" sz="7000" dirty="0"/>
              <a:t>Azure EA Portal Training</a:t>
            </a:r>
            <a:endParaRPr lang="en-US" sz="7000" dirty="0"/>
          </a:p>
        </p:txBody>
      </p:sp>
      <p:sp>
        <p:nvSpPr>
          <p:cNvPr id="3" name="Text Placeholder 2"/>
          <p:cNvSpPr>
            <a:spLocks noGrp="1"/>
          </p:cNvSpPr>
          <p:nvPr>
            <p:ph type="body" sz="quarter" idx="11"/>
          </p:nvPr>
        </p:nvSpPr>
        <p:spPr>
          <a:xfrm>
            <a:off x="615481" y="5260004"/>
            <a:ext cx="9018713" cy="892552"/>
          </a:xfrm>
        </p:spPr>
        <p:txBody>
          <a:bodyPr/>
          <a:lstStyle/>
          <a:p>
            <a:r>
              <a:rPr lang="en-US" sz="2900" dirty="0"/>
              <a:t>Lei Zhang</a:t>
            </a:r>
          </a:p>
          <a:p>
            <a:r>
              <a:rPr lang="en-US" altLang="zh-CN" sz="2900" dirty="0"/>
              <a:t>leizha@microsoft.com</a:t>
            </a:r>
            <a:endParaRPr lang="en-US" sz="2900" dirty="0"/>
          </a:p>
        </p:txBody>
      </p:sp>
    </p:spTree>
    <p:extLst>
      <p:ext uri="{BB962C8B-B14F-4D97-AF65-F5344CB8AC3E}">
        <p14:creationId xmlns:p14="http://schemas.microsoft.com/office/powerpoint/2010/main" val="817599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内容</a:t>
            </a:r>
          </a:p>
        </p:txBody>
      </p:sp>
      <p:sp>
        <p:nvSpPr>
          <p:cNvPr id="5" name="内容占位符 4"/>
          <p:cNvSpPr>
            <a:spLocks noGrp="1"/>
          </p:cNvSpPr>
          <p:nvPr>
            <p:ph sz="quarter" idx="10"/>
          </p:nvPr>
        </p:nvSpPr>
        <p:spPr/>
        <p:txBody>
          <a:bodyPr/>
          <a:lstStyle/>
          <a:p>
            <a:r>
              <a:rPr lang="zh-CN" altLang="en-US" dirty="0"/>
              <a:t>什么是</a:t>
            </a:r>
            <a:r>
              <a:rPr lang="en-US" altLang="zh-CN" dirty="0"/>
              <a:t>Azure EA Portal</a:t>
            </a:r>
          </a:p>
          <a:p>
            <a:r>
              <a:rPr lang="en-US" altLang="zh-CN" dirty="0"/>
              <a:t>Azure EA Portal</a:t>
            </a:r>
            <a:r>
              <a:rPr lang="zh-CN" altLang="en-US" dirty="0"/>
              <a:t>相关概念</a:t>
            </a:r>
            <a:endParaRPr lang="en-US" altLang="zh-CN" dirty="0"/>
          </a:p>
          <a:p>
            <a:pPr lvl="1"/>
            <a:r>
              <a:rPr lang="zh-CN" altLang="en-US" dirty="0"/>
              <a:t>账户</a:t>
            </a:r>
            <a:endParaRPr lang="en-US" altLang="zh-CN" dirty="0"/>
          </a:p>
          <a:p>
            <a:pPr lvl="1"/>
            <a:r>
              <a:rPr lang="zh-CN" altLang="en-US" dirty="0"/>
              <a:t>订阅</a:t>
            </a:r>
            <a:endParaRPr lang="en-US" altLang="zh-CN" dirty="0"/>
          </a:p>
          <a:p>
            <a:pPr lvl="1"/>
            <a:r>
              <a:rPr lang="zh-CN" altLang="en-US" dirty="0"/>
              <a:t>账户</a:t>
            </a:r>
            <a:endParaRPr lang="en-US" altLang="zh-CN" dirty="0"/>
          </a:p>
          <a:p>
            <a:r>
              <a:rPr lang="en-US" altLang="zh-CN" dirty="0"/>
              <a:t>Demo</a:t>
            </a:r>
          </a:p>
          <a:p>
            <a:pPr lvl="1"/>
            <a:endParaRPr lang="en-US" altLang="zh-CN" dirty="0"/>
          </a:p>
          <a:p>
            <a:pPr marL="552450" lvl="1" indent="0">
              <a:buNone/>
            </a:pPr>
            <a:endParaRPr lang="zh-CN" altLang="en-US" dirty="0"/>
          </a:p>
        </p:txBody>
      </p:sp>
    </p:spTree>
    <p:extLst>
      <p:ext uri="{BB962C8B-B14F-4D97-AF65-F5344CB8AC3E}">
        <p14:creationId xmlns:p14="http://schemas.microsoft.com/office/powerpoint/2010/main" val="1734088843"/>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什么是</a:t>
            </a:r>
            <a:r>
              <a:rPr lang="en-US" altLang="zh-CN" dirty="0"/>
              <a:t>Azure EA Portal</a:t>
            </a:r>
            <a:endParaRPr lang="zh-CN" altLang="en-US" dirty="0"/>
          </a:p>
        </p:txBody>
      </p:sp>
      <p:sp>
        <p:nvSpPr>
          <p:cNvPr id="3" name="内容占位符 2"/>
          <p:cNvSpPr>
            <a:spLocks noGrp="1"/>
          </p:cNvSpPr>
          <p:nvPr>
            <p:ph sz="quarter" idx="10"/>
          </p:nvPr>
        </p:nvSpPr>
        <p:spPr>
          <a:xfrm>
            <a:off x="623098" y="1756411"/>
            <a:ext cx="13390303" cy="5827236"/>
          </a:xfrm>
        </p:spPr>
        <p:txBody>
          <a:bodyPr/>
          <a:lstStyle/>
          <a:p>
            <a:r>
              <a:rPr lang="zh-CN" altLang="en-US" dirty="0"/>
              <a:t>主要面向于</a:t>
            </a:r>
            <a:r>
              <a:rPr lang="en-US" altLang="zh-CN" dirty="0"/>
              <a:t>Azure</a:t>
            </a:r>
            <a:r>
              <a:rPr lang="zh-CN" altLang="en-US" dirty="0"/>
              <a:t>管理人员 </a:t>
            </a:r>
            <a:r>
              <a:rPr lang="en-US" altLang="zh-CN" dirty="0">
                <a:hlinkClick r:id="rId3"/>
              </a:rPr>
              <a:t>http://ea.windowsazure.cn/</a:t>
            </a:r>
            <a:r>
              <a:rPr lang="en-US" altLang="zh-CN" dirty="0"/>
              <a:t> </a:t>
            </a:r>
          </a:p>
          <a:p>
            <a:r>
              <a:rPr lang="zh-CN" altLang="en-US" dirty="0"/>
              <a:t>主要功能如下：</a:t>
            </a:r>
            <a:endParaRPr lang="en-US" altLang="zh-CN" dirty="0"/>
          </a:p>
          <a:p>
            <a:pPr lvl="1"/>
            <a:r>
              <a:rPr lang="zh-CN" altLang="en-US" dirty="0"/>
              <a:t>创建新的部门</a:t>
            </a:r>
            <a:endParaRPr lang="en-US" altLang="zh-CN" dirty="0"/>
          </a:p>
          <a:p>
            <a:pPr lvl="1"/>
            <a:r>
              <a:rPr lang="zh-CN" altLang="en-US" dirty="0"/>
              <a:t>创建新的账户</a:t>
            </a:r>
            <a:endParaRPr lang="en-US" altLang="zh-CN" dirty="0"/>
          </a:p>
          <a:p>
            <a:pPr lvl="1"/>
            <a:r>
              <a:rPr lang="zh-CN" altLang="en-US" dirty="0"/>
              <a:t>创建新的订阅</a:t>
            </a:r>
            <a:endParaRPr lang="en-US" altLang="zh-CN" dirty="0"/>
          </a:p>
          <a:p>
            <a:pPr lvl="1"/>
            <a:r>
              <a:rPr lang="zh-CN" altLang="en-US" dirty="0"/>
              <a:t>查看使用账单</a:t>
            </a:r>
            <a:endParaRPr lang="en-US" altLang="zh-CN" dirty="0"/>
          </a:p>
          <a:p>
            <a:pPr lvl="1"/>
            <a:r>
              <a:rPr lang="zh-CN" altLang="en-US" dirty="0"/>
              <a:t>设置邮件通知</a:t>
            </a:r>
            <a:endParaRPr lang="en-US" altLang="zh-CN" dirty="0"/>
          </a:p>
          <a:p>
            <a:r>
              <a:rPr lang="zh-CN" altLang="en-US" dirty="0"/>
              <a:t>不适用于</a:t>
            </a:r>
            <a:r>
              <a:rPr lang="en-US" altLang="zh-CN" dirty="0"/>
              <a:t>Azure</a:t>
            </a:r>
            <a:r>
              <a:rPr lang="zh-CN" altLang="en-US" dirty="0"/>
              <a:t>最终用户</a:t>
            </a:r>
            <a:endParaRPr lang="en-US" altLang="zh-CN" dirty="0"/>
          </a:p>
          <a:p>
            <a:pPr lvl="1"/>
            <a:r>
              <a:rPr lang="zh-CN" altLang="en-US" dirty="0"/>
              <a:t>不能创建和管理</a:t>
            </a:r>
            <a:r>
              <a:rPr lang="en-US" altLang="zh-CN" dirty="0"/>
              <a:t>Azure</a:t>
            </a:r>
            <a:r>
              <a:rPr lang="zh-CN" altLang="en-US" dirty="0"/>
              <a:t>服务，如虚拟机，</a:t>
            </a:r>
            <a:r>
              <a:rPr lang="en-US" altLang="zh-CN" dirty="0"/>
              <a:t>PaaS</a:t>
            </a:r>
            <a:r>
              <a:rPr lang="zh-CN" altLang="en-US" dirty="0"/>
              <a:t>服务等</a:t>
            </a:r>
            <a:endParaRPr lang="en-US" altLang="zh-CN" dirty="0"/>
          </a:p>
          <a:p>
            <a:pPr lvl="1"/>
            <a:r>
              <a:rPr lang="zh-CN" altLang="en-US" dirty="0"/>
              <a:t>管理</a:t>
            </a:r>
            <a:r>
              <a:rPr lang="en-US" altLang="zh-CN" dirty="0"/>
              <a:t>Azure</a:t>
            </a:r>
            <a:r>
              <a:rPr lang="zh-CN" altLang="en-US" dirty="0"/>
              <a:t>服务，请使用 </a:t>
            </a:r>
            <a:r>
              <a:rPr lang="en-US" altLang="zh-CN" dirty="0">
                <a:hlinkClick r:id="rId4"/>
              </a:rPr>
              <a:t>http://manage.windowsazure.cn/</a:t>
            </a:r>
            <a:endParaRPr lang="en-US" altLang="zh-CN" dirty="0"/>
          </a:p>
        </p:txBody>
      </p:sp>
    </p:spTree>
    <p:extLst>
      <p:ext uri="{BB962C8B-B14F-4D97-AF65-F5344CB8AC3E}">
        <p14:creationId xmlns:p14="http://schemas.microsoft.com/office/powerpoint/2010/main" val="2202924417"/>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Azure</a:t>
            </a:r>
            <a:r>
              <a:rPr lang="zh-CN" altLang="en-US" dirty="0"/>
              <a:t>基本概念</a:t>
            </a:r>
          </a:p>
        </p:txBody>
      </p:sp>
      <p:sp>
        <p:nvSpPr>
          <p:cNvPr id="3" name="内容占位符 2"/>
          <p:cNvSpPr>
            <a:spLocks noGrp="1"/>
          </p:cNvSpPr>
          <p:nvPr>
            <p:ph sz="quarter" idx="10"/>
          </p:nvPr>
        </p:nvSpPr>
        <p:spPr>
          <a:xfrm>
            <a:off x="623098" y="1756411"/>
            <a:ext cx="13390303" cy="6376104"/>
          </a:xfrm>
        </p:spPr>
        <p:txBody>
          <a:bodyPr/>
          <a:lstStyle/>
          <a:p>
            <a:r>
              <a:rPr lang="en-US" altLang="zh-CN" dirty="0"/>
              <a:t>Org ID</a:t>
            </a:r>
          </a:p>
          <a:p>
            <a:pPr lvl="1"/>
            <a:r>
              <a:rPr lang="en-US" altLang="zh-CN" sz="2000" dirty="0"/>
              <a:t>Azure China</a:t>
            </a:r>
            <a:r>
              <a:rPr lang="zh-CN" altLang="en-US" sz="2000" dirty="0"/>
              <a:t>的用户名系统</a:t>
            </a:r>
            <a:endParaRPr lang="en-US" altLang="zh-CN" sz="2000" dirty="0"/>
          </a:p>
          <a:p>
            <a:pPr lvl="1"/>
            <a:r>
              <a:rPr lang="zh-CN" altLang="en-US" sz="2000" dirty="0"/>
              <a:t>例如： </a:t>
            </a:r>
            <a:r>
              <a:rPr lang="en-US" altLang="zh-CN" sz="2000" dirty="0"/>
              <a:t>[</a:t>
            </a:r>
            <a:r>
              <a:rPr lang="zh-CN" altLang="en-US" sz="2000" dirty="0"/>
              <a:t>用户</a:t>
            </a:r>
            <a:r>
              <a:rPr lang="en-US" altLang="zh-CN" sz="2000" dirty="0"/>
              <a:t>]@[</a:t>
            </a:r>
            <a:r>
              <a:rPr lang="en-US" altLang="zh-CN" sz="2000" dirty="0" err="1"/>
              <a:t>CompanyName</a:t>
            </a:r>
            <a:r>
              <a:rPr lang="en-US" altLang="zh-CN" sz="2000" dirty="0"/>
              <a:t>].partner.onmschina.cn</a:t>
            </a:r>
          </a:p>
          <a:p>
            <a:r>
              <a:rPr lang="zh-CN" altLang="en-US" dirty="0"/>
              <a:t>订阅</a:t>
            </a:r>
            <a:endParaRPr lang="en-US" altLang="zh-CN" dirty="0"/>
          </a:p>
          <a:p>
            <a:pPr lvl="1"/>
            <a:r>
              <a:rPr lang="zh-CN" altLang="en-US" sz="2000" dirty="0"/>
              <a:t>是一组</a:t>
            </a:r>
            <a:r>
              <a:rPr lang="en-US" altLang="zh-CN" sz="2000" dirty="0"/>
              <a:t>Azure</a:t>
            </a:r>
            <a:r>
              <a:rPr lang="zh-CN" altLang="en-US" sz="2000" dirty="0"/>
              <a:t>资源的集合，</a:t>
            </a:r>
            <a:r>
              <a:rPr lang="en-US" altLang="zh-CN" sz="2000" dirty="0"/>
              <a:t>Azure</a:t>
            </a:r>
            <a:r>
              <a:rPr lang="zh-CN" altLang="en-US" sz="2000" dirty="0"/>
              <a:t>计费的最小单位。概念上类似于账单。</a:t>
            </a:r>
            <a:endParaRPr lang="en-US" altLang="zh-CN" sz="2000" dirty="0"/>
          </a:p>
          <a:p>
            <a:pPr lvl="1"/>
            <a:r>
              <a:rPr lang="zh-CN" altLang="en-US" sz="2000" dirty="0"/>
              <a:t>对于企业级客户，可以给不同部门分配不同的订阅，用来分隔权限、分别计费</a:t>
            </a:r>
            <a:endParaRPr lang="en-US" altLang="zh-CN" sz="2000" dirty="0"/>
          </a:p>
          <a:p>
            <a:r>
              <a:rPr lang="zh-CN" altLang="en-US" dirty="0"/>
              <a:t>账户</a:t>
            </a:r>
            <a:endParaRPr lang="en-US" altLang="zh-CN" dirty="0"/>
          </a:p>
          <a:p>
            <a:pPr lvl="1"/>
            <a:r>
              <a:rPr lang="zh-CN" altLang="en-US" sz="2000" dirty="0"/>
              <a:t>登录</a:t>
            </a:r>
            <a:r>
              <a:rPr lang="en-US" altLang="zh-CN" sz="2000" dirty="0"/>
              <a:t>Azure</a:t>
            </a:r>
            <a:r>
              <a:rPr lang="zh-CN" altLang="en-US" sz="2000" dirty="0"/>
              <a:t>的用户名、密码</a:t>
            </a:r>
            <a:endParaRPr lang="en-US" altLang="zh-CN" sz="2000" dirty="0"/>
          </a:p>
          <a:p>
            <a:r>
              <a:rPr lang="zh-CN" altLang="en-US" dirty="0"/>
              <a:t>订阅和账户的关系</a:t>
            </a:r>
            <a:endParaRPr lang="en-US" altLang="zh-CN" dirty="0"/>
          </a:p>
          <a:p>
            <a:pPr lvl="1"/>
            <a:r>
              <a:rPr lang="zh-CN" altLang="en-US" sz="2000" dirty="0"/>
              <a:t>多对多，一个账户可以登录多个订阅</a:t>
            </a:r>
            <a:endParaRPr lang="en-US" altLang="zh-CN" dirty="0"/>
          </a:p>
          <a:p>
            <a:r>
              <a:rPr lang="zh-CN" altLang="en-US" dirty="0"/>
              <a:t>订阅</a:t>
            </a:r>
            <a:r>
              <a:rPr lang="en-US" altLang="zh-CN" dirty="0"/>
              <a:t>=</a:t>
            </a:r>
            <a:r>
              <a:rPr lang="zh-CN" altLang="en-US" dirty="0"/>
              <a:t>门，账户</a:t>
            </a:r>
            <a:r>
              <a:rPr lang="en-US" altLang="zh-CN" dirty="0"/>
              <a:t>=</a:t>
            </a:r>
            <a:r>
              <a:rPr lang="zh-CN" altLang="en-US" dirty="0"/>
              <a:t>钥匙，</a:t>
            </a:r>
            <a:endParaRPr lang="en-US" altLang="zh-CN" dirty="0"/>
          </a:p>
          <a:p>
            <a:r>
              <a:rPr lang="en-US" altLang="zh-CN" dirty="0"/>
              <a:t>Azure</a:t>
            </a:r>
            <a:r>
              <a:rPr lang="zh-CN" altLang="en-US" dirty="0"/>
              <a:t>资源</a:t>
            </a:r>
            <a:r>
              <a:rPr lang="en-US" altLang="zh-CN" dirty="0"/>
              <a:t>=</a:t>
            </a:r>
            <a:r>
              <a:rPr lang="zh-CN" altLang="en-US" dirty="0"/>
              <a:t>门里的东西，部门</a:t>
            </a:r>
            <a:r>
              <a:rPr lang="en-US" altLang="zh-CN" dirty="0"/>
              <a:t>=</a:t>
            </a:r>
            <a:r>
              <a:rPr lang="zh-CN" altLang="en-US" dirty="0"/>
              <a:t>多个订阅</a:t>
            </a:r>
            <a:r>
              <a:rPr lang="en-US" altLang="zh-CN" dirty="0"/>
              <a:t>=</a:t>
            </a:r>
            <a:r>
              <a:rPr lang="zh-CN" altLang="en-US" dirty="0"/>
              <a:t>多个门</a:t>
            </a:r>
            <a:endParaRPr lang="en-US" altLang="zh-CN" dirty="0"/>
          </a:p>
        </p:txBody>
      </p:sp>
    </p:spTree>
    <p:extLst>
      <p:ext uri="{BB962C8B-B14F-4D97-AF65-F5344CB8AC3E}">
        <p14:creationId xmlns:p14="http://schemas.microsoft.com/office/powerpoint/2010/main" val="357404098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账户与订阅的关系</a:t>
            </a:r>
          </a:p>
        </p:txBody>
      </p:sp>
      <p:sp>
        <p:nvSpPr>
          <p:cNvPr id="3" name="内容占位符 2"/>
          <p:cNvSpPr>
            <a:spLocks noGrp="1"/>
          </p:cNvSpPr>
          <p:nvPr>
            <p:ph sz="quarter" idx="10"/>
          </p:nvPr>
        </p:nvSpPr>
        <p:spPr/>
        <p:txBody>
          <a:bodyPr/>
          <a:lstStyle/>
          <a:p>
            <a:endParaRPr lang="zh-CN" altLang="en-US"/>
          </a:p>
        </p:txBody>
      </p:sp>
      <p:pic>
        <p:nvPicPr>
          <p:cNvPr id="4" name="图片 3"/>
          <p:cNvPicPr>
            <a:picLocks noChangeAspect="1"/>
          </p:cNvPicPr>
          <p:nvPr/>
        </p:nvPicPr>
        <p:blipFill>
          <a:blip r:embed="rId3"/>
          <a:stretch>
            <a:fillRect/>
          </a:stretch>
        </p:blipFill>
        <p:spPr>
          <a:xfrm>
            <a:off x="623098" y="1338400"/>
            <a:ext cx="13390303" cy="6350202"/>
          </a:xfrm>
          <a:prstGeom prst="rect">
            <a:avLst/>
          </a:prstGeom>
        </p:spPr>
      </p:pic>
    </p:spTree>
    <p:extLst>
      <p:ext uri="{BB962C8B-B14F-4D97-AF65-F5344CB8AC3E}">
        <p14:creationId xmlns:p14="http://schemas.microsoft.com/office/powerpoint/2010/main" val="275919917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Azure</a:t>
            </a:r>
            <a:r>
              <a:rPr lang="zh-CN" altLang="en-US" dirty="0"/>
              <a:t>账户和订阅的最佳实践</a:t>
            </a:r>
          </a:p>
        </p:txBody>
      </p:sp>
      <p:pic>
        <p:nvPicPr>
          <p:cNvPr id="4" name="内容占位符 3"/>
          <p:cNvPicPr>
            <a:picLocks noGrp="1"/>
          </p:cNvPicPr>
          <p:nvPr>
            <p:ph sz="quarter" idx="10"/>
          </p:nvPr>
        </p:nvPicPr>
        <p:blipFill>
          <a:blip r:embed="rId3"/>
          <a:stretch>
            <a:fillRect/>
          </a:stretch>
        </p:blipFill>
        <p:spPr>
          <a:xfrm>
            <a:off x="26981" y="1677398"/>
            <a:ext cx="14574531" cy="5115288"/>
          </a:xfrm>
          <a:prstGeom prst="rect">
            <a:avLst/>
          </a:prstGeom>
        </p:spPr>
      </p:pic>
    </p:spTree>
    <p:extLst>
      <p:ext uri="{BB962C8B-B14F-4D97-AF65-F5344CB8AC3E}">
        <p14:creationId xmlns:p14="http://schemas.microsoft.com/office/powerpoint/2010/main" val="2515636695"/>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Azure</a:t>
            </a:r>
            <a:r>
              <a:rPr lang="zh-CN" altLang="en-US" dirty="0"/>
              <a:t>账户权限</a:t>
            </a:r>
          </a:p>
        </p:txBody>
      </p:sp>
      <p:sp>
        <p:nvSpPr>
          <p:cNvPr id="3" name="内容占位符 2"/>
          <p:cNvSpPr>
            <a:spLocks noGrp="1"/>
          </p:cNvSpPr>
          <p:nvPr>
            <p:ph sz="quarter" idx="10"/>
          </p:nvPr>
        </p:nvSpPr>
        <p:spPr>
          <a:xfrm>
            <a:off x="623098" y="1756411"/>
            <a:ext cx="13390303" cy="5986254"/>
          </a:xfrm>
        </p:spPr>
        <p:txBody>
          <a:bodyPr/>
          <a:lstStyle/>
          <a:p>
            <a:r>
              <a:rPr lang="zh-CN" altLang="en-US" dirty="0"/>
              <a:t>企业管理员</a:t>
            </a:r>
            <a:endParaRPr lang="en-US" altLang="zh-CN" dirty="0"/>
          </a:p>
          <a:p>
            <a:pPr lvl="1"/>
            <a:r>
              <a:rPr lang="zh-CN" altLang="en-US" sz="2000" dirty="0"/>
              <a:t>查看账单</a:t>
            </a:r>
            <a:endParaRPr lang="en-US" altLang="zh-CN" sz="2000" dirty="0"/>
          </a:p>
          <a:p>
            <a:r>
              <a:rPr lang="zh-CN" altLang="en-US" dirty="0"/>
              <a:t>账户管理员</a:t>
            </a:r>
            <a:endParaRPr lang="en-US" altLang="zh-CN" dirty="0"/>
          </a:p>
          <a:p>
            <a:pPr lvl="1"/>
            <a:r>
              <a:rPr lang="zh-CN" altLang="en-US" sz="2000" dirty="0"/>
              <a:t>添加订阅、删除订阅 </a:t>
            </a:r>
            <a:r>
              <a:rPr lang="en-US" altLang="zh-CN" sz="2000" u="sng" dirty="0">
                <a:hlinkClick r:id="rId3"/>
              </a:rPr>
              <a:t>https://login.partner.microsoftonline.cn/</a:t>
            </a:r>
            <a:endParaRPr lang="en-US" altLang="zh-CN" sz="2000" dirty="0"/>
          </a:p>
          <a:p>
            <a:pPr lvl="1"/>
            <a:r>
              <a:rPr lang="zh-CN" altLang="en-US" sz="2000" dirty="0"/>
              <a:t>查看订阅的使用量</a:t>
            </a:r>
            <a:r>
              <a:rPr lang="en-US" altLang="zh-CN" sz="2000" dirty="0"/>
              <a:t>, CPU Core/Cloud Service/Storage Account Usage</a:t>
            </a:r>
          </a:p>
          <a:p>
            <a:pPr lvl="1"/>
            <a:r>
              <a:rPr lang="zh-CN" altLang="en-US" sz="2000" dirty="0"/>
              <a:t>不能查看账单</a:t>
            </a:r>
            <a:endParaRPr lang="en-US" altLang="zh-CN" sz="2000" dirty="0"/>
          </a:p>
          <a:p>
            <a:r>
              <a:rPr lang="zh-CN" altLang="en-US" dirty="0"/>
              <a:t>服务管理员</a:t>
            </a:r>
            <a:r>
              <a:rPr lang="en-US" altLang="zh-CN" dirty="0"/>
              <a:t>(co-admin)</a:t>
            </a:r>
          </a:p>
          <a:p>
            <a:pPr lvl="1"/>
            <a:r>
              <a:rPr lang="zh-CN" altLang="en-US" sz="2000" dirty="0"/>
              <a:t>每个订阅最多</a:t>
            </a:r>
            <a:r>
              <a:rPr lang="en-US" altLang="zh-CN" sz="2000" dirty="0"/>
              <a:t>199</a:t>
            </a:r>
            <a:r>
              <a:rPr lang="zh-CN" altLang="en-US" sz="2000" dirty="0"/>
              <a:t>个</a:t>
            </a:r>
            <a:r>
              <a:rPr lang="en-US" altLang="zh-CN" sz="2000" dirty="0"/>
              <a:t>co-admin</a:t>
            </a:r>
            <a:r>
              <a:rPr lang="zh-CN" altLang="en-US" sz="2000" dirty="0"/>
              <a:t>，管理</a:t>
            </a:r>
            <a:r>
              <a:rPr lang="en-US" altLang="zh-CN" sz="2000" dirty="0"/>
              <a:t>Azure</a:t>
            </a:r>
            <a:r>
              <a:rPr lang="zh-CN" altLang="en-US" sz="2000" dirty="0"/>
              <a:t>资源</a:t>
            </a:r>
            <a:endParaRPr lang="en-US" altLang="zh-CN" sz="2000" dirty="0"/>
          </a:p>
          <a:p>
            <a:pPr lvl="1"/>
            <a:r>
              <a:rPr lang="zh-CN" altLang="en-US" sz="2000" dirty="0"/>
              <a:t>默认不能添加</a:t>
            </a:r>
            <a:r>
              <a:rPr lang="en-US" altLang="zh-CN" sz="2000" dirty="0"/>
              <a:t>/</a:t>
            </a:r>
            <a:r>
              <a:rPr lang="zh-CN" altLang="en-US" sz="2000" dirty="0"/>
              <a:t>删除订阅，不能查看账单</a:t>
            </a:r>
            <a:endParaRPr lang="en-US" altLang="zh-CN" dirty="0"/>
          </a:p>
          <a:p>
            <a:r>
              <a:rPr lang="en-US" altLang="zh-CN" dirty="0"/>
              <a:t>Azure</a:t>
            </a:r>
            <a:r>
              <a:rPr lang="zh-CN" altLang="en-US" dirty="0"/>
              <a:t>账户可能是</a:t>
            </a:r>
            <a:endParaRPr lang="en-US" altLang="zh-CN" dirty="0"/>
          </a:p>
          <a:p>
            <a:pPr lvl="1"/>
            <a:r>
              <a:rPr lang="zh-CN" altLang="en-US" sz="2000" dirty="0"/>
              <a:t>企业管理员</a:t>
            </a:r>
            <a:endParaRPr lang="en-US" altLang="zh-CN" sz="2000" dirty="0"/>
          </a:p>
          <a:p>
            <a:pPr lvl="1"/>
            <a:r>
              <a:rPr lang="zh-CN" altLang="en-US" sz="2000" dirty="0"/>
              <a:t>企业管理员</a:t>
            </a:r>
            <a:r>
              <a:rPr lang="en-US" altLang="zh-CN" sz="2000" dirty="0"/>
              <a:t>+</a:t>
            </a:r>
            <a:r>
              <a:rPr lang="zh-CN" altLang="en-US" sz="2000" dirty="0"/>
              <a:t>账户管理员</a:t>
            </a:r>
            <a:endParaRPr lang="en-US" altLang="zh-CN" sz="2000" dirty="0"/>
          </a:p>
          <a:p>
            <a:pPr lvl="1"/>
            <a:r>
              <a:rPr lang="zh-CN" altLang="en-US" sz="2000" dirty="0"/>
              <a:t>服务管理员</a:t>
            </a:r>
            <a:r>
              <a:rPr lang="en-US" altLang="zh-CN" sz="2000" dirty="0"/>
              <a:t>(co-admin)</a:t>
            </a:r>
          </a:p>
        </p:txBody>
      </p:sp>
    </p:spTree>
    <p:extLst>
      <p:ext uri="{BB962C8B-B14F-4D97-AF65-F5344CB8AC3E}">
        <p14:creationId xmlns:p14="http://schemas.microsoft.com/office/powerpoint/2010/main" val="149170838"/>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关于测试账户</a:t>
            </a:r>
          </a:p>
        </p:txBody>
      </p:sp>
      <p:sp>
        <p:nvSpPr>
          <p:cNvPr id="3" name="内容占位符 2"/>
          <p:cNvSpPr>
            <a:spLocks noGrp="1"/>
          </p:cNvSpPr>
          <p:nvPr>
            <p:ph sz="quarter" idx="10"/>
          </p:nvPr>
        </p:nvSpPr>
        <p:spPr>
          <a:xfrm>
            <a:off x="623098" y="1756411"/>
            <a:ext cx="13390303" cy="2990562"/>
          </a:xfrm>
        </p:spPr>
        <p:txBody>
          <a:bodyPr/>
          <a:lstStyle/>
          <a:p>
            <a:r>
              <a:rPr lang="zh-CN" altLang="en-US" sz="3200" dirty="0"/>
              <a:t>申请测试账户，最好是 </a:t>
            </a:r>
            <a:r>
              <a:rPr lang="en-US" altLang="zh-CN" sz="3200" dirty="0">
                <a:hlinkClick r:id="rId3"/>
              </a:rPr>
              <a:t>admin@[</a:t>
            </a:r>
            <a:r>
              <a:rPr lang="en-US" altLang="zh-CN" sz="3200" dirty="0" err="1">
                <a:hlinkClick r:id="rId3"/>
              </a:rPr>
              <a:t>CompanyName</a:t>
            </a:r>
            <a:r>
              <a:rPr lang="en-US" altLang="zh-CN" sz="3200" dirty="0">
                <a:hlinkClick r:id="rId3"/>
              </a:rPr>
              <a:t>].xxxxx.cn</a:t>
            </a:r>
            <a:endParaRPr lang="en-US" altLang="zh-CN" sz="3200" dirty="0"/>
          </a:p>
          <a:p>
            <a:r>
              <a:rPr lang="zh-CN" altLang="en-US" sz="3200" dirty="0"/>
              <a:t>测试账号只有一个订阅</a:t>
            </a:r>
            <a:r>
              <a:rPr lang="en-US" altLang="zh-CN" sz="3200" dirty="0"/>
              <a:t>, </a:t>
            </a:r>
            <a:r>
              <a:rPr lang="zh-CN" altLang="en-US" sz="3200" dirty="0"/>
              <a:t>不能添加订阅</a:t>
            </a:r>
            <a:endParaRPr lang="en-US" altLang="zh-CN" sz="3200" dirty="0"/>
          </a:p>
          <a:p>
            <a:r>
              <a:rPr lang="zh-CN" altLang="en-US" sz="3200" dirty="0"/>
              <a:t>测试账户升级为正式账户，</a:t>
            </a:r>
            <a:r>
              <a:rPr lang="en-US" altLang="zh-CN" sz="3200" dirty="0"/>
              <a:t>admin</a:t>
            </a:r>
            <a:r>
              <a:rPr lang="zh-CN" altLang="en-US" sz="3200" dirty="0"/>
              <a:t>账户升级为</a:t>
            </a:r>
            <a:endParaRPr lang="en-US" altLang="zh-CN" sz="3200" dirty="0"/>
          </a:p>
          <a:p>
            <a:pPr lvl="1"/>
            <a:r>
              <a:rPr lang="zh-CN" altLang="en-US" sz="2800" dirty="0"/>
              <a:t>企业管理员</a:t>
            </a:r>
            <a:r>
              <a:rPr lang="en-US" altLang="zh-CN" sz="2800" dirty="0"/>
              <a:t>+</a:t>
            </a:r>
            <a:r>
              <a:rPr lang="zh-CN" altLang="en-US" sz="2800" dirty="0"/>
              <a:t>默认订阅的账户管理员</a:t>
            </a:r>
            <a:endParaRPr lang="en-US" altLang="zh-CN" sz="2800" dirty="0"/>
          </a:p>
          <a:p>
            <a:endParaRPr lang="zh-CN" altLang="en-US" sz="3200" dirty="0"/>
          </a:p>
        </p:txBody>
      </p:sp>
    </p:spTree>
    <p:extLst>
      <p:ext uri="{BB962C8B-B14F-4D97-AF65-F5344CB8AC3E}">
        <p14:creationId xmlns:p14="http://schemas.microsoft.com/office/powerpoint/2010/main" val="291859668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endParaRPr lang="zh-CN" altLang="en-US"/>
          </a:p>
        </p:txBody>
      </p:sp>
      <p:sp>
        <p:nvSpPr>
          <p:cNvPr id="5" name="文本占位符 4"/>
          <p:cNvSpPr>
            <a:spLocks noGrp="1"/>
          </p:cNvSpPr>
          <p:nvPr>
            <p:ph type="body" sz="quarter" idx="11"/>
          </p:nvPr>
        </p:nvSpPr>
        <p:spPr>
          <a:xfrm>
            <a:off x="4169651" y="3941456"/>
            <a:ext cx="9676978" cy="1809726"/>
          </a:xfrm>
        </p:spPr>
        <p:txBody>
          <a:bodyPr/>
          <a:lstStyle/>
          <a:p>
            <a:r>
              <a:rPr lang="en-US" altLang="zh-CN" dirty="0"/>
              <a:t>Demo: </a:t>
            </a:r>
            <a:r>
              <a:rPr lang="zh-CN" altLang="en-US" dirty="0"/>
              <a:t>开始使用</a:t>
            </a:r>
            <a:r>
              <a:rPr lang="en-US" altLang="zh-CN" dirty="0"/>
              <a:t>Azure EA Portal</a:t>
            </a:r>
            <a:endParaRPr lang="zh-CN" altLang="en-US" dirty="0"/>
          </a:p>
        </p:txBody>
      </p:sp>
    </p:spTree>
    <p:extLst>
      <p:ext uri="{BB962C8B-B14F-4D97-AF65-F5344CB8AC3E}">
        <p14:creationId xmlns:p14="http://schemas.microsoft.com/office/powerpoint/2010/main" val="356211089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Sample</a:t>
            </a:r>
            <a:endParaRPr lang="zh-CN" altLang="en-US" dirty="0"/>
          </a:p>
        </p:txBody>
      </p:sp>
      <p:sp>
        <p:nvSpPr>
          <p:cNvPr id="5" name="矩形 4"/>
          <p:cNvSpPr/>
          <p:nvPr/>
        </p:nvSpPr>
        <p:spPr bwMode="auto">
          <a:xfrm>
            <a:off x="4820193" y="1068775"/>
            <a:ext cx="4284617" cy="64008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altLang="zh-CN" sz="3600" b="1" dirty="0">
                <a:gradFill>
                  <a:gsLst>
                    <a:gs pos="0">
                      <a:srgbClr val="FFFFFF"/>
                    </a:gs>
                    <a:gs pos="100000">
                      <a:srgbClr val="FFFFFF"/>
                    </a:gs>
                  </a:gsLst>
                  <a:lin ang="5400000" scaled="0"/>
                </a:gradFill>
              </a:rPr>
              <a:t>Admin(</a:t>
            </a:r>
            <a:r>
              <a:rPr lang="zh-CN" altLang="en-US" sz="3600" b="1" dirty="0">
                <a:gradFill>
                  <a:gsLst>
                    <a:gs pos="0">
                      <a:srgbClr val="FFFFFF"/>
                    </a:gs>
                    <a:gs pos="100000">
                      <a:srgbClr val="FFFFFF"/>
                    </a:gs>
                  </a:gsLst>
                  <a:lin ang="5400000" scaled="0"/>
                </a:gradFill>
              </a:rPr>
              <a:t>企业管理员</a:t>
            </a:r>
            <a:r>
              <a:rPr lang="en-US" altLang="zh-CN" sz="3600" b="1" dirty="0">
                <a:gradFill>
                  <a:gsLst>
                    <a:gs pos="0">
                      <a:srgbClr val="FFFFFF"/>
                    </a:gs>
                    <a:gs pos="100000">
                      <a:srgbClr val="FFFFFF"/>
                    </a:gs>
                  </a:gsLst>
                  <a:lin ang="5400000" scaled="0"/>
                </a:gradFill>
              </a:rPr>
              <a:t>)</a:t>
            </a:r>
            <a:endParaRPr lang="zh-CN" altLang="en-US" sz="3600" b="1" dirty="0">
              <a:gradFill>
                <a:gsLst>
                  <a:gs pos="0">
                    <a:srgbClr val="FFFFFF"/>
                  </a:gs>
                  <a:gs pos="100000">
                    <a:srgbClr val="FFFFFF"/>
                  </a:gs>
                </a:gsLst>
                <a:lin ang="5400000" scaled="0"/>
              </a:gradFill>
            </a:endParaRPr>
          </a:p>
        </p:txBody>
      </p:sp>
      <p:sp>
        <p:nvSpPr>
          <p:cNvPr id="6" name="矩形 5"/>
          <p:cNvSpPr/>
          <p:nvPr/>
        </p:nvSpPr>
        <p:spPr bwMode="auto">
          <a:xfrm>
            <a:off x="1824446" y="2602946"/>
            <a:ext cx="3775166" cy="64008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zh-CN" altLang="en-US" sz="3600" b="1" dirty="0">
                <a:gradFill>
                  <a:gsLst>
                    <a:gs pos="0">
                      <a:srgbClr val="FFFFFF"/>
                    </a:gs>
                    <a:gs pos="100000">
                      <a:srgbClr val="FFFFFF"/>
                    </a:gs>
                  </a:gsLst>
                  <a:lin ang="5400000" scaled="0"/>
                </a:gradFill>
              </a:rPr>
              <a:t>添加部门</a:t>
            </a:r>
          </a:p>
        </p:txBody>
      </p:sp>
      <p:sp>
        <p:nvSpPr>
          <p:cNvPr id="8" name="下箭头 7"/>
          <p:cNvSpPr/>
          <p:nvPr/>
        </p:nvSpPr>
        <p:spPr bwMode="auto">
          <a:xfrm rot="3129719">
            <a:off x="4170511" y="1437414"/>
            <a:ext cx="404948" cy="1318226"/>
          </a:xfrm>
          <a:prstGeom prst="downArrow">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zh-CN" altLang="en-US" sz="2200" dirty="0">
              <a:gradFill>
                <a:gsLst>
                  <a:gs pos="0">
                    <a:srgbClr val="FFFFFF"/>
                  </a:gs>
                  <a:gs pos="100000">
                    <a:srgbClr val="FFFFFF"/>
                  </a:gs>
                </a:gsLst>
                <a:lin ang="5400000" scaled="0"/>
              </a:gradFill>
            </a:endParaRPr>
          </a:p>
        </p:txBody>
      </p:sp>
      <p:sp>
        <p:nvSpPr>
          <p:cNvPr id="9" name="矩形 8"/>
          <p:cNvSpPr/>
          <p:nvPr/>
        </p:nvSpPr>
        <p:spPr bwMode="auto">
          <a:xfrm>
            <a:off x="1824446" y="4367913"/>
            <a:ext cx="3775166" cy="64008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zh-CN" altLang="en-US" sz="3600" b="1" dirty="0">
                <a:gradFill>
                  <a:gsLst>
                    <a:gs pos="0">
                      <a:srgbClr val="FFFFFF"/>
                    </a:gs>
                    <a:gs pos="100000">
                      <a:srgbClr val="FFFFFF"/>
                    </a:gs>
                  </a:gsLst>
                  <a:lin ang="5400000" scaled="0"/>
                </a:gradFill>
              </a:rPr>
              <a:t>添加账户</a:t>
            </a:r>
            <a:r>
              <a:rPr lang="en-US" altLang="zh-CN" sz="3600" b="1" dirty="0">
                <a:gradFill>
                  <a:gsLst>
                    <a:gs pos="0">
                      <a:srgbClr val="FFFFFF"/>
                    </a:gs>
                    <a:gs pos="100000">
                      <a:srgbClr val="FFFFFF"/>
                    </a:gs>
                  </a:gsLst>
                  <a:lin ang="5400000" scaled="0"/>
                </a:gradFill>
              </a:rPr>
              <a:t>(Sales)</a:t>
            </a:r>
            <a:endParaRPr lang="zh-CN" altLang="en-US" sz="3600" b="1" dirty="0">
              <a:gradFill>
                <a:gsLst>
                  <a:gs pos="0">
                    <a:srgbClr val="FFFFFF"/>
                  </a:gs>
                  <a:gs pos="100000">
                    <a:srgbClr val="FFFFFF"/>
                  </a:gs>
                </a:gsLst>
                <a:lin ang="5400000" scaled="0"/>
              </a:gradFill>
            </a:endParaRPr>
          </a:p>
        </p:txBody>
      </p:sp>
      <p:sp>
        <p:nvSpPr>
          <p:cNvPr id="10" name="下箭头 9"/>
          <p:cNvSpPr/>
          <p:nvPr/>
        </p:nvSpPr>
        <p:spPr bwMode="auto">
          <a:xfrm>
            <a:off x="3517175" y="3243026"/>
            <a:ext cx="389708" cy="1105989"/>
          </a:xfrm>
          <a:prstGeom prst="downArrow">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zh-CN" altLang="en-US" sz="2200" dirty="0">
              <a:gradFill>
                <a:gsLst>
                  <a:gs pos="0">
                    <a:srgbClr val="FFFFFF"/>
                  </a:gs>
                  <a:gs pos="100000">
                    <a:srgbClr val="FFFFFF"/>
                  </a:gs>
                </a:gsLst>
                <a:lin ang="5400000" scaled="0"/>
              </a:gradFill>
            </a:endParaRPr>
          </a:p>
        </p:txBody>
      </p:sp>
      <p:sp>
        <p:nvSpPr>
          <p:cNvPr id="12" name="矩形 11"/>
          <p:cNvSpPr/>
          <p:nvPr/>
        </p:nvSpPr>
        <p:spPr bwMode="auto">
          <a:xfrm>
            <a:off x="1824446" y="5953368"/>
            <a:ext cx="3775166" cy="1012803"/>
          </a:xfrm>
          <a:prstGeom prst="rect">
            <a:avLst/>
          </a:prstGeom>
          <a:solidFill>
            <a:srgbClr val="FFC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zh-CN" altLang="en-US" sz="3600" b="1" dirty="0">
                <a:gradFill>
                  <a:gsLst>
                    <a:gs pos="0">
                      <a:srgbClr val="FFFFFF"/>
                    </a:gs>
                    <a:gs pos="100000">
                      <a:srgbClr val="FFFFFF"/>
                    </a:gs>
                  </a:gsLst>
                  <a:lin ang="5400000" scaled="0"/>
                </a:gradFill>
              </a:rPr>
              <a:t>以</a:t>
            </a:r>
            <a:r>
              <a:rPr lang="en-US" altLang="zh-CN" sz="3600" b="1" dirty="0">
                <a:gradFill>
                  <a:gsLst>
                    <a:gs pos="0">
                      <a:srgbClr val="FFFFFF"/>
                    </a:gs>
                    <a:gs pos="100000">
                      <a:srgbClr val="FFFFFF"/>
                    </a:gs>
                  </a:gsLst>
                  <a:lin ang="5400000" scaled="0"/>
                </a:gradFill>
              </a:rPr>
              <a:t>Sales</a:t>
            </a:r>
            <a:r>
              <a:rPr lang="zh-CN" altLang="en-US" sz="3600" b="1" dirty="0">
                <a:gradFill>
                  <a:gsLst>
                    <a:gs pos="0">
                      <a:srgbClr val="FFFFFF"/>
                    </a:gs>
                    <a:gs pos="100000">
                      <a:srgbClr val="FFFFFF"/>
                    </a:gs>
                  </a:gsLst>
                  <a:lin ang="5400000" scaled="0"/>
                </a:gradFill>
              </a:rPr>
              <a:t>身份</a:t>
            </a:r>
            <a:endParaRPr lang="en-US" altLang="zh-CN" sz="3600" b="1" dirty="0">
              <a:gradFill>
                <a:gsLst>
                  <a:gs pos="0">
                    <a:srgbClr val="FFFFFF"/>
                  </a:gs>
                  <a:gs pos="100000">
                    <a:srgbClr val="FFFFFF"/>
                  </a:gs>
                </a:gsLst>
                <a:lin ang="5400000" scaled="0"/>
              </a:gradFill>
            </a:endParaRPr>
          </a:p>
          <a:p>
            <a:pPr algn="ctr" defTabSz="914099" fontAlgn="base">
              <a:spcBef>
                <a:spcPct val="0"/>
              </a:spcBef>
              <a:spcAft>
                <a:spcPct val="0"/>
              </a:spcAft>
            </a:pPr>
            <a:r>
              <a:rPr lang="zh-CN" altLang="en-US" sz="3600" b="1" dirty="0">
                <a:gradFill>
                  <a:gsLst>
                    <a:gs pos="0">
                      <a:srgbClr val="FFFFFF"/>
                    </a:gs>
                    <a:gs pos="100000">
                      <a:srgbClr val="FFFFFF"/>
                    </a:gs>
                  </a:gsLst>
                  <a:lin ang="5400000" scaled="0"/>
                </a:gradFill>
              </a:rPr>
              <a:t>添加订阅</a:t>
            </a:r>
          </a:p>
        </p:txBody>
      </p:sp>
      <p:sp>
        <p:nvSpPr>
          <p:cNvPr id="13" name="下箭头 12"/>
          <p:cNvSpPr/>
          <p:nvPr/>
        </p:nvSpPr>
        <p:spPr bwMode="auto">
          <a:xfrm>
            <a:off x="3517175" y="5007993"/>
            <a:ext cx="389708" cy="945375"/>
          </a:xfrm>
          <a:prstGeom prst="downArrow">
            <a:avLst/>
          </a:prstGeom>
          <a:solidFill>
            <a:srgbClr val="FFC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zh-CN" altLang="en-US" sz="2200" dirty="0">
              <a:gradFill>
                <a:gsLst>
                  <a:gs pos="0">
                    <a:srgbClr val="FFFFFF"/>
                  </a:gs>
                  <a:gs pos="100000">
                    <a:srgbClr val="FFFFFF"/>
                  </a:gs>
                </a:gsLst>
                <a:lin ang="5400000" scaled="0"/>
              </a:gradFill>
            </a:endParaRPr>
          </a:p>
        </p:txBody>
      </p:sp>
      <p:sp>
        <p:nvSpPr>
          <p:cNvPr id="14" name="矩形 13"/>
          <p:cNvSpPr/>
          <p:nvPr/>
        </p:nvSpPr>
        <p:spPr bwMode="auto">
          <a:xfrm>
            <a:off x="1824446" y="7117563"/>
            <a:ext cx="3775166" cy="1012803"/>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zh-CN" altLang="en-US" sz="3600" b="1" dirty="0">
                <a:gradFill>
                  <a:gsLst>
                    <a:gs pos="0">
                      <a:srgbClr val="FFFFFF"/>
                    </a:gs>
                    <a:gs pos="100000">
                      <a:srgbClr val="FFFFFF"/>
                    </a:gs>
                  </a:gsLst>
                  <a:lin ang="5400000" scaled="0"/>
                </a:gradFill>
              </a:rPr>
              <a:t>将</a:t>
            </a:r>
            <a:r>
              <a:rPr lang="en-US" altLang="zh-CN" sz="3600" b="1" dirty="0">
                <a:gradFill>
                  <a:gsLst>
                    <a:gs pos="0">
                      <a:srgbClr val="FFFFFF"/>
                    </a:gs>
                    <a:gs pos="100000">
                      <a:srgbClr val="FFFFFF"/>
                    </a:gs>
                  </a:gsLst>
                  <a:lin ang="5400000" scaled="0"/>
                </a:gradFill>
              </a:rPr>
              <a:t>Admin</a:t>
            </a:r>
            <a:r>
              <a:rPr lang="zh-CN" altLang="en-US" sz="3600" b="1" dirty="0">
                <a:gradFill>
                  <a:gsLst>
                    <a:gs pos="0">
                      <a:srgbClr val="FFFFFF"/>
                    </a:gs>
                    <a:gs pos="100000">
                      <a:srgbClr val="FFFFFF"/>
                    </a:gs>
                  </a:gsLst>
                  <a:lin ang="5400000" scaled="0"/>
                </a:gradFill>
              </a:rPr>
              <a:t>添加为</a:t>
            </a:r>
            <a:r>
              <a:rPr lang="en-US" altLang="zh-CN" sz="3600" b="1" dirty="0">
                <a:gradFill>
                  <a:gsLst>
                    <a:gs pos="0">
                      <a:srgbClr val="FFFFFF"/>
                    </a:gs>
                    <a:gs pos="100000">
                      <a:srgbClr val="FFFFFF"/>
                    </a:gs>
                  </a:gsLst>
                  <a:lin ang="5400000" scaled="0"/>
                </a:gradFill>
              </a:rPr>
              <a:t>co-admin</a:t>
            </a:r>
            <a:endParaRPr lang="zh-CN" altLang="en-US" sz="3600" b="1" dirty="0">
              <a:gradFill>
                <a:gsLst>
                  <a:gs pos="0">
                    <a:srgbClr val="FFFFFF"/>
                  </a:gs>
                  <a:gs pos="100000">
                    <a:srgbClr val="FFFFFF"/>
                  </a:gs>
                </a:gsLst>
                <a:lin ang="5400000" scaled="0"/>
              </a:gradFill>
            </a:endParaRPr>
          </a:p>
        </p:txBody>
      </p:sp>
      <p:sp>
        <p:nvSpPr>
          <p:cNvPr id="15" name="矩形 14"/>
          <p:cNvSpPr/>
          <p:nvPr/>
        </p:nvSpPr>
        <p:spPr bwMode="auto">
          <a:xfrm>
            <a:off x="9104810" y="2503309"/>
            <a:ext cx="3775166" cy="1012803"/>
          </a:xfrm>
          <a:prstGeom prst="rect">
            <a:avLst/>
          </a:prstGeom>
          <a:solidFill>
            <a:srgbClr val="FFC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zh-CN" altLang="en-US" sz="3600" b="1" dirty="0">
                <a:gradFill>
                  <a:gsLst>
                    <a:gs pos="0">
                      <a:srgbClr val="FFFFFF"/>
                    </a:gs>
                    <a:gs pos="100000">
                      <a:srgbClr val="FFFFFF"/>
                    </a:gs>
                  </a:gsLst>
                  <a:lin ang="5400000" scaled="0"/>
                </a:gradFill>
              </a:rPr>
              <a:t>以</a:t>
            </a:r>
            <a:r>
              <a:rPr lang="en-US" altLang="zh-CN" sz="3600" b="1" dirty="0">
                <a:gradFill>
                  <a:gsLst>
                    <a:gs pos="0">
                      <a:srgbClr val="FFFFFF"/>
                    </a:gs>
                    <a:gs pos="100000">
                      <a:srgbClr val="FFFFFF"/>
                    </a:gs>
                  </a:gsLst>
                  <a:lin ang="5400000" scaled="0"/>
                </a:gradFill>
              </a:rPr>
              <a:t>admin</a:t>
            </a:r>
            <a:r>
              <a:rPr lang="zh-CN" altLang="en-US" sz="3600" b="1" dirty="0">
                <a:gradFill>
                  <a:gsLst>
                    <a:gs pos="0">
                      <a:srgbClr val="FFFFFF"/>
                    </a:gs>
                    <a:gs pos="100000">
                      <a:srgbClr val="FFFFFF"/>
                    </a:gs>
                  </a:gsLst>
                  <a:lin ang="5400000" scaled="0"/>
                </a:gradFill>
              </a:rPr>
              <a:t>身份</a:t>
            </a:r>
            <a:endParaRPr lang="en-US" altLang="zh-CN" sz="3600" b="1" dirty="0">
              <a:gradFill>
                <a:gsLst>
                  <a:gs pos="0">
                    <a:srgbClr val="FFFFFF"/>
                  </a:gs>
                  <a:gs pos="100000">
                    <a:srgbClr val="FFFFFF"/>
                  </a:gs>
                </a:gsLst>
                <a:lin ang="5400000" scaled="0"/>
              </a:gradFill>
            </a:endParaRPr>
          </a:p>
          <a:p>
            <a:pPr algn="ctr" defTabSz="914099" fontAlgn="base">
              <a:spcBef>
                <a:spcPct val="0"/>
              </a:spcBef>
              <a:spcAft>
                <a:spcPct val="0"/>
              </a:spcAft>
            </a:pPr>
            <a:r>
              <a:rPr lang="zh-CN" altLang="en-US" sz="3600" b="1" dirty="0">
                <a:gradFill>
                  <a:gsLst>
                    <a:gs pos="0">
                      <a:srgbClr val="FFFFFF"/>
                    </a:gs>
                    <a:gs pos="100000">
                      <a:srgbClr val="FFFFFF"/>
                    </a:gs>
                  </a:gsLst>
                  <a:lin ang="5400000" scaled="0"/>
                </a:gradFill>
              </a:rPr>
              <a:t>直接添加订阅</a:t>
            </a:r>
          </a:p>
        </p:txBody>
      </p:sp>
      <p:sp>
        <p:nvSpPr>
          <p:cNvPr id="16" name="下箭头 15"/>
          <p:cNvSpPr/>
          <p:nvPr/>
        </p:nvSpPr>
        <p:spPr bwMode="auto">
          <a:xfrm rot="18308499">
            <a:off x="9329058" y="1574658"/>
            <a:ext cx="389708" cy="1105989"/>
          </a:xfrm>
          <a:prstGeom prst="downArrow">
            <a:avLst/>
          </a:prstGeom>
          <a:solidFill>
            <a:srgbClr val="FFC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zh-CN" altLang="en-US" sz="2200" dirty="0">
              <a:gradFill>
                <a:gsLst>
                  <a:gs pos="0">
                    <a:srgbClr val="FFFFFF"/>
                  </a:gs>
                  <a:gs pos="100000">
                    <a:srgbClr val="FFFFFF"/>
                  </a:gs>
                </a:gsLst>
                <a:lin ang="5400000" scaled="0"/>
              </a:gradFill>
            </a:endParaRPr>
          </a:p>
        </p:txBody>
      </p:sp>
    </p:spTree>
    <p:extLst>
      <p:ext uri="{BB962C8B-B14F-4D97-AF65-F5344CB8AC3E}">
        <p14:creationId xmlns:p14="http://schemas.microsoft.com/office/powerpoint/2010/main" val="2083095191"/>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Sample</a:t>
            </a:r>
            <a:endParaRPr lang="zh-CN" altLang="en-US" dirty="0"/>
          </a:p>
        </p:txBody>
      </p:sp>
      <p:sp>
        <p:nvSpPr>
          <p:cNvPr id="5" name="矩形 4"/>
          <p:cNvSpPr/>
          <p:nvPr/>
        </p:nvSpPr>
        <p:spPr bwMode="auto">
          <a:xfrm>
            <a:off x="4820193" y="1068775"/>
            <a:ext cx="4284617" cy="64008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altLang="zh-CN" sz="3600" b="1" dirty="0">
                <a:gradFill>
                  <a:gsLst>
                    <a:gs pos="0">
                      <a:srgbClr val="FFFFFF"/>
                    </a:gs>
                    <a:gs pos="100000">
                      <a:srgbClr val="FFFFFF"/>
                    </a:gs>
                  </a:gsLst>
                  <a:lin ang="5400000" scaled="0"/>
                </a:gradFill>
              </a:rPr>
              <a:t>Admin(</a:t>
            </a:r>
            <a:r>
              <a:rPr lang="zh-CN" altLang="en-US" sz="3600" b="1" dirty="0">
                <a:gradFill>
                  <a:gsLst>
                    <a:gs pos="0">
                      <a:srgbClr val="FFFFFF"/>
                    </a:gs>
                    <a:gs pos="100000">
                      <a:srgbClr val="FFFFFF"/>
                    </a:gs>
                  </a:gsLst>
                  <a:lin ang="5400000" scaled="0"/>
                </a:gradFill>
              </a:rPr>
              <a:t>企业管理员</a:t>
            </a:r>
            <a:r>
              <a:rPr lang="en-US" altLang="zh-CN" sz="3600" b="1" dirty="0">
                <a:gradFill>
                  <a:gsLst>
                    <a:gs pos="0">
                      <a:srgbClr val="FFFFFF"/>
                    </a:gs>
                    <a:gs pos="100000">
                      <a:srgbClr val="FFFFFF"/>
                    </a:gs>
                  </a:gsLst>
                  <a:lin ang="5400000" scaled="0"/>
                </a:gradFill>
              </a:rPr>
              <a:t>)</a:t>
            </a:r>
            <a:endParaRPr lang="zh-CN" altLang="en-US" sz="3600" b="1" dirty="0">
              <a:gradFill>
                <a:gsLst>
                  <a:gs pos="0">
                    <a:srgbClr val="FFFFFF"/>
                  </a:gs>
                  <a:gs pos="100000">
                    <a:srgbClr val="FFFFFF"/>
                  </a:gs>
                </a:gsLst>
                <a:lin ang="5400000" scaled="0"/>
              </a:gradFill>
            </a:endParaRPr>
          </a:p>
        </p:txBody>
      </p:sp>
      <p:sp>
        <p:nvSpPr>
          <p:cNvPr id="6" name="矩形 5"/>
          <p:cNvSpPr/>
          <p:nvPr/>
        </p:nvSpPr>
        <p:spPr bwMode="auto">
          <a:xfrm>
            <a:off x="1824446" y="2602946"/>
            <a:ext cx="3775166" cy="64008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zh-CN" altLang="en-US" sz="3600" b="1" dirty="0">
                <a:gradFill>
                  <a:gsLst>
                    <a:gs pos="0">
                      <a:srgbClr val="FFFFFF"/>
                    </a:gs>
                    <a:gs pos="100000">
                      <a:srgbClr val="FFFFFF"/>
                    </a:gs>
                  </a:gsLst>
                  <a:lin ang="5400000" scaled="0"/>
                </a:gradFill>
              </a:rPr>
              <a:t>添加部门</a:t>
            </a:r>
          </a:p>
        </p:txBody>
      </p:sp>
      <p:sp>
        <p:nvSpPr>
          <p:cNvPr id="8" name="下箭头 7"/>
          <p:cNvSpPr/>
          <p:nvPr/>
        </p:nvSpPr>
        <p:spPr bwMode="auto">
          <a:xfrm rot="3129719">
            <a:off x="4170511" y="1437414"/>
            <a:ext cx="404948" cy="1318226"/>
          </a:xfrm>
          <a:prstGeom prst="downArrow">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zh-CN" altLang="en-US" sz="2200" dirty="0">
              <a:gradFill>
                <a:gsLst>
                  <a:gs pos="0">
                    <a:srgbClr val="FFFFFF"/>
                  </a:gs>
                  <a:gs pos="100000">
                    <a:srgbClr val="FFFFFF"/>
                  </a:gs>
                </a:gsLst>
                <a:lin ang="5400000" scaled="0"/>
              </a:gradFill>
            </a:endParaRPr>
          </a:p>
        </p:txBody>
      </p:sp>
      <p:sp>
        <p:nvSpPr>
          <p:cNvPr id="9" name="矩形 8"/>
          <p:cNvSpPr/>
          <p:nvPr/>
        </p:nvSpPr>
        <p:spPr bwMode="auto">
          <a:xfrm>
            <a:off x="1824446" y="4367913"/>
            <a:ext cx="3775166" cy="64008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zh-CN" altLang="en-US" sz="3600" b="1" dirty="0">
                <a:gradFill>
                  <a:gsLst>
                    <a:gs pos="0">
                      <a:srgbClr val="FFFFFF"/>
                    </a:gs>
                    <a:gs pos="100000">
                      <a:srgbClr val="FFFFFF"/>
                    </a:gs>
                  </a:gsLst>
                  <a:lin ang="5400000" scaled="0"/>
                </a:gradFill>
              </a:rPr>
              <a:t>添加账户</a:t>
            </a:r>
            <a:r>
              <a:rPr lang="en-US" altLang="zh-CN" sz="3600" b="1" dirty="0">
                <a:gradFill>
                  <a:gsLst>
                    <a:gs pos="0">
                      <a:srgbClr val="FFFFFF"/>
                    </a:gs>
                    <a:gs pos="100000">
                      <a:srgbClr val="FFFFFF"/>
                    </a:gs>
                  </a:gsLst>
                  <a:lin ang="5400000" scaled="0"/>
                </a:gradFill>
              </a:rPr>
              <a:t>(Market)</a:t>
            </a:r>
            <a:endParaRPr lang="zh-CN" altLang="en-US" sz="3600" b="1" dirty="0">
              <a:gradFill>
                <a:gsLst>
                  <a:gs pos="0">
                    <a:srgbClr val="FFFFFF"/>
                  </a:gs>
                  <a:gs pos="100000">
                    <a:srgbClr val="FFFFFF"/>
                  </a:gs>
                </a:gsLst>
                <a:lin ang="5400000" scaled="0"/>
              </a:gradFill>
            </a:endParaRPr>
          </a:p>
        </p:txBody>
      </p:sp>
      <p:sp>
        <p:nvSpPr>
          <p:cNvPr id="10" name="下箭头 9"/>
          <p:cNvSpPr/>
          <p:nvPr/>
        </p:nvSpPr>
        <p:spPr bwMode="auto">
          <a:xfrm>
            <a:off x="3517175" y="3243026"/>
            <a:ext cx="389708" cy="1105989"/>
          </a:xfrm>
          <a:prstGeom prst="downArrow">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zh-CN" altLang="en-US" sz="2200" dirty="0">
              <a:gradFill>
                <a:gsLst>
                  <a:gs pos="0">
                    <a:srgbClr val="FFFFFF"/>
                  </a:gs>
                  <a:gs pos="100000">
                    <a:srgbClr val="FFFFFF"/>
                  </a:gs>
                </a:gsLst>
                <a:lin ang="5400000" scaled="0"/>
              </a:gradFill>
            </a:endParaRPr>
          </a:p>
        </p:txBody>
      </p:sp>
      <p:sp>
        <p:nvSpPr>
          <p:cNvPr id="12" name="矩形 11"/>
          <p:cNvSpPr/>
          <p:nvPr/>
        </p:nvSpPr>
        <p:spPr bwMode="auto">
          <a:xfrm>
            <a:off x="1824446" y="5953368"/>
            <a:ext cx="3775166" cy="1012803"/>
          </a:xfrm>
          <a:prstGeom prst="rect">
            <a:avLst/>
          </a:prstGeom>
          <a:solidFill>
            <a:srgbClr val="FFC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zh-CN" altLang="en-US" sz="3600" b="1" dirty="0">
                <a:gradFill>
                  <a:gsLst>
                    <a:gs pos="0">
                      <a:srgbClr val="FFFFFF"/>
                    </a:gs>
                    <a:gs pos="100000">
                      <a:srgbClr val="FFFFFF"/>
                    </a:gs>
                  </a:gsLst>
                  <a:lin ang="5400000" scaled="0"/>
                </a:gradFill>
              </a:rPr>
              <a:t>以</a:t>
            </a:r>
            <a:r>
              <a:rPr lang="en-US" altLang="zh-CN" sz="3600" b="1" dirty="0">
                <a:gradFill>
                  <a:gsLst>
                    <a:gs pos="0">
                      <a:srgbClr val="FFFFFF"/>
                    </a:gs>
                    <a:gs pos="100000">
                      <a:srgbClr val="FFFFFF"/>
                    </a:gs>
                  </a:gsLst>
                  <a:lin ang="5400000" scaled="0"/>
                </a:gradFill>
              </a:rPr>
              <a:t>Market</a:t>
            </a:r>
            <a:r>
              <a:rPr lang="zh-CN" altLang="en-US" sz="3600" b="1" dirty="0">
                <a:gradFill>
                  <a:gsLst>
                    <a:gs pos="0">
                      <a:srgbClr val="FFFFFF"/>
                    </a:gs>
                    <a:gs pos="100000">
                      <a:srgbClr val="FFFFFF"/>
                    </a:gs>
                  </a:gsLst>
                  <a:lin ang="5400000" scaled="0"/>
                </a:gradFill>
              </a:rPr>
              <a:t>身份</a:t>
            </a:r>
            <a:endParaRPr lang="en-US" altLang="zh-CN" sz="3600" b="1" dirty="0">
              <a:gradFill>
                <a:gsLst>
                  <a:gs pos="0">
                    <a:srgbClr val="FFFFFF"/>
                  </a:gs>
                  <a:gs pos="100000">
                    <a:srgbClr val="FFFFFF"/>
                  </a:gs>
                </a:gsLst>
                <a:lin ang="5400000" scaled="0"/>
              </a:gradFill>
            </a:endParaRPr>
          </a:p>
          <a:p>
            <a:pPr algn="ctr" defTabSz="914099" fontAlgn="base">
              <a:spcBef>
                <a:spcPct val="0"/>
              </a:spcBef>
              <a:spcAft>
                <a:spcPct val="0"/>
              </a:spcAft>
            </a:pPr>
            <a:r>
              <a:rPr lang="zh-CN" altLang="en-US" sz="3600" b="1" dirty="0">
                <a:gradFill>
                  <a:gsLst>
                    <a:gs pos="0">
                      <a:srgbClr val="FFFFFF"/>
                    </a:gs>
                    <a:gs pos="100000">
                      <a:srgbClr val="FFFFFF"/>
                    </a:gs>
                  </a:gsLst>
                  <a:lin ang="5400000" scaled="0"/>
                </a:gradFill>
              </a:rPr>
              <a:t>添加订阅</a:t>
            </a:r>
          </a:p>
        </p:txBody>
      </p:sp>
      <p:sp>
        <p:nvSpPr>
          <p:cNvPr id="13" name="下箭头 12"/>
          <p:cNvSpPr/>
          <p:nvPr/>
        </p:nvSpPr>
        <p:spPr bwMode="auto">
          <a:xfrm>
            <a:off x="3517175" y="5007993"/>
            <a:ext cx="389708" cy="945375"/>
          </a:xfrm>
          <a:prstGeom prst="downArrow">
            <a:avLst/>
          </a:prstGeom>
          <a:solidFill>
            <a:srgbClr val="FFC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zh-CN" altLang="en-US" sz="2200" dirty="0">
              <a:gradFill>
                <a:gsLst>
                  <a:gs pos="0">
                    <a:srgbClr val="FFFFFF"/>
                  </a:gs>
                  <a:gs pos="100000">
                    <a:srgbClr val="FFFFFF"/>
                  </a:gs>
                </a:gsLst>
                <a:lin ang="5400000" scaled="0"/>
              </a:gradFill>
            </a:endParaRPr>
          </a:p>
        </p:txBody>
      </p:sp>
      <p:sp>
        <p:nvSpPr>
          <p:cNvPr id="14" name="矩形 13"/>
          <p:cNvSpPr/>
          <p:nvPr/>
        </p:nvSpPr>
        <p:spPr bwMode="auto">
          <a:xfrm>
            <a:off x="1824446" y="7117563"/>
            <a:ext cx="3775166" cy="1012803"/>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zh-CN" altLang="en-US" sz="3600" b="1" dirty="0">
                <a:gradFill>
                  <a:gsLst>
                    <a:gs pos="0">
                      <a:srgbClr val="FFFFFF"/>
                    </a:gs>
                    <a:gs pos="100000">
                      <a:srgbClr val="FFFFFF"/>
                    </a:gs>
                  </a:gsLst>
                  <a:lin ang="5400000" scaled="0"/>
                </a:gradFill>
              </a:rPr>
              <a:t>将</a:t>
            </a:r>
            <a:r>
              <a:rPr lang="en-US" altLang="zh-CN" sz="3600" b="1" dirty="0">
                <a:gradFill>
                  <a:gsLst>
                    <a:gs pos="0">
                      <a:srgbClr val="FFFFFF"/>
                    </a:gs>
                    <a:gs pos="100000">
                      <a:srgbClr val="FFFFFF"/>
                    </a:gs>
                  </a:gsLst>
                  <a:lin ang="5400000" scaled="0"/>
                </a:gradFill>
              </a:rPr>
              <a:t>Admin</a:t>
            </a:r>
            <a:r>
              <a:rPr lang="zh-CN" altLang="en-US" sz="3600" b="1" dirty="0">
                <a:gradFill>
                  <a:gsLst>
                    <a:gs pos="0">
                      <a:srgbClr val="FFFFFF"/>
                    </a:gs>
                    <a:gs pos="100000">
                      <a:srgbClr val="FFFFFF"/>
                    </a:gs>
                  </a:gsLst>
                  <a:lin ang="5400000" scaled="0"/>
                </a:gradFill>
              </a:rPr>
              <a:t>添加为</a:t>
            </a:r>
            <a:r>
              <a:rPr lang="en-US" altLang="zh-CN" sz="3600" b="1" dirty="0">
                <a:gradFill>
                  <a:gsLst>
                    <a:gs pos="0">
                      <a:srgbClr val="FFFFFF"/>
                    </a:gs>
                    <a:gs pos="100000">
                      <a:srgbClr val="FFFFFF"/>
                    </a:gs>
                  </a:gsLst>
                  <a:lin ang="5400000" scaled="0"/>
                </a:gradFill>
              </a:rPr>
              <a:t>co-admin</a:t>
            </a:r>
            <a:endParaRPr lang="zh-CN" altLang="en-US" sz="3600" b="1" dirty="0">
              <a:gradFill>
                <a:gsLst>
                  <a:gs pos="0">
                    <a:srgbClr val="FFFFFF"/>
                  </a:gs>
                  <a:gs pos="100000">
                    <a:srgbClr val="FFFFFF"/>
                  </a:gs>
                </a:gsLst>
                <a:lin ang="5400000" scaled="0"/>
              </a:gradFill>
            </a:endParaRPr>
          </a:p>
        </p:txBody>
      </p:sp>
    </p:spTree>
    <p:extLst>
      <p:ext uri="{BB962C8B-B14F-4D97-AF65-F5344CB8AC3E}">
        <p14:creationId xmlns:p14="http://schemas.microsoft.com/office/powerpoint/2010/main" val="657659952"/>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Sample</a:t>
            </a:r>
            <a:endParaRPr lang="zh-CN" altLang="en-US" dirty="0"/>
          </a:p>
        </p:txBody>
      </p:sp>
      <p:sp>
        <p:nvSpPr>
          <p:cNvPr id="5" name="矩形 4"/>
          <p:cNvSpPr/>
          <p:nvPr/>
        </p:nvSpPr>
        <p:spPr bwMode="auto">
          <a:xfrm>
            <a:off x="5669955" y="795611"/>
            <a:ext cx="4284617" cy="64008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altLang="zh-CN" sz="3600" b="1" dirty="0">
                <a:gradFill>
                  <a:gsLst>
                    <a:gs pos="0">
                      <a:srgbClr val="FFFFFF"/>
                    </a:gs>
                    <a:gs pos="100000">
                      <a:srgbClr val="FFFFFF"/>
                    </a:gs>
                  </a:gsLst>
                  <a:lin ang="5400000" scaled="0"/>
                </a:gradFill>
              </a:rPr>
              <a:t>Admin(</a:t>
            </a:r>
            <a:r>
              <a:rPr lang="zh-CN" altLang="en-US" sz="3600" b="1" dirty="0">
                <a:gradFill>
                  <a:gsLst>
                    <a:gs pos="0">
                      <a:srgbClr val="FFFFFF"/>
                    </a:gs>
                    <a:gs pos="100000">
                      <a:srgbClr val="FFFFFF"/>
                    </a:gs>
                  </a:gsLst>
                  <a:lin ang="5400000" scaled="0"/>
                </a:gradFill>
              </a:rPr>
              <a:t>企业管理员</a:t>
            </a:r>
            <a:r>
              <a:rPr lang="en-US" altLang="zh-CN" sz="3600" b="1" dirty="0">
                <a:gradFill>
                  <a:gsLst>
                    <a:gs pos="0">
                      <a:srgbClr val="FFFFFF"/>
                    </a:gs>
                    <a:gs pos="100000">
                      <a:srgbClr val="FFFFFF"/>
                    </a:gs>
                  </a:gsLst>
                  <a:lin ang="5400000" scaled="0"/>
                </a:gradFill>
              </a:rPr>
              <a:t>)</a:t>
            </a:r>
            <a:endParaRPr lang="zh-CN" altLang="en-US" sz="3600" b="1" dirty="0">
              <a:gradFill>
                <a:gsLst>
                  <a:gs pos="0">
                    <a:srgbClr val="FFFFFF"/>
                  </a:gs>
                  <a:gs pos="100000">
                    <a:srgbClr val="FFFFFF"/>
                  </a:gs>
                </a:gsLst>
                <a:lin ang="5400000" scaled="0"/>
              </a:gradFill>
            </a:endParaRPr>
          </a:p>
        </p:txBody>
      </p:sp>
      <p:sp>
        <p:nvSpPr>
          <p:cNvPr id="6" name="矩形 5"/>
          <p:cNvSpPr/>
          <p:nvPr/>
        </p:nvSpPr>
        <p:spPr bwMode="auto">
          <a:xfrm>
            <a:off x="2303867" y="2602946"/>
            <a:ext cx="2516326" cy="64008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zh-CN" altLang="en-US" sz="3600" b="1" dirty="0">
                <a:gradFill>
                  <a:gsLst>
                    <a:gs pos="0">
                      <a:srgbClr val="FFFFFF"/>
                    </a:gs>
                    <a:gs pos="100000">
                      <a:srgbClr val="FFFFFF"/>
                    </a:gs>
                  </a:gsLst>
                  <a:lin ang="5400000" scaled="0"/>
                </a:gradFill>
              </a:rPr>
              <a:t>添加订阅</a:t>
            </a:r>
            <a:r>
              <a:rPr lang="en-US" altLang="zh-CN" sz="3600" b="1" dirty="0">
                <a:gradFill>
                  <a:gsLst>
                    <a:gs pos="0">
                      <a:srgbClr val="FFFFFF"/>
                    </a:gs>
                    <a:gs pos="100000">
                      <a:srgbClr val="FFFFFF"/>
                    </a:gs>
                  </a:gsLst>
                  <a:lin ang="5400000" scaled="0"/>
                </a:gradFill>
              </a:rPr>
              <a:t>A</a:t>
            </a:r>
            <a:endParaRPr lang="zh-CN" altLang="en-US" sz="3600" b="1" dirty="0">
              <a:gradFill>
                <a:gsLst>
                  <a:gs pos="0">
                    <a:srgbClr val="FFFFFF"/>
                  </a:gs>
                  <a:gs pos="100000">
                    <a:srgbClr val="FFFFFF"/>
                  </a:gs>
                </a:gsLst>
                <a:lin ang="5400000" scaled="0"/>
              </a:gradFill>
            </a:endParaRPr>
          </a:p>
        </p:txBody>
      </p:sp>
      <p:sp>
        <p:nvSpPr>
          <p:cNvPr id="8" name="下箭头 7"/>
          <p:cNvSpPr/>
          <p:nvPr/>
        </p:nvSpPr>
        <p:spPr bwMode="auto">
          <a:xfrm rot="3129719">
            <a:off x="4170511" y="1437414"/>
            <a:ext cx="404948" cy="1318226"/>
          </a:xfrm>
          <a:prstGeom prst="downArrow">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zh-CN" altLang="en-US" sz="2200" dirty="0">
              <a:gradFill>
                <a:gsLst>
                  <a:gs pos="0">
                    <a:srgbClr val="FFFFFF"/>
                  </a:gs>
                  <a:gs pos="100000">
                    <a:srgbClr val="FFFFFF"/>
                  </a:gs>
                </a:gsLst>
                <a:lin ang="5400000" scaled="0"/>
              </a:gradFill>
            </a:endParaRPr>
          </a:p>
        </p:txBody>
      </p:sp>
      <p:sp>
        <p:nvSpPr>
          <p:cNvPr id="12" name="矩形 11"/>
          <p:cNvSpPr/>
          <p:nvPr/>
        </p:nvSpPr>
        <p:spPr bwMode="auto">
          <a:xfrm>
            <a:off x="1642886" y="4234784"/>
            <a:ext cx="3775166" cy="1012803"/>
          </a:xfrm>
          <a:prstGeom prst="rect">
            <a:avLst/>
          </a:prstGeom>
          <a:solidFill>
            <a:srgbClr val="FFC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zh-CN" altLang="en-US" sz="3600" b="1" dirty="0">
                <a:gradFill>
                  <a:gsLst>
                    <a:gs pos="0">
                      <a:srgbClr val="FFFFFF"/>
                    </a:gs>
                    <a:gs pos="100000">
                      <a:srgbClr val="FFFFFF"/>
                    </a:gs>
                  </a:gsLst>
                  <a:lin ang="5400000" scaled="0"/>
                </a:gradFill>
              </a:rPr>
              <a:t>将</a:t>
            </a:r>
            <a:r>
              <a:rPr lang="en-US" altLang="zh-CN" sz="3600" b="1" dirty="0">
                <a:gradFill>
                  <a:gsLst>
                    <a:gs pos="0">
                      <a:srgbClr val="FFFFFF"/>
                    </a:gs>
                    <a:gs pos="100000">
                      <a:srgbClr val="FFFFFF"/>
                    </a:gs>
                  </a:gsLst>
                  <a:lin ang="5400000" scaled="0"/>
                </a:gradFill>
              </a:rPr>
              <a:t>Market</a:t>
            </a:r>
            <a:r>
              <a:rPr lang="zh-CN" altLang="en-US" sz="3600" b="1" dirty="0">
                <a:gradFill>
                  <a:gsLst>
                    <a:gs pos="0">
                      <a:srgbClr val="FFFFFF"/>
                    </a:gs>
                    <a:gs pos="100000">
                      <a:srgbClr val="FFFFFF"/>
                    </a:gs>
                  </a:gsLst>
                  <a:lin ang="5400000" scaled="0"/>
                </a:gradFill>
              </a:rPr>
              <a:t>添加为</a:t>
            </a:r>
            <a:r>
              <a:rPr lang="en-US" altLang="zh-CN" sz="3600" b="1" dirty="0">
                <a:gradFill>
                  <a:gsLst>
                    <a:gs pos="0">
                      <a:srgbClr val="FFFFFF"/>
                    </a:gs>
                    <a:gs pos="100000">
                      <a:srgbClr val="FFFFFF"/>
                    </a:gs>
                  </a:gsLst>
                  <a:lin ang="5400000" scaled="0"/>
                </a:gradFill>
              </a:rPr>
              <a:t>co-admin</a:t>
            </a:r>
            <a:endParaRPr lang="zh-CN" altLang="en-US" sz="3600" b="1" dirty="0">
              <a:gradFill>
                <a:gsLst>
                  <a:gs pos="0">
                    <a:srgbClr val="FFFFFF"/>
                  </a:gs>
                  <a:gs pos="100000">
                    <a:srgbClr val="FFFFFF"/>
                  </a:gs>
                </a:gsLst>
                <a:lin ang="5400000" scaled="0"/>
              </a:gradFill>
            </a:endParaRPr>
          </a:p>
        </p:txBody>
      </p:sp>
      <p:sp>
        <p:nvSpPr>
          <p:cNvPr id="13" name="下箭头 12"/>
          <p:cNvSpPr/>
          <p:nvPr/>
        </p:nvSpPr>
        <p:spPr bwMode="auto">
          <a:xfrm>
            <a:off x="3367145" y="3258706"/>
            <a:ext cx="389708" cy="945375"/>
          </a:xfrm>
          <a:prstGeom prst="downArrow">
            <a:avLst/>
          </a:prstGeom>
          <a:solidFill>
            <a:srgbClr val="FFC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zh-CN" altLang="en-US" sz="2200" dirty="0">
              <a:gradFill>
                <a:gsLst>
                  <a:gs pos="0">
                    <a:srgbClr val="FFFFFF"/>
                  </a:gs>
                  <a:gs pos="100000">
                    <a:srgbClr val="FFFFFF"/>
                  </a:gs>
                </a:gsLst>
                <a:lin ang="5400000" scaled="0"/>
              </a:gradFill>
            </a:endParaRPr>
          </a:p>
        </p:txBody>
      </p:sp>
      <p:sp>
        <p:nvSpPr>
          <p:cNvPr id="17" name="矩形 16">
            <a:extLst>
              <a:ext uri="{FF2B5EF4-FFF2-40B4-BE49-F238E27FC236}">
                <a16:creationId xmlns:a16="http://schemas.microsoft.com/office/drawing/2014/main" id="{155F8450-DE09-4427-B534-2258A20ACBDB}"/>
              </a:ext>
            </a:extLst>
          </p:cNvPr>
          <p:cNvSpPr/>
          <p:nvPr/>
        </p:nvSpPr>
        <p:spPr bwMode="auto">
          <a:xfrm>
            <a:off x="6442103" y="2592087"/>
            <a:ext cx="2516326" cy="64008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zh-CN" altLang="en-US" sz="3600" b="1" dirty="0">
                <a:gradFill>
                  <a:gsLst>
                    <a:gs pos="0">
                      <a:srgbClr val="FFFFFF"/>
                    </a:gs>
                    <a:gs pos="100000">
                      <a:srgbClr val="FFFFFF"/>
                    </a:gs>
                  </a:gsLst>
                  <a:lin ang="5400000" scaled="0"/>
                </a:gradFill>
              </a:rPr>
              <a:t>添加订阅</a:t>
            </a:r>
            <a:r>
              <a:rPr lang="en-US" altLang="zh-CN" sz="3600" b="1" dirty="0">
                <a:gradFill>
                  <a:gsLst>
                    <a:gs pos="0">
                      <a:srgbClr val="FFFFFF"/>
                    </a:gs>
                    <a:gs pos="100000">
                      <a:srgbClr val="FFFFFF"/>
                    </a:gs>
                  </a:gsLst>
                  <a:lin ang="5400000" scaled="0"/>
                </a:gradFill>
              </a:rPr>
              <a:t>B</a:t>
            </a:r>
            <a:endParaRPr lang="zh-CN" altLang="en-US" sz="3600" b="1" dirty="0">
              <a:gradFill>
                <a:gsLst>
                  <a:gs pos="0">
                    <a:srgbClr val="FFFFFF"/>
                  </a:gs>
                  <a:gs pos="100000">
                    <a:srgbClr val="FFFFFF"/>
                  </a:gs>
                </a:gsLst>
                <a:lin ang="5400000" scaled="0"/>
              </a:gradFill>
            </a:endParaRPr>
          </a:p>
        </p:txBody>
      </p:sp>
      <p:sp>
        <p:nvSpPr>
          <p:cNvPr id="18" name="矩形 17">
            <a:extLst>
              <a:ext uri="{FF2B5EF4-FFF2-40B4-BE49-F238E27FC236}">
                <a16:creationId xmlns:a16="http://schemas.microsoft.com/office/drawing/2014/main" id="{95900DC6-8AE2-4B64-95A9-6B93FDBDD68F}"/>
              </a:ext>
            </a:extLst>
          </p:cNvPr>
          <p:cNvSpPr/>
          <p:nvPr/>
        </p:nvSpPr>
        <p:spPr bwMode="auto">
          <a:xfrm>
            <a:off x="10606128" y="2594071"/>
            <a:ext cx="2516326" cy="64008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zh-CN" altLang="en-US" sz="3600" b="1" dirty="0">
                <a:gradFill>
                  <a:gsLst>
                    <a:gs pos="0">
                      <a:srgbClr val="FFFFFF"/>
                    </a:gs>
                    <a:gs pos="100000">
                      <a:srgbClr val="FFFFFF"/>
                    </a:gs>
                  </a:gsLst>
                  <a:lin ang="5400000" scaled="0"/>
                </a:gradFill>
              </a:rPr>
              <a:t>添加订阅</a:t>
            </a:r>
            <a:r>
              <a:rPr lang="en-US" altLang="zh-CN" sz="3600" b="1" dirty="0">
                <a:gradFill>
                  <a:gsLst>
                    <a:gs pos="0">
                      <a:srgbClr val="FFFFFF"/>
                    </a:gs>
                    <a:gs pos="100000">
                      <a:srgbClr val="FFFFFF"/>
                    </a:gs>
                  </a:gsLst>
                  <a:lin ang="5400000" scaled="0"/>
                </a:gradFill>
              </a:rPr>
              <a:t>C</a:t>
            </a:r>
            <a:endParaRPr lang="zh-CN" altLang="en-US" sz="3600" b="1" dirty="0">
              <a:gradFill>
                <a:gsLst>
                  <a:gs pos="0">
                    <a:srgbClr val="FFFFFF"/>
                  </a:gs>
                  <a:gs pos="100000">
                    <a:srgbClr val="FFFFFF"/>
                  </a:gs>
                </a:gsLst>
                <a:lin ang="5400000" scaled="0"/>
              </a:gradFill>
            </a:endParaRPr>
          </a:p>
        </p:txBody>
      </p:sp>
      <p:sp>
        <p:nvSpPr>
          <p:cNvPr id="19" name="下箭头 12">
            <a:extLst>
              <a:ext uri="{FF2B5EF4-FFF2-40B4-BE49-F238E27FC236}">
                <a16:creationId xmlns:a16="http://schemas.microsoft.com/office/drawing/2014/main" id="{61D43733-031B-4C70-B346-1F24FFBB1BB9}"/>
              </a:ext>
            </a:extLst>
          </p:cNvPr>
          <p:cNvSpPr/>
          <p:nvPr/>
        </p:nvSpPr>
        <p:spPr bwMode="auto">
          <a:xfrm>
            <a:off x="7505412" y="3289409"/>
            <a:ext cx="389708" cy="945375"/>
          </a:xfrm>
          <a:prstGeom prst="downArrow">
            <a:avLst/>
          </a:prstGeom>
          <a:solidFill>
            <a:srgbClr val="FFC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zh-CN" altLang="en-US" sz="2200" dirty="0">
              <a:gradFill>
                <a:gsLst>
                  <a:gs pos="0">
                    <a:srgbClr val="FFFFFF"/>
                  </a:gs>
                  <a:gs pos="100000">
                    <a:srgbClr val="FFFFFF"/>
                  </a:gs>
                </a:gsLst>
                <a:lin ang="5400000" scaled="0"/>
              </a:gradFill>
            </a:endParaRPr>
          </a:p>
        </p:txBody>
      </p:sp>
      <p:sp>
        <p:nvSpPr>
          <p:cNvPr id="20" name="矩形 19">
            <a:extLst>
              <a:ext uri="{FF2B5EF4-FFF2-40B4-BE49-F238E27FC236}">
                <a16:creationId xmlns:a16="http://schemas.microsoft.com/office/drawing/2014/main" id="{57C33704-1D3F-47B9-AB72-82FB2FAF7D02}"/>
              </a:ext>
            </a:extLst>
          </p:cNvPr>
          <p:cNvSpPr/>
          <p:nvPr/>
        </p:nvSpPr>
        <p:spPr bwMode="auto">
          <a:xfrm>
            <a:off x="5924681" y="4239154"/>
            <a:ext cx="3775166" cy="1012803"/>
          </a:xfrm>
          <a:prstGeom prst="rect">
            <a:avLst/>
          </a:prstGeom>
          <a:solidFill>
            <a:srgbClr val="FFC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zh-CN" altLang="en-US" sz="3600" b="1" dirty="0">
                <a:gradFill>
                  <a:gsLst>
                    <a:gs pos="0">
                      <a:srgbClr val="FFFFFF"/>
                    </a:gs>
                    <a:gs pos="100000">
                      <a:srgbClr val="FFFFFF"/>
                    </a:gs>
                  </a:gsLst>
                  <a:lin ang="5400000" scaled="0"/>
                </a:gradFill>
              </a:rPr>
              <a:t>将</a:t>
            </a:r>
            <a:r>
              <a:rPr lang="en-US" altLang="zh-CN" sz="3600" b="1" dirty="0">
                <a:gradFill>
                  <a:gsLst>
                    <a:gs pos="0">
                      <a:srgbClr val="FFFFFF"/>
                    </a:gs>
                    <a:gs pos="100000">
                      <a:srgbClr val="FFFFFF"/>
                    </a:gs>
                  </a:gsLst>
                  <a:lin ang="5400000" scaled="0"/>
                </a:gradFill>
              </a:rPr>
              <a:t>Market</a:t>
            </a:r>
            <a:r>
              <a:rPr lang="zh-CN" altLang="en-US" sz="3600" b="1" dirty="0">
                <a:gradFill>
                  <a:gsLst>
                    <a:gs pos="0">
                      <a:srgbClr val="FFFFFF"/>
                    </a:gs>
                    <a:gs pos="100000">
                      <a:srgbClr val="FFFFFF"/>
                    </a:gs>
                  </a:gsLst>
                  <a:lin ang="5400000" scaled="0"/>
                </a:gradFill>
              </a:rPr>
              <a:t>添加为</a:t>
            </a:r>
            <a:r>
              <a:rPr lang="en-US" altLang="zh-CN" sz="3600" b="1" dirty="0">
                <a:gradFill>
                  <a:gsLst>
                    <a:gs pos="0">
                      <a:srgbClr val="FFFFFF"/>
                    </a:gs>
                    <a:gs pos="100000">
                      <a:srgbClr val="FFFFFF"/>
                    </a:gs>
                  </a:gsLst>
                  <a:lin ang="5400000" scaled="0"/>
                </a:gradFill>
              </a:rPr>
              <a:t>co-admin</a:t>
            </a:r>
            <a:endParaRPr lang="zh-CN" altLang="en-US" sz="3600" b="1" dirty="0">
              <a:gradFill>
                <a:gsLst>
                  <a:gs pos="0">
                    <a:srgbClr val="FFFFFF"/>
                  </a:gs>
                  <a:gs pos="100000">
                    <a:srgbClr val="FFFFFF"/>
                  </a:gs>
                </a:gsLst>
                <a:lin ang="5400000" scaled="0"/>
              </a:gradFill>
            </a:endParaRPr>
          </a:p>
        </p:txBody>
      </p:sp>
      <p:sp>
        <p:nvSpPr>
          <p:cNvPr id="21" name="下箭头 7">
            <a:extLst>
              <a:ext uri="{FF2B5EF4-FFF2-40B4-BE49-F238E27FC236}">
                <a16:creationId xmlns:a16="http://schemas.microsoft.com/office/drawing/2014/main" id="{AE11C8B2-181E-42E8-9F31-AC9DF6A004FE}"/>
              </a:ext>
            </a:extLst>
          </p:cNvPr>
          <p:cNvSpPr/>
          <p:nvPr/>
        </p:nvSpPr>
        <p:spPr bwMode="auto">
          <a:xfrm>
            <a:off x="7609451" y="1467690"/>
            <a:ext cx="404948" cy="1067155"/>
          </a:xfrm>
          <a:prstGeom prst="downArrow">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zh-CN" altLang="en-US" sz="2200" dirty="0">
              <a:gradFill>
                <a:gsLst>
                  <a:gs pos="0">
                    <a:srgbClr val="FFFFFF"/>
                  </a:gs>
                  <a:gs pos="100000">
                    <a:srgbClr val="FFFFFF"/>
                  </a:gs>
                </a:gsLst>
                <a:lin ang="5400000" scaled="0"/>
              </a:gradFill>
            </a:endParaRPr>
          </a:p>
        </p:txBody>
      </p:sp>
      <p:sp>
        <p:nvSpPr>
          <p:cNvPr id="22" name="下箭头 7">
            <a:extLst>
              <a:ext uri="{FF2B5EF4-FFF2-40B4-BE49-F238E27FC236}">
                <a16:creationId xmlns:a16="http://schemas.microsoft.com/office/drawing/2014/main" id="{1434975A-38AC-4EE9-9DBA-59B92CB80C9F}"/>
              </a:ext>
            </a:extLst>
          </p:cNvPr>
          <p:cNvSpPr/>
          <p:nvPr/>
        </p:nvSpPr>
        <p:spPr bwMode="auto">
          <a:xfrm rot="19189977">
            <a:off x="10575947" y="1392121"/>
            <a:ext cx="404948" cy="1318226"/>
          </a:xfrm>
          <a:prstGeom prst="downArrow">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zh-CN" altLang="en-US" sz="2200" dirty="0">
              <a:gradFill>
                <a:gsLst>
                  <a:gs pos="0">
                    <a:srgbClr val="FFFFFF"/>
                  </a:gs>
                  <a:gs pos="100000">
                    <a:srgbClr val="FFFFFF"/>
                  </a:gs>
                </a:gsLst>
                <a:lin ang="5400000" scaled="0"/>
              </a:gradFill>
            </a:endParaRPr>
          </a:p>
        </p:txBody>
      </p:sp>
    </p:spTree>
    <p:extLst>
      <p:ext uri="{BB962C8B-B14F-4D97-AF65-F5344CB8AC3E}">
        <p14:creationId xmlns:p14="http://schemas.microsoft.com/office/powerpoint/2010/main" val="2197699432"/>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回顾</a:t>
            </a:r>
          </a:p>
        </p:txBody>
      </p:sp>
      <p:sp>
        <p:nvSpPr>
          <p:cNvPr id="5" name="内容占位符 4"/>
          <p:cNvSpPr>
            <a:spLocks noGrp="1"/>
          </p:cNvSpPr>
          <p:nvPr>
            <p:ph sz="quarter" idx="10"/>
          </p:nvPr>
        </p:nvSpPr>
        <p:spPr>
          <a:xfrm>
            <a:off x="623098" y="1756411"/>
            <a:ext cx="13390303" cy="5119350"/>
          </a:xfrm>
        </p:spPr>
        <p:txBody>
          <a:bodyPr/>
          <a:lstStyle/>
          <a:p>
            <a:r>
              <a:rPr lang="zh-CN" altLang="en-US" dirty="0"/>
              <a:t>创建新的部门</a:t>
            </a:r>
            <a:endParaRPr lang="en-US" altLang="zh-CN" dirty="0"/>
          </a:p>
          <a:p>
            <a:pPr lvl="1"/>
            <a:r>
              <a:rPr lang="zh-CN" altLang="en-US" dirty="0"/>
              <a:t>支出配额只是虚拟概念</a:t>
            </a:r>
            <a:r>
              <a:rPr lang="en-US" altLang="zh-CN" dirty="0"/>
              <a:t>(</a:t>
            </a:r>
            <a:r>
              <a:rPr lang="zh-CN" altLang="en-US" dirty="0">
                <a:solidFill>
                  <a:srgbClr val="FF0000"/>
                </a:solidFill>
              </a:rPr>
              <a:t>将来会修改</a:t>
            </a:r>
            <a:r>
              <a:rPr lang="en-US" altLang="zh-CN" dirty="0"/>
              <a:t>)</a:t>
            </a:r>
          </a:p>
          <a:p>
            <a:r>
              <a:rPr lang="en-US" altLang="zh-CN" dirty="0"/>
              <a:t>Office 365 Portal </a:t>
            </a:r>
            <a:r>
              <a:rPr lang="zh-CN" altLang="en-US" dirty="0"/>
              <a:t>创建账户</a:t>
            </a:r>
            <a:endParaRPr lang="en-US" altLang="zh-CN" dirty="0"/>
          </a:p>
          <a:p>
            <a:pPr lvl="1"/>
            <a:r>
              <a:rPr lang="en-US" altLang="zh-CN" u="sng" dirty="0">
                <a:hlinkClick r:id="rId3"/>
              </a:rPr>
              <a:t>https://login.partner.microsoftonline.cn/</a:t>
            </a:r>
            <a:endParaRPr lang="en-US" altLang="zh-CN" dirty="0"/>
          </a:p>
          <a:p>
            <a:r>
              <a:rPr lang="zh-CN" altLang="en-US" dirty="0"/>
              <a:t>创建订阅</a:t>
            </a:r>
            <a:endParaRPr lang="en-US" altLang="zh-CN" dirty="0"/>
          </a:p>
          <a:p>
            <a:pPr lvl="1"/>
            <a:r>
              <a:rPr lang="zh-CN" altLang="en-US" dirty="0"/>
              <a:t>创建订阅不会产生费用，除非用户在这个订阅下创建和使用</a:t>
            </a:r>
            <a:r>
              <a:rPr lang="en-US" altLang="zh-CN" dirty="0"/>
              <a:t>Azure</a:t>
            </a:r>
            <a:r>
              <a:rPr lang="zh-CN" altLang="en-US" dirty="0"/>
              <a:t>资源</a:t>
            </a:r>
            <a:endParaRPr lang="en-US" altLang="zh-CN" dirty="0"/>
          </a:p>
          <a:p>
            <a:r>
              <a:rPr lang="zh-CN" altLang="en-US" dirty="0"/>
              <a:t>设置共同管理员</a:t>
            </a:r>
            <a:endParaRPr lang="en-US" altLang="zh-CN" dirty="0"/>
          </a:p>
          <a:p>
            <a:pPr lvl="1"/>
            <a:r>
              <a:rPr lang="zh-CN" altLang="en-US" dirty="0"/>
              <a:t>否则企业管理员</a:t>
            </a:r>
            <a:r>
              <a:rPr lang="en-US" altLang="zh-CN" dirty="0"/>
              <a:t>(Admin)</a:t>
            </a:r>
            <a:r>
              <a:rPr lang="zh-CN" altLang="en-US" dirty="0"/>
              <a:t>看不到</a:t>
            </a:r>
            <a:r>
              <a:rPr lang="en-US" altLang="zh-CN" dirty="0"/>
              <a:t>Sales</a:t>
            </a:r>
            <a:r>
              <a:rPr lang="zh-CN" altLang="en-US" dirty="0"/>
              <a:t>添加的订阅</a:t>
            </a:r>
          </a:p>
        </p:txBody>
      </p:sp>
    </p:spTree>
    <p:extLst>
      <p:ext uri="{BB962C8B-B14F-4D97-AF65-F5344CB8AC3E}">
        <p14:creationId xmlns:p14="http://schemas.microsoft.com/office/powerpoint/2010/main" val="1266624970"/>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查看账单</a:t>
            </a:r>
          </a:p>
        </p:txBody>
      </p:sp>
      <p:sp>
        <p:nvSpPr>
          <p:cNvPr id="3" name="内容占位符 2"/>
          <p:cNvSpPr>
            <a:spLocks noGrp="1"/>
          </p:cNvSpPr>
          <p:nvPr>
            <p:ph sz="quarter" idx="10"/>
          </p:nvPr>
        </p:nvSpPr>
        <p:spPr>
          <a:xfrm>
            <a:off x="623098" y="1756411"/>
            <a:ext cx="13390303" cy="6017032"/>
          </a:xfrm>
        </p:spPr>
        <p:txBody>
          <a:bodyPr/>
          <a:lstStyle/>
          <a:p>
            <a:r>
              <a:rPr lang="zh-CN" altLang="en-US" dirty="0"/>
              <a:t>查看总体使用量</a:t>
            </a:r>
            <a:endParaRPr lang="en-US" altLang="zh-CN" dirty="0"/>
          </a:p>
          <a:p>
            <a:pPr lvl="1"/>
            <a:r>
              <a:rPr lang="zh-CN" altLang="en-US" dirty="0"/>
              <a:t>蓝色表示客户购买调整和剩余的金额</a:t>
            </a:r>
            <a:endParaRPr lang="en-US" altLang="zh-CN" dirty="0"/>
          </a:p>
          <a:p>
            <a:pPr lvl="1"/>
            <a:r>
              <a:rPr lang="zh-CN" altLang="en-US" dirty="0"/>
              <a:t>绿色表示客户每月实际消耗量</a:t>
            </a:r>
            <a:endParaRPr lang="en-US" altLang="zh-CN" dirty="0"/>
          </a:p>
          <a:p>
            <a:pPr lvl="1"/>
            <a:r>
              <a:rPr lang="zh-CN" altLang="en-US" dirty="0"/>
              <a:t>红色表示客户每个超额情况</a:t>
            </a:r>
            <a:endParaRPr lang="en-US" altLang="zh-CN" dirty="0"/>
          </a:p>
          <a:p>
            <a:pPr lvl="1"/>
            <a:r>
              <a:rPr lang="zh-CN" altLang="en-US" dirty="0"/>
              <a:t>以柱状图和表格的方式展示</a:t>
            </a:r>
            <a:endParaRPr lang="en-US" altLang="zh-CN" dirty="0"/>
          </a:p>
          <a:p>
            <a:r>
              <a:rPr lang="zh-CN" altLang="en-US" dirty="0"/>
              <a:t>下载使用量详细情况</a:t>
            </a:r>
            <a:endParaRPr lang="en-US" altLang="zh-CN" dirty="0"/>
          </a:p>
          <a:p>
            <a:r>
              <a:rPr lang="zh-CN" altLang="en-US" dirty="0"/>
              <a:t>通知电子邮件联系人</a:t>
            </a:r>
            <a:endParaRPr lang="en-US" altLang="zh-CN" dirty="0"/>
          </a:p>
          <a:p>
            <a:r>
              <a:rPr lang="zh-CN" altLang="en-US" dirty="0"/>
              <a:t>关于超额使用</a:t>
            </a:r>
            <a:endParaRPr lang="en-US" altLang="zh-CN" dirty="0"/>
          </a:p>
          <a:p>
            <a:pPr lvl="1"/>
            <a:r>
              <a:rPr lang="zh-CN" altLang="en-US" dirty="0"/>
              <a:t>累计使用情况达到</a:t>
            </a:r>
            <a:r>
              <a:rPr lang="en-US" altLang="zh-CN" dirty="0"/>
              <a:t>75%, 90%, 100% ,120%</a:t>
            </a:r>
            <a:r>
              <a:rPr lang="zh-CN" altLang="en-US" dirty="0"/>
              <a:t>，自动发送邮件给联系人</a:t>
            </a:r>
            <a:endParaRPr lang="en-US" altLang="zh-CN" dirty="0"/>
          </a:p>
          <a:p>
            <a:pPr lvl="1"/>
            <a:endParaRPr lang="zh-CN" altLang="en-US" dirty="0"/>
          </a:p>
        </p:txBody>
      </p:sp>
    </p:spTree>
    <p:extLst>
      <p:ext uri="{BB962C8B-B14F-4D97-AF65-F5344CB8AC3E}">
        <p14:creationId xmlns:p14="http://schemas.microsoft.com/office/powerpoint/2010/main" val="3967641916"/>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总结</a:t>
            </a:r>
          </a:p>
        </p:txBody>
      </p:sp>
      <p:sp>
        <p:nvSpPr>
          <p:cNvPr id="3" name="内容占位符 2"/>
          <p:cNvSpPr>
            <a:spLocks noGrp="1"/>
          </p:cNvSpPr>
          <p:nvPr>
            <p:ph sz="quarter" idx="10"/>
          </p:nvPr>
        </p:nvSpPr>
        <p:spPr>
          <a:xfrm>
            <a:off x="623098" y="1756411"/>
            <a:ext cx="13390303" cy="1287532"/>
          </a:xfrm>
        </p:spPr>
        <p:txBody>
          <a:bodyPr/>
          <a:lstStyle/>
          <a:p>
            <a:r>
              <a:rPr lang="zh-CN" altLang="en-US" dirty="0"/>
              <a:t>测试账号命名方式：</a:t>
            </a:r>
            <a:r>
              <a:rPr lang="en-US" altLang="zh-CN" dirty="0"/>
              <a:t>admin@</a:t>
            </a:r>
            <a:r>
              <a:rPr lang="zh-CN" altLang="en-US" dirty="0"/>
              <a:t>公司名</a:t>
            </a:r>
            <a:endParaRPr lang="en-US" altLang="zh-CN" dirty="0"/>
          </a:p>
          <a:p>
            <a:r>
              <a:rPr lang="zh-CN" altLang="en-US" dirty="0"/>
              <a:t>规划好</a:t>
            </a:r>
            <a:r>
              <a:rPr lang="en-US" altLang="zh-CN" dirty="0"/>
              <a:t>Azure</a:t>
            </a:r>
            <a:r>
              <a:rPr lang="zh-CN" altLang="en-US" dirty="0"/>
              <a:t>订阅非常重要</a:t>
            </a:r>
          </a:p>
        </p:txBody>
      </p:sp>
    </p:spTree>
    <p:extLst>
      <p:ext uri="{BB962C8B-B14F-4D97-AF65-F5344CB8AC3E}">
        <p14:creationId xmlns:p14="http://schemas.microsoft.com/office/powerpoint/2010/main" val="3382031710"/>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2"/>
            </p:custDataLst>
            <p:extLst/>
          </p:nvPr>
        </p:nvGraphicFramePr>
        <p:xfrm>
          <a:off x="1906" y="0"/>
          <a:ext cx="190500" cy="190500"/>
        </p:xfrm>
        <a:graphic>
          <a:graphicData uri="http://schemas.openxmlformats.org/presentationml/2006/ole">
            <mc:AlternateContent xmlns:mc="http://schemas.openxmlformats.org/markup-compatibility/2006">
              <mc:Choice xmlns:v="urn:schemas-microsoft-com:vml" Requires="v">
                <p:oleObj spid="_x0000_s7328" name="think-cell Slide" r:id="rId5" imgW="270" imgH="270" progId="TCLayout.ActiveDocument.1">
                  <p:embed/>
                </p:oleObj>
              </mc:Choice>
              <mc:Fallback>
                <p:oleObj name="think-cell Slide" r:id="rId5" imgW="270" imgH="270" progId="TCLayout.ActiveDocument.1">
                  <p:embed/>
                  <p:pic>
                    <p:nvPicPr>
                      <p:cNvPr id="0" name=""/>
                      <p:cNvPicPr/>
                      <p:nvPr/>
                    </p:nvPicPr>
                    <p:blipFill>
                      <a:blip r:embed="rId6"/>
                      <a:stretch>
                        <a:fillRect/>
                      </a:stretch>
                    </p:blipFill>
                    <p:spPr>
                      <a:xfrm>
                        <a:off x="1906" y="0"/>
                        <a:ext cx="190500" cy="190500"/>
                      </a:xfrm>
                      <a:prstGeom prst="rect">
                        <a:avLst/>
                      </a:prstGeom>
                    </p:spPr>
                  </p:pic>
                </p:oleObj>
              </mc:Fallback>
            </mc:AlternateContent>
          </a:graphicData>
        </a:graphic>
      </p:graphicFrame>
    </p:spTree>
    <p:extLst>
      <p:ext uri="{BB962C8B-B14F-4D97-AF65-F5344CB8AC3E}">
        <p14:creationId xmlns:p14="http://schemas.microsoft.com/office/powerpoint/2010/main" val="1095270151"/>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_rels/theme7.xml.rels><?xml version="1.0" encoding="UTF-8" standalone="yes"?>
<Relationships xmlns="http://schemas.openxmlformats.org/package/2006/relationships"><Relationship Id="rId1" Type="http://schemas.openxmlformats.org/officeDocument/2006/relationships/image" Target="../media/image5.png"/></Relationships>
</file>

<file path=ppt/theme/theme1.xml><?xml version="1.0" encoding="utf-8"?>
<a:theme xmlns:a="http://schemas.openxmlformats.org/drawingml/2006/main" name="Metro_Template_Light_16x9">
  <a:themeElements>
    <a:clrScheme name="Microsoft Colors">
      <a:dk1>
        <a:srgbClr val="000000"/>
      </a:dk1>
      <a:lt1>
        <a:srgbClr val="FFFFFF"/>
      </a:lt1>
      <a:dk2>
        <a:srgbClr val="3F3F3F"/>
      </a:dk2>
      <a:lt2>
        <a:srgbClr val="F2F2F2"/>
      </a:lt2>
      <a:accent1>
        <a:srgbClr val="00AEEF"/>
      </a:accent1>
      <a:accent2>
        <a:srgbClr val="8CC600"/>
      </a:accent2>
      <a:accent3>
        <a:srgbClr val="FF8A00"/>
      </a:accent3>
      <a:accent4>
        <a:srgbClr val="FF0097"/>
      </a:accent4>
      <a:accent5>
        <a:srgbClr val="0071BC"/>
      </a:accent5>
      <a:accent6>
        <a:srgbClr val="910091"/>
      </a:accent6>
      <a:hlink>
        <a:srgbClr val="0070C0"/>
      </a:hlink>
      <a:folHlink>
        <a:srgbClr val="0071BC"/>
      </a:folHlink>
    </a:clrScheme>
    <a:fontScheme name="Microsoft Corporate Font">
      <a:majorFont>
        <a:latin typeface="Segoe UI Light"/>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6"/>
        </a:solidFill>
        <a:ln>
          <a:noFill/>
          <a:headEnd type="none" w="med" len="med"/>
          <a:tailEnd type="none" w="med" len="med"/>
        </a:ln>
        <a:effectLst/>
      </a:spPr>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defPPr defTabSz="914099" fontAlgn="base">
          <a:spcBef>
            <a:spcPct val="0"/>
          </a:spcBef>
          <a:spcAft>
            <a:spcPct val="0"/>
          </a:spcAft>
          <a:defRPr spc="-50" dirty="0" err="1" smtClean="0">
            <a:gradFill>
              <a:gsLst>
                <a:gs pos="0">
                  <a:srgbClr val="FFFFFF"/>
                </a:gs>
                <a:gs pos="100000">
                  <a:srgbClr val="FFFFFF"/>
                </a:gs>
              </a:gsLst>
              <a:lin ang="5400000" scaled="0"/>
            </a:gradFill>
            <a:latin typeface="Segoe UI" pitchFamily="34" charset="0"/>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txDef>
      <a:spPr>
        <a:noFill/>
      </a:spPr>
      <a:bodyPr wrap="none" lIns="0" tIns="0" rIns="0" bIns="0" rtlCol="0">
        <a:spAutoFit/>
      </a:bodyPr>
      <a:lstStyle>
        <a:defPPr>
          <a:defRPr sz="4000" dirty="0" err="1" smtClean="0">
            <a:gradFill>
              <a:gsLst>
                <a:gs pos="0">
                  <a:schemeClr val="tx1">
                    <a:lumMod val="75000"/>
                    <a:lumOff val="25000"/>
                  </a:schemeClr>
                </a:gs>
                <a:gs pos="80000">
                  <a:schemeClr val="tx1">
                    <a:lumMod val="65000"/>
                    <a:lumOff val="35000"/>
                  </a:schemeClr>
                </a:gs>
              </a:gsLst>
              <a:lin ang="16200000" scaled="0"/>
            </a:gradFill>
            <a:latin typeface="Segoe UI Light" pitchFamily="34" charset="0"/>
          </a:defRPr>
        </a:defPPr>
      </a:lstStyle>
    </a:txDef>
  </a:objectDefaults>
  <a:extraClrSchemeLst/>
</a:theme>
</file>

<file path=ppt/theme/theme2.xml><?xml version="1.0" encoding="utf-8"?>
<a:theme xmlns:a="http://schemas.openxmlformats.org/drawingml/2006/main" name="3_Metro_Template_Light_16x9">
  <a:themeElements>
    <a:clrScheme name="Microsoft Colors">
      <a:dk1>
        <a:srgbClr val="000000"/>
      </a:dk1>
      <a:lt1>
        <a:srgbClr val="FFFFFF"/>
      </a:lt1>
      <a:dk2>
        <a:srgbClr val="3F3F3F"/>
      </a:dk2>
      <a:lt2>
        <a:srgbClr val="F2F2F2"/>
      </a:lt2>
      <a:accent1>
        <a:srgbClr val="00AEEF"/>
      </a:accent1>
      <a:accent2>
        <a:srgbClr val="8CC600"/>
      </a:accent2>
      <a:accent3>
        <a:srgbClr val="FF8A00"/>
      </a:accent3>
      <a:accent4>
        <a:srgbClr val="FF0097"/>
      </a:accent4>
      <a:accent5>
        <a:srgbClr val="0071BC"/>
      </a:accent5>
      <a:accent6>
        <a:srgbClr val="910091"/>
      </a:accent6>
      <a:hlink>
        <a:srgbClr val="0070C0"/>
      </a:hlink>
      <a:folHlink>
        <a:srgbClr val="0071BC"/>
      </a:folHlink>
    </a:clrScheme>
    <a:fontScheme name="Microsoft Corporate Font">
      <a:majorFont>
        <a:latin typeface="Segoe UI Light"/>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6"/>
        </a:solidFill>
        <a:ln>
          <a:noFill/>
          <a:headEnd type="none" w="med" len="med"/>
          <a:tailEnd type="none" w="med" len="med"/>
        </a:ln>
        <a:effectLst/>
      </a:spPr>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defPPr defTabSz="914099" fontAlgn="base">
          <a:spcBef>
            <a:spcPct val="0"/>
          </a:spcBef>
          <a:spcAft>
            <a:spcPct val="0"/>
          </a:spcAft>
          <a:defRPr spc="-50" dirty="0" err="1" smtClean="0">
            <a:gradFill>
              <a:gsLst>
                <a:gs pos="0">
                  <a:srgbClr val="FFFFFF"/>
                </a:gs>
                <a:gs pos="100000">
                  <a:srgbClr val="FFFFFF"/>
                </a:gs>
              </a:gsLst>
              <a:lin ang="5400000" scaled="0"/>
            </a:gradFill>
            <a:latin typeface="Segoe UI" pitchFamily="34" charset="0"/>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txDef>
      <a:spPr>
        <a:noFill/>
      </a:spPr>
      <a:bodyPr wrap="none" lIns="0" tIns="0" rIns="0" bIns="0" rtlCol="0">
        <a:spAutoFit/>
      </a:bodyPr>
      <a:lstStyle>
        <a:defPPr>
          <a:defRPr sz="4000" dirty="0" err="1" smtClean="0">
            <a:gradFill>
              <a:gsLst>
                <a:gs pos="0">
                  <a:schemeClr val="tx1">
                    <a:lumMod val="75000"/>
                    <a:lumOff val="25000"/>
                  </a:schemeClr>
                </a:gs>
                <a:gs pos="80000">
                  <a:schemeClr val="tx1">
                    <a:lumMod val="65000"/>
                    <a:lumOff val="35000"/>
                  </a:schemeClr>
                </a:gs>
              </a:gsLst>
              <a:lin ang="16200000" scaled="0"/>
            </a:gradFill>
            <a:latin typeface="Segoe UI Light" pitchFamily="34" charset="0"/>
          </a:defRPr>
        </a:defPPr>
      </a:lstStyle>
    </a:txDef>
  </a:objectDefaults>
  <a:extraClrSchemeLst/>
</a:theme>
</file>

<file path=ppt/theme/theme3.xml><?xml version="1.0" encoding="utf-8"?>
<a:theme xmlns:a="http://schemas.openxmlformats.org/drawingml/2006/main" name="Office_Vision_Roadmap_15.21-FINAL">
  <a:themeElements>
    <a:clrScheme name="Custom 2">
      <a:dk1>
        <a:sysClr val="windowText" lastClr="000000"/>
      </a:dk1>
      <a:lt1>
        <a:sysClr val="window" lastClr="FFFFFF"/>
      </a:lt1>
      <a:dk2>
        <a:srgbClr val="525051"/>
      </a:dk2>
      <a:lt2>
        <a:srgbClr val="D4D4D4"/>
      </a:lt2>
      <a:accent1>
        <a:srgbClr val="16A5D9"/>
      </a:accent1>
      <a:accent2>
        <a:srgbClr val="AFFAFA"/>
      </a:accent2>
      <a:accent3>
        <a:srgbClr val="0BD0D9"/>
      </a:accent3>
      <a:accent4>
        <a:srgbClr val="10CF9B"/>
      </a:accent4>
      <a:accent5>
        <a:srgbClr val="5AD12C"/>
      </a:accent5>
      <a:accent6>
        <a:srgbClr val="DAF40A"/>
      </a:accent6>
      <a:hlink>
        <a:srgbClr val="FE5815"/>
      </a:hlink>
      <a:folHlink>
        <a:srgbClr val="85DFD0"/>
      </a:folHlink>
    </a:clrScheme>
    <a:fontScheme name="Custom 1">
      <a:majorFont>
        <a:latin typeface="Segoe UI Light"/>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3"/>
        </a:solidFill>
        <a:ln>
          <a:noFill/>
          <a:headEnd type="none" w="med" len="med"/>
          <a:tailEnd type="none" w="med" len="med"/>
        </a:ln>
        <a:effectLst/>
      </a:spPr>
      <a:bodyPr vert="horz" wrap="square" lIns="91436" tIns="45718" rIns="91436" bIns="45718" numCol="1" rtlCol="0" anchor="ctr" anchorCtr="0" compatLnSpc="1">
        <a:prstTxWarp prst="textNoShape">
          <a:avLst/>
        </a:prstTxWarp>
      </a:bodyPr>
      <a:lstStyle>
        <a:defPPr algn="ctr" defTabSz="914099">
          <a:defRPr sz="1800" dirty="0">
            <a:gradFill>
              <a:gsLst>
                <a:gs pos="0">
                  <a:srgbClr val="FFFFFF"/>
                </a:gs>
                <a:gs pos="100000">
                  <a:srgbClr val="FFFFFF"/>
                </a:gs>
              </a:gsLst>
              <a:lin ang="5400000" scaled="0"/>
            </a:gradFill>
          </a:defRPr>
        </a:defPPr>
      </a:lstStyle>
      <a:style>
        <a:lnRef idx="1">
          <a:schemeClr val="accent4"/>
        </a:lnRef>
        <a:fillRef idx="3">
          <a:schemeClr val="accent4"/>
        </a:fillRef>
        <a:effectRef idx="2">
          <a:schemeClr val="accent4"/>
        </a:effectRef>
        <a:fontRef idx="minor">
          <a:schemeClr val="lt1"/>
        </a:fontRef>
      </a:style>
    </a:spDef>
    <a:txDef>
      <a:spPr>
        <a:noFill/>
      </a:spPr>
      <a:bodyPr wrap="square" lIns="0" tIns="0" rIns="0" bIns="0" rtlCol="0">
        <a:spAutoFit/>
      </a:bodyPr>
      <a:lstStyle>
        <a:defPPr>
          <a:defRPr dirty="0" err="1" smtClean="0">
            <a:gradFill>
              <a:gsLst>
                <a:gs pos="0">
                  <a:schemeClr val="tx1"/>
                </a:gs>
                <a:gs pos="86000">
                  <a:schemeClr val="tx1"/>
                </a:gs>
              </a:gsLst>
              <a:lin ang="5400000" scaled="0"/>
            </a:gradFill>
          </a:defRPr>
        </a:defPPr>
      </a:lstStyle>
    </a:txDef>
  </a:objectDefaults>
  <a:extraClrSchemeLst/>
</a:theme>
</file>

<file path=ppt/theme/theme4.xml><?xml version="1.0" encoding="utf-8"?>
<a:theme xmlns:a="http://schemas.openxmlformats.org/drawingml/2006/main" name="1_Metro_Template_Light_16x9">
  <a:themeElements>
    <a:clrScheme name="Microsoft Colors">
      <a:dk1>
        <a:srgbClr val="000000"/>
      </a:dk1>
      <a:lt1>
        <a:srgbClr val="FFFFFF"/>
      </a:lt1>
      <a:dk2>
        <a:srgbClr val="3F3F3F"/>
      </a:dk2>
      <a:lt2>
        <a:srgbClr val="F2F2F2"/>
      </a:lt2>
      <a:accent1>
        <a:srgbClr val="00AEEF"/>
      </a:accent1>
      <a:accent2>
        <a:srgbClr val="8CC600"/>
      </a:accent2>
      <a:accent3>
        <a:srgbClr val="FF8A00"/>
      </a:accent3>
      <a:accent4>
        <a:srgbClr val="FF0097"/>
      </a:accent4>
      <a:accent5>
        <a:srgbClr val="0071BC"/>
      </a:accent5>
      <a:accent6>
        <a:srgbClr val="910091"/>
      </a:accent6>
      <a:hlink>
        <a:srgbClr val="0070C0"/>
      </a:hlink>
      <a:folHlink>
        <a:srgbClr val="0071BC"/>
      </a:folHlink>
    </a:clrScheme>
    <a:fontScheme name="Microsoft Corporate Font">
      <a:majorFont>
        <a:latin typeface="Segoe UI Light"/>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6"/>
        </a:solidFill>
        <a:ln>
          <a:noFill/>
          <a:headEnd type="none" w="med" len="med"/>
          <a:tailEnd type="none" w="med" len="med"/>
        </a:ln>
        <a:effectLst/>
      </a:spPr>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defPPr defTabSz="914099" fontAlgn="base">
          <a:spcBef>
            <a:spcPct val="0"/>
          </a:spcBef>
          <a:spcAft>
            <a:spcPct val="0"/>
          </a:spcAft>
          <a:defRPr spc="-50" dirty="0" err="1" smtClean="0">
            <a:gradFill>
              <a:gsLst>
                <a:gs pos="0">
                  <a:srgbClr val="FFFFFF"/>
                </a:gs>
                <a:gs pos="100000">
                  <a:srgbClr val="FFFFFF"/>
                </a:gs>
              </a:gsLst>
              <a:lin ang="5400000" scaled="0"/>
            </a:gradFill>
            <a:latin typeface="Segoe UI" pitchFamily="34" charset="0"/>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txDef>
      <a:spPr>
        <a:noFill/>
      </a:spPr>
      <a:bodyPr wrap="none" lIns="0" tIns="0" rIns="0" bIns="0" rtlCol="0">
        <a:spAutoFit/>
      </a:bodyPr>
      <a:lstStyle>
        <a:defPPr>
          <a:defRPr sz="4000" dirty="0" err="1" smtClean="0">
            <a:gradFill>
              <a:gsLst>
                <a:gs pos="0">
                  <a:schemeClr val="tx1">
                    <a:lumMod val="75000"/>
                    <a:lumOff val="25000"/>
                  </a:schemeClr>
                </a:gs>
                <a:gs pos="80000">
                  <a:schemeClr val="tx1">
                    <a:lumMod val="65000"/>
                    <a:lumOff val="35000"/>
                  </a:schemeClr>
                </a:gs>
              </a:gsLst>
              <a:lin ang="16200000" scaled="0"/>
            </a:gradFill>
            <a:latin typeface="Segoe UI Light" pitchFamily="34" charset="0"/>
          </a:defRPr>
        </a:defPPr>
      </a:lstStyle>
    </a:txDef>
  </a:objectDefaults>
  <a:extraClrSchemeLst/>
</a:theme>
</file>

<file path=ppt/theme/theme5.xml><?xml version="1.0" encoding="utf-8"?>
<a:theme xmlns:a="http://schemas.openxmlformats.org/drawingml/2006/main" name="4_Metro_Template_Light_16x9">
  <a:themeElements>
    <a:clrScheme name="Microsoft Colors">
      <a:dk1>
        <a:srgbClr val="000000"/>
      </a:dk1>
      <a:lt1>
        <a:srgbClr val="FFFFFF"/>
      </a:lt1>
      <a:dk2>
        <a:srgbClr val="3F3F3F"/>
      </a:dk2>
      <a:lt2>
        <a:srgbClr val="F2F2F2"/>
      </a:lt2>
      <a:accent1>
        <a:srgbClr val="00AEEF"/>
      </a:accent1>
      <a:accent2>
        <a:srgbClr val="8CC600"/>
      </a:accent2>
      <a:accent3>
        <a:srgbClr val="FF8A00"/>
      </a:accent3>
      <a:accent4>
        <a:srgbClr val="FF0097"/>
      </a:accent4>
      <a:accent5>
        <a:srgbClr val="0071BC"/>
      </a:accent5>
      <a:accent6>
        <a:srgbClr val="910091"/>
      </a:accent6>
      <a:hlink>
        <a:srgbClr val="0070C0"/>
      </a:hlink>
      <a:folHlink>
        <a:srgbClr val="0071BC"/>
      </a:folHlink>
    </a:clrScheme>
    <a:fontScheme name="Microsoft Corporate Font">
      <a:majorFont>
        <a:latin typeface="Segoe UI Light"/>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6"/>
        </a:solidFill>
        <a:ln>
          <a:noFill/>
          <a:headEnd type="none" w="med" len="med"/>
          <a:tailEnd type="none" w="med" len="med"/>
        </a:ln>
        <a:effectLst/>
      </a:spPr>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defPPr defTabSz="914099" fontAlgn="base">
          <a:spcBef>
            <a:spcPct val="0"/>
          </a:spcBef>
          <a:spcAft>
            <a:spcPct val="0"/>
          </a:spcAft>
          <a:defRPr spc="-50" dirty="0" err="1" smtClean="0">
            <a:gradFill>
              <a:gsLst>
                <a:gs pos="0">
                  <a:srgbClr val="FFFFFF"/>
                </a:gs>
                <a:gs pos="100000">
                  <a:srgbClr val="FFFFFF"/>
                </a:gs>
              </a:gsLst>
              <a:lin ang="5400000" scaled="0"/>
            </a:gradFill>
            <a:latin typeface="Segoe UI" pitchFamily="34" charset="0"/>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txDef>
      <a:spPr>
        <a:noFill/>
      </a:spPr>
      <a:bodyPr wrap="none" lIns="0" tIns="0" rIns="0" bIns="0" rtlCol="0">
        <a:spAutoFit/>
      </a:bodyPr>
      <a:lstStyle>
        <a:defPPr>
          <a:defRPr sz="4000" dirty="0" err="1" smtClean="0">
            <a:gradFill>
              <a:gsLst>
                <a:gs pos="0">
                  <a:schemeClr val="tx1">
                    <a:lumMod val="75000"/>
                    <a:lumOff val="25000"/>
                  </a:schemeClr>
                </a:gs>
                <a:gs pos="80000">
                  <a:schemeClr val="tx1">
                    <a:lumMod val="65000"/>
                    <a:lumOff val="35000"/>
                  </a:schemeClr>
                </a:gs>
              </a:gsLst>
              <a:lin ang="16200000" scaled="0"/>
            </a:gradFill>
            <a:latin typeface="Segoe UI Light" pitchFamily="34" charset="0"/>
          </a:defRPr>
        </a:defPPr>
      </a:lstStyle>
    </a:txDef>
  </a:objectDefaults>
  <a:extraClrSchemeLst/>
</a:theme>
</file>

<file path=ppt/theme/theme6.xml><?xml version="1.0" encoding="utf-8"?>
<a:theme xmlns:a="http://schemas.openxmlformats.org/drawingml/2006/main" name="5_Metro_Template_Light_16x9">
  <a:themeElements>
    <a:clrScheme name="Microsoft Colors">
      <a:dk1>
        <a:srgbClr val="000000"/>
      </a:dk1>
      <a:lt1>
        <a:srgbClr val="FFFFFF"/>
      </a:lt1>
      <a:dk2>
        <a:srgbClr val="3F3F3F"/>
      </a:dk2>
      <a:lt2>
        <a:srgbClr val="F2F2F2"/>
      </a:lt2>
      <a:accent1>
        <a:srgbClr val="00AEEF"/>
      </a:accent1>
      <a:accent2>
        <a:srgbClr val="8CC600"/>
      </a:accent2>
      <a:accent3>
        <a:srgbClr val="FF8A00"/>
      </a:accent3>
      <a:accent4>
        <a:srgbClr val="FF0097"/>
      </a:accent4>
      <a:accent5>
        <a:srgbClr val="0071BC"/>
      </a:accent5>
      <a:accent6>
        <a:srgbClr val="910091"/>
      </a:accent6>
      <a:hlink>
        <a:srgbClr val="0070C0"/>
      </a:hlink>
      <a:folHlink>
        <a:srgbClr val="0071BC"/>
      </a:folHlink>
    </a:clrScheme>
    <a:fontScheme name="Microsoft Corporate Font">
      <a:majorFont>
        <a:latin typeface="Segoe UI Light"/>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6"/>
        </a:solidFill>
        <a:ln>
          <a:noFill/>
          <a:headEnd type="none" w="med" len="med"/>
          <a:tailEnd type="none" w="med" len="med"/>
        </a:ln>
        <a:effectLst/>
      </a:spPr>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defPPr defTabSz="914099" fontAlgn="base">
          <a:spcBef>
            <a:spcPct val="0"/>
          </a:spcBef>
          <a:spcAft>
            <a:spcPct val="0"/>
          </a:spcAft>
          <a:defRPr spc="-50" dirty="0" err="1" smtClean="0">
            <a:gradFill>
              <a:gsLst>
                <a:gs pos="0">
                  <a:srgbClr val="FFFFFF"/>
                </a:gs>
                <a:gs pos="100000">
                  <a:srgbClr val="FFFFFF"/>
                </a:gs>
              </a:gsLst>
              <a:lin ang="5400000" scaled="0"/>
            </a:gradFill>
            <a:latin typeface="Segoe UI" pitchFamily="34" charset="0"/>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txDef>
      <a:spPr>
        <a:noFill/>
      </a:spPr>
      <a:bodyPr wrap="none" lIns="0" tIns="0" rIns="0" bIns="0" rtlCol="0">
        <a:spAutoFit/>
      </a:bodyPr>
      <a:lstStyle>
        <a:defPPr>
          <a:defRPr sz="4000" dirty="0" err="1" smtClean="0">
            <a:gradFill>
              <a:gsLst>
                <a:gs pos="0">
                  <a:schemeClr val="tx1">
                    <a:lumMod val="75000"/>
                    <a:lumOff val="25000"/>
                  </a:schemeClr>
                </a:gs>
                <a:gs pos="80000">
                  <a:schemeClr val="tx1">
                    <a:lumMod val="65000"/>
                    <a:lumOff val="35000"/>
                  </a:schemeClr>
                </a:gs>
              </a:gsLst>
              <a:lin ang="16200000" scaled="0"/>
            </a:gradFill>
            <a:latin typeface="Segoe UI Light" pitchFamily="34" charset="0"/>
          </a:defRPr>
        </a:defPPr>
      </a:lstStyle>
    </a:txDef>
  </a:objectDefaults>
  <a:extraClrSchemeLst/>
</a:theme>
</file>

<file path=ppt/theme/theme7.xml><?xml version="1.0" encoding="utf-8"?>
<a:theme xmlns:a="http://schemas.openxmlformats.org/drawingml/2006/main" name="MS1444_Windows Azure Template 16x9_r08b">
  <a:themeElements>
    <a:clrScheme name="Custom 14">
      <a:dk1>
        <a:srgbClr val="292929"/>
      </a:dk1>
      <a:lt1>
        <a:srgbClr val="FFFFFF"/>
      </a:lt1>
      <a:dk2>
        <a:srgbClr val="5F5F5F"/>
      </a:dk2>
      <a:lt2>
        <a:srgbClr val="DDDDDD"/>
      </a:lt2>
      <a:accent1>
        <a:srgbClr val="FF8A00"/>
      </a:accent1>
      <a:accent2>
        <a:srgbClr val="00AEEF"/>
      </a:accent2>
      <a:accent3>
        <a:srgbClr val="910091"/>
      </a:accent3>
      <a:accent4>
        <a:srgbClr val="8CC600"/>
      </a:accent4>
      <a:accent5>
        <a:srgbClr val="FF0000"/>
      </a:accent5>
      <a:accent6>
        <a:srgbClr val="0071BC"/>
      </a:accent6>
      <a:hlink>
        <a:srgbClr val="0071BC"/>
      </a:hlink>
      <a:folHlink>
        <a:srgbClr val="00AEEF"/>
      </a:folHlink>
    </a:clrScheme>
    <a:fontScheme name="Segoe UI">
      <a:majorFont>
        <a:latin typeface="Segoe UI"/>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2"/>
        </a:solidFill>
        <a:ln>
          <a:noFill/>
          <a:headEnd type="none" w="med" len="med"/>
          <a:tailEnd type="none" w="med" len="med"/>
        </a:ln>
        <a:effectLst/>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200" dirty="0" smtClean="0">
            <a:gradFill>
              <a:gsLst>
                <a:gs pos="0">
                  <a:srgbClr val="FFFFFF"/>
                </a:gs>
                <a:gs pos="100000">
                  <a:srgbClr val="FFFFFF"/>
                </a:gs>
              </a:gsLst>
              <a:lin ang="5400000" scaled="0"/>
            </a:gradFill>
          </a:defRPr>
        </a:defPPr>
      </a:lstStyle>
      <a:style>
        <a:lnRef idx="1">
          <a:schemeClr val="accent2"/>
        </a:lnRef>
        <a:fillRef idx="3">
          <a:schemeClr val="accent2"/>
        </a:fillRef>
        <a:effectRef idx="2">
          <a:schemeClr val="accent2"/>
        </a:effectRef>
        <a:fontRef idx="minor">
          <a:schemeClr val="lt1"/>
        </a:fontRef>
      </a:style>
    </a:spDef>
    <a:txDef>
      <a:spPr>
        <a:noFill/>
      </a:spPr>
      <a:bodyPr wrap="square" lIns="0" tIns="0" rIns="0" bIns="0" rtlCol="0">
        <a:spAutoFit/>
      </a:bodyPr>
      <a:lstStyle>
        <a:defPPr marL="460375" indent="-460375">
          <a:lnSpc>
            <a:spcPct val="90000"/>
          </a:lnSpc>
          <a:spcBef>
            <a:spcPct val="20000"/>
          </a:spcBef>
          <a:buSzPct val="80000"/>
          <a:buBlip>
            <a:blip xmlns:r="http://schemas.openxmlformats.org/officeDocument/2006/relationships" r:embed="rId1"/>
          </a:buBlip>
          <a:defRPr sz="3200" dirty="0">
            <a:gradFill>
              <a:gsLst>
                <a:gs pos="0">
                  <a:srgbClr val="292929">
                    <a:lumMod val="90000"/>
                    <a:lumOff val="10000"/>
                  </a:srgbClr>
                </a:gs>
                <a:gs pos="86000">
                  <a:srgbClr val="292929">
                    <a:lumMod val="90000"/>
                    <a:lumOff val="10000"/>
                  </a:srgbClr>
                </a:gs>
              </a:gsLst>
              <a:lin ang="5400000" scaled="0"/>
            </a:gradFill>
          </a:defRPr>
        </a:defPPr>
      </a:lstStyle>
    </a:txDef>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44.xml.rels><?xml version="1.0" encoding="UTF-8" standalone="yes"?>
<Relationships xmlns="http://schemas.openxmlformats.org/package/2006/relationships"><Relationship Id="rId1" Type="http://schemas.openxmlformats.org/officeDocument/2006/relationships/customXmlProps" Target="itemProps44.xml"/></Relationships>
</file>

<file path=customXml/_rels/item45.xml.rels><?xml version="1.0" encoding="UTF-8" standalone="yes"?>
<Relationships xmlns="http://schemas.openxmlformats.org/package/2006/relationships"><Relationship Id="rId1" Type="http://schemas.openxmlformats.org/officeDocument/2006/relationships/customXmlProps" Target="itemProps45.xml"/></Relationships>
</file>

<file path=customXml/_rels/item46.xml.rels><?xml version="1.0" encoding="UTF-8" standalone="yes"?>
<Relationships xmlns="http://schemas.openxmlformats.org/package/2006/relationships"><Relationship Id="rId1" Type="http://schemas.openxmlformats.org/officeDocument/2006/relationships/customXmlProps" Target="itemProps46.xml"/></Relationships>
</file>

<file path=customXml/_rels/item47.xml.rels><?xml version="1.0" encoding="UTF-8" standalone="yes"?>
<Relationships xmlns="http://schemas.openxmlformats.org/package/2006/relationships"><Relationship Id="rId1" Type="http://schemas.openxmlformats.org/officeDocument/2006/relationships/customXmlProps" Target="itemProps47.xml"/></Relationships>
</file>

<file path=customXml/_rels/item48.xml.rels><?xml version="1.0" encoding="UTF-8" standalone="yes"?>
<Relationships xmlns="http://schemas.openxmlformats.org/package/2006/relationships"><Relationship Id="rId1" Type="http://schemas.openxmlformats.org/officeDocument/2006/relationships/customXmlProps" Target="itemProps48.xml"/></Relationships>
</file>

<file path=customXml/_rels/item49.xml.rels><?xml version="1.0" encoding="UTF-8" standalone="yes"?>
<Relationships xmlns="http://schemas.openxmlformats.org/package/2006/relationships"><Relationship Id="rId1" Type="http://schemas.openxmlformats.org/officeDocument/2006/relationships/customXmlProps" Target="itemProps49.xml"/></Relationships>
</file>

<file path=customXml/_rels/item50.xml.rels><?xml version="1.0" encoding="UTF-8" standalone="yes"?>
<Relationships xmlns="http://schemas.openxmlformats.org/package/2006/relationships"><Relationship Id="rId1" Type="http://schemas.openxmlformats.org/officeDocument/2006/relationships/customXmlProps" Target="itemProps50.xml"/></Relationships>
</file>

<file path=customXml/_rels/item51.xml.rels><?xml version="1.0" encoding="UTF-8" standalone="yes"?>
<Relationships xmlns="http://schemas.openxmlformats.org/package/2006/relationships"><Relationship Id="rId1" Type="http://schemas.openxmlformats.org/officeDocument/2006/relationships/customXmlProps" Target="itemProps51.xml"/></Relationships>
</file>

<file path=customXml/_rels/item52.xml.rels><?xml version="1.0" encoding="UTF-8" standalone="yes"?>
<Relationships xmlns="http://schemas.openxmlformats.org/package/2006/relationships"><Relationship Id="rId1" Type="http://schemas.openxmlformats.org/officeDocument/2006/relationships/customXmlProps" Target="itemProps52.xml"/></Relationships>
</file>

<file path=customXml/_rels/item53.xml.rels><?xml version="1.0" encoding="UTF-8" standalone="yes"?>
<Relationships xmlns="http://schemas.openxmlformats.org/package/2006/relationships"><Relationship Id="rId1" Type="http://schemas.openxmlformats.org/officeDocument/2006/relationships/customXmlProps" Target="itemProps53.xml"/></Relationships>
</file>

<file path=customXml/item1.xml><?xml version="1.0" encoding="utf-8"?>
<Control xmlns="http://schemas.microsoft.com/VisualStudio/2011/storyboarding/control">
  <Id Name="ffb637c3-8805-438d-938e-c3dd8b486796" RevisionId="4d19e7c7-c61e-498f-a5b8-dc7751a23f99" Stencil="48ab8805-b199-4546-a652-7582788c988d" StencilRevisionId="00000000-0000-0000-0000-000000000000" StencilVersion="0.0"/>
</Control>
</file>

<file path=customXml/item2.xml><?xml version="1.0" encoding="utf-8"?>
<Control xmlns="http://schemas.microsoft.com/VisualStudio/2011/storyboarding/control">
  <Id Name="89dc6f75-1acf-490a-9da5-647d236b536f" RevisionId="f94fb78c-ccef-4787-ad07-c2983ba98aef" Stencil="48ab8805-b199-4546-a652-7582788c988d" StencilRevisionId="00000000-0000-0000-0000-000000000000" StencilVersion="0.0"/>
</Control>
</file>

<file path=customXml/item3.xml><?xml version="1.0" encoding="utf-8"?>
<Control xmlns="http://schemas.microsoft.com/VisualStudio/2011/storyboarding/control">
  <Id Name="1926977f-ddea-40cd-8909-7dad74082de4" RevisionId="80850475-a21a-4b30-a662-27aac04ef11c" Stencil="48ab8805-b199-4546-a652-7582788c988d" StencilRevisionId="00000000-0000-0000-0000-000000000000" StencilVersion="0.0"/>
</Control>
</file>

<file path=customXml/item4.xml><?xml version="1.0" encoding="utf-8"?>
<Control xmlns="http://schemas.microsoft.com/VisualStudio/2011/storyboarding/control">
  <Id Name="389aca2c-b7d1-4b08-8b70-69535fd3d590" RevisionId="6b8a413f-c7db-45ef-b744-6af86002db6a" Stencil="48ab8805-b199-4546-a652-7582788c988d" StencilRevisionId="00000000-0000-0000-0000-000000000000" StencilVersion="0.0"/>
</Control>
</file>

<file path=customXml/item5.xml><?xml version="1.0" encoding="utf-8"?>
<Control xmlns="http://schemas.microsoft.com/VisualStudio/2011/storyboarding/control">
  <Id Name="a82cd6f8-3c97-45b4-bab2-e04e47289e51" RevisionId="a66f80b0-14b7-47f3-895d-8b4d8b1cc3cf" Stencil="48ab8805-b199-4546-a652-7582788c988d" StencilRevisionId="00000000-0000-0000-0000-000000000000" StencilVersion="0.0"/>
</Control>
</file>

<file path=customXml/item6.xml><?xml version="1.0" encoding="utf-8"?>
<Control xmlns="http://schemas.microsoft.com/VisualStudio/2011/storyboarding/control">
  <Id Name="System.Storyboarding.Icons.WiFi" RevisionId="05cd6d03-c0b2-488e-98a7-d68de69a2cfc" Stencil="System.Storyboarding.Icons" StencilRevisionId="05cd6d03-c0b2-488e-98a7-d68de69a2cfc" StencilVersion="0.1"/>
</Control>
</file>

<file path=customXml/item7.xml><?xml version="1.0" encoding="utf-8"?>
<Control xmlns="http://schemas.microsoft.com/VisualStudio/2011/storyboarding/control">
  <Id Name="System.Storyboarding.Icons.Volume" RevisionId="05cd6d03-c0b2-488e-98a7-d68de69a2cfc" Stencil="System.Storyboarding.Icons" StencilRevisionId="05cd6d03-c0b2-488e-98a7-d68de69a2cfc" StencilVersion="0.1"/>
</Control>
</file>

<file path=customXml/item8.xml><?xml version="1.0" encoding="utf-8"?>
<Control xmlns="http://schemas.microsoft.com/VisualStudio/2011/storyboarding/control">
  <Id Name="31718c81-1f7e-4256-ac0f-bb9a48e9e0f5" RevisionId="716723e4-739e-4766-a3a7-7e8f61b4f635" Stencil="48ab8805-b199-4546-a652-7582788c988d" StencilRevisionId="00000000-0000-0000-0000-000000000000" StencilVersion="0.0"/>
</Control>
</file>

<file path=customXml/item9.xml><?xml version="1.0" encoding="utf-8"?>
<Control xmlns="http://schemas.microsoft.com/VisualStudio/2011/storyboarding/control">
  <Id Name="389aca2c-b7d1-4b08-8b70-69535fd3d590" RevisionId="6b8a413f-c7db-45ef-b744-6af86002db6a" Stencil="48ab8805-b199-4546-a652-7582788c988d" StencilRevisionId="00000000-0000-0000-0000-000000000000" StencilVersion="0.0"/>
</Control>
</file>

<file path=customXml/item10.xml><?xml version="1.0" encoding="utf-8"?>
<Control xmlns="http://schemas.microsoft.com/VisualStudio/2011/storyboarding/control">
  <Id Name="System.Storyboarding.Icons.WiFi" RevisionId="05cd6d03-c0b2-488e-98a7-d68de69a2cfc" Stencil="System.Storyboarding.Icons" StencilRevisionId="05cd6d03-c0b2-488e-98a7-d68de69a2cfc" StencilVersion="0.1"/>
</Control>
</file>

<file path=customXml/item11.xml><?xml version="1.0" encoding="utf-8"?>
<Control xmlns="http://schemas.microsoft.com/VisualStudio/2011/storyboarding/control">
  <Id Name="System.Storyboarding.Icons.Calendar" RevisionId="05cd6d03-c0b2-488e-98a7-d68de69a2cfc" Stencil="System.Storyboarding.Icons" StencilRevisionId="05cd6d03-c0b2-488e-98a7-d68de69a2cfc" StencilVersion="0.1"/>
</Control>
</file>

<file path=customXml/item12.xml><?xml version="1.0" encoding="utf-8"?>
<Control xmlns="http://schemas.microsoft.com/VisualStudio/2011/storyboarding/control">
  <Id Name="389aca2c-b7d1-4b08-8b70-69535fd3d590" RevisionId="6b8a413f-c7db-45ef-b744-6af86002db6a" Stencil="48ab8805-b199-4546-a652-7582788c988d" StencilRevisionId="00000000-0000-0000-0000-000000000000" StencilVersion="0.0"/>
</Control>
</file>

<file path=customXml/item13.xml><?xml version="1.0" encoding="utf-8"?>
<Control xmlns="http://schemas.microsoft.com/VisualStudio/2011/storyboarding/control">
  <Id Name="ffb637c3-8805-438d-938e-c3dd8b486796" RevisionId="4d19e7c7-c61e-498f-a5b8-dc7751a23f99" Stencil="48ab8805-b199-4546-a652-7582788c988d" StencilRevisionId="00000000-0000-0000-0000-000000000000" StencilVersion="0.0"/>
</Control>
</file>

<file path=customXml/item14.xml><?xml version="1.0" encoding="utf-8"?>
<Control xmlns="http://schemas.microsoft.com/VisualStudio/2011/storyboarding/control">
  <Id Name="3cc10c9a-b6d1-48ec-8700-2032b1f796fd" RevisionId="c93f32af-1f4d-4b77-b264-df38a311306f" Stencil="48ab8805-b199-4546-a652-7582788c988d" StencilRevisionId="00000000-0000-0000-0000-000000000000" StencilVersion="0.0"/>
</Control>
</file>

<file path=customXml/item15.xml><?xml version="1.0" encoding="utf-8"?>
<Control xmlns="http://schemas.microsoft.com/VisualStudio/2011/storyboarding/control">
  <Id Name="System.Storyboarding.Icons.WiFi" RevisionId="05cd6d03-c0b2-488e-98a7-d68de69a2cfc" Stencil="System.Storyboarding.Icons" StencilRevisionId="05cd6d03-c0b2-488e-98a7-d68de69a2cfc" StencilVersion="0.1"/>
</Control>
</file>

<file path=customXml/item16.xml><?xml version="1.0" encoding="utf-8"?>
<Control xmlns="http://schemas.microsoft.com/VisualStudio/2011/storyboarding/control">
  <Id Name="System.Storyboarding.Icons.Calendar" RevisionId="05cd6d03-c0b2-488e-98a7-d68de69a2cfc" Stencil="System.Storyboarding.Icons" StencilRevisionId="05cd6d03-c0b2-488e-98a7-d68de69a2cfc" StencilVersion="0.1"/>
</Control>
</file>

<file path=customXml/item17.xml><?xml version="1.0" encoding="utf-8"?>
<Control xmlns="http://schemas.microsoft.com/VisualStudio/2011/storyboarding/control">
  <Id Name="3cc10c9a-b6d1-48ec-8700-2032b1f796fd" RevisionId="c93f32af-1f4d-4b77-b264-df38a311306f" Stencil="48ab8805-b199-4546-a652-7582788c988d" StencilRevisionId="00000000-0000-0000-0000-000000000000" StencilVersion="0.0"/>
</Control>
</file>

<file path=customXml/item18.xml><?xml version="1.0" encoding="utf-8"?>
<ct:contentTypeSchema xmlns:ct="http://schemas.microsoft.com/office/2006/metadata/contentType" xmlns:ma="http://schemas.microsoft.com/office/2006/metadata/properties/metaAttributes" ct:_="" ma:_="" ma:contentTypeName="Document" ma:contentTypeID="0x010100D332FD36C984EB40AEFA6E6E2AAB12FA" ma:contentTypeVersion="2" ma:contentTypeDescription="Create a new document." ma:contentTypeScope="" ma:versionID="3d1accfc905a90cbe2614d6e2fd2ad0e">
  <xsd:schema xmlns:xsd="http://www.w3.org/2001/XMLSchema" xmlns:xs="http://www.w3.org/2001/XMLSchema" xmlns:p="http://schemas.microsoft.com/office/2006/metadata/properties" xmlns:ns2="bcc8f94d-a447-46f5-9a44-4a7959dd4b32" targetNamespace="http://schemas.microsoft.com/office/2006/metadata/properties" ma:root="true" ma:fieldsID="1b0f558d13f855a25e1a34baa1b4cc19" ns2:_="">
    <xsd:import namespace="bcc8f94d-a447-46f5-9a44-4a7959dd4b32"/>
    <xsd:element name="properties">
      <xsd:complexType>
        <xsd:sequence>
          <xsd:element name="documentManagement">
            <xsd:complexType>
              <xsd:all>
                <xsd:element ref="ns2:SharedWithUsers" minOccurs="0"/>
                <xsd:element ref="ns2: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cc8f94d-a447-46f5-9a44-4a7959dd4b32"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19.xml><?xml version="1.0" encoding="utf-8"?>
<Control xmlns="http://schemas.microsoft.com/VisualStudio/2011/storyboarding/control">
  <Id Name="d958b0b1-ce6a-47f8-8511-e81450d6049a" RevisionId="25a1845b-b0e7-4af0-a3ce-26dd836d4ebc" Stencil="48ab8805-b199-4546-a652-7582788c988d" StencilRevisionId="00000000-0000-0000-0000-000000000000" StencilVersion="0.0"/>
</Control>
</file>

<file path=customXml/item20.xml><?xml version="1.0" encoding="utf-8"?>
<Control xmlns="http://schemas.microsoft.com/VisualStudio/2011/storyboarding/control">
  <Id Name="System.Storyboarding.Icons.Paste" RevisionId="05cd6d03-c0b2-488e-98a7-d68de69a2cfc" Stencil="System.Storyboarding.Icons" StencilRevisionId="05cd6d03-c0b2-488e-98a7-d68de69a2cfc" StencilVersion="0.1"/>
</Control>
</file>

<file path=customXml/item21.xml><?xml version="1.0" encoding="utf-8"?>
<Control xmlns="http://schemas.microsoft.com/VisualStudio/2011/storyboarding/control">
  <Id Name="a82cd6f8-3c97-45b4-bab2-e04e47289e51" RevisionId="a66f80b0-14b7-47f3-895d-8b4d8b1cc3cf" Stencil="48ab8805-b199-4546-a652-7582788c988d" StencilRevisionId="00000000-0000-0000-0000-000000000000" StencilVersion="0.0"/>
</Control>
</file>

<file path=customXml/item22.xml><?xml version="1.0" encoding="utf-8"?>
<Control xmlns="http://schemas.microsoft.com/VisualStudio/2011/storyboarding/control">
  <Id Name="System.Storyboarding.Icons.Volume" RevisionId="05cd6d03-c0b2-488e-98a7-d68de69a2cfc" Stencil="System.Storyboarding.Icons" StencilRevisionId="05cd6d03-c0b2-488e-98a7-d68de69a2cfc" StencilVersion="0.1"/>
</Control>
</file>

<file path=customXml/item23.xml><?xml version="1.0" encoding="utf-8"?>
<Control xmlns="http://schemas.microsoft.com/VisualStudio/2011/storyboarding/control">
  <Id Name="ffb637c3-8805-438d-938e-c3dd8b486796" RevisionId="4d19e7c7-c61e-498f-a5b8-dc7751a23f99" Stencil="48ab8805-b199-4546-a652-7582788c988d" StencilRevisionId="00000000-0000-0000-0000-000000000000" StencilVersion="0.0"/>
</Control>
</file>

<file path=customXml/item24.xml><?xml version="1.0" encoding="utf-8"?>
<Control xmlns="http://schemas.microsoft.com/VisualStudio/2011/storyboarding/control">
  <Id Name="3cc10c9a-b6d1-48ec-8700-2032b1f796fd" RevisionId="c93f32af-1f4d-4b77-b264-df38a311306f" Stencil="48ab8805-b199-4546-a652-7582788c988d" StencilRevisionId="00000000-0000-0000-0000-000000000000" StencilVersion="0.0"/>
</Control>
</file>

<file path=customXml/item25.xml><?xml version="1.0" encoding="utf-8"?>
<Control xmlns="http://schemas.microsoft.com/VisualStudio/2011/storyboarding/control">
  <Id Name="1926977f-ddea-40cd-8909-7dad74082de4" RevisionId="80850475-a21a-4b30-a662-27aac04ef11c" Stencil="48ab8805-b199-4546-a652-7582788c988d" StencilRevisionId="00000000-0000-0000-0000-000000000000" StencilVersion="0.0"/>
</Control>
</file>

<file path=customXml/item26.xml><?xml version="1.0" encoding="utf-8"?>
<Control xmlns="http://schemas.microsoft.com/VisualStudio/2011/storyboarding/control">
  <Id Name="1926977f-ddea-40cd-8909-7dad74082de4" RevisionId="80850475-a21a-4b30-a662-27aac04ef11c" Stencil="48ab8805-b199-4546-a652-7582788c988d" StencilRevisionId="00000000-0000-0000-0000-000000000000" StencilVersion="0.0"/>
</Control>
</file>

<file path=customXml/item27.xml><?xml version="1.0" encoding="utf-8"?>
<Control xmlns="http://schemas.microsoft.com/VisualStudio/2011/storyboarding/control">
  <Id Name="System.Storyboarding.Icons.Play" RevisionId="05cd6d03-c0b2-488e-98a7-d68de69a2cfc" Stencil="System.Storyboarding.Icons" StencilRevisionId="05cd6d03-c0b2-488e-98a7-d68de69a2cfc" StencilVersion="0.1"/>
</Control>
</file>

<file path=customXml/item28.xml><?xml version="1.0" encoding="utf-8"?>
<?mso-contentType ?>
<FormTemplates xmlns="http://schemas.microsoft.com/sharepoint/v3/contenttype/forms">
  <Display>DocumentLibraryForm</Display>
  <Edit>DocumentLibraryForm</Edit>
  <New>DocumentLibraryForm</New>
</FormTemplates>
</file>

<file path=customXml/item29.xml><?xml version="1.0" encoding="utf-8"?>
<p:properties xmlns:p="http://schemas.microsoft.com/office/2006/metadata/properties" xmlns:xsi="http://www.w3.org/2001/XMLSchema-instance" xmlns:pc="http://schemas.microsoft.com/office/infopath/2007/PartnerControls">
  <documentManagement/>
</p:properties>
</file>

<file path=customXml/item30.xml><?xml version="1.0" encoding="utf-8"?>
<Control xmlns="http://schemas.microsoft.com/VisualStudio/2011/storyboarding/control">
  <Id Name="System.Storyboarding.Icons.Play" RevisionId="05cd6d03-c0b2-488e-98a7-d68de69a2cfc" Stencil="System.Storyboarding.Icons" StencilRevisionId="05cd6d03-c0b2-488e-98a7-d68de69a2cfc" StencilVersion="0.1"/>
</Control>
</file>

<file path=customXml/item31.xml><?xml version="1.0" encoding="utf-8"?>
<Control xmlns="http://schemas.microsoft.com/VisualStudio/2011/storyboarding/control">
  <Id Name="System.Storyboarding.Icons.Play" RevisionId="05cd6d03-c0b2-488e-98a7-d68de69a2cfc" Stencil="System.Storyboarding.Icons" StencilRevisionId="05cd6d03-c0b2-488e-98a7-d68de69a2cfc" StencilVersion="0.1"/>
</Control>
</file>

<file path=customXml/item32.xml><?xml version="1.0" encoding="utf-8"?>
<Control xmlns="http://schemas.microsoft.com/VisualStudio/2011/storyboarding/control">
  <Id Name="d958b0b1-ce6a-47f8-8511-e81450d6049a" RevisionId="25a1845b-b0e7-4af0-a3ce-26dd836d4ebc" Stencil="48ab8805-b199-4546-a652-7582788c988d" StencilRevisionId="00000000-0000-0000-0000-000000000000" StencilVersion="0.0"/>
</Control>
</file>

<file path=customXml/item33.xml><?xml version="1.0" encoding="utf-8"?>
<Control xmlns="http://schemas.microsoft.com/VisualStudio/2011/storyboarding/control">
  <Id Name="1926977f-ddea-40cd-8909-7dad74082de4" RevisionId="80850475-a21a-4b30-a662-27aac04ef11c" Stencil="48ab8805-b199-4546-a652-7582788c988d" StencilRevisionId="00000000-0000-0000-0000-000000000000" StencilVersion="0.0"/>
</Control>
</file>

<file path=customXml/item34.xml><?xml version="1.0" encoding="utf-8"?>
<Control xmlns="http://schemas.microsoft.com/VisualStudio/2011/storyboarding/control">
  <Id Name="89dc6f75-1acf-490a-9da5-647d236b536f" RevisionId="f94fb78c-ccef-4787-ad07-c2983ba98aef" Stencil="48ab8805-b199-4546-a652-7582788c988d" StencilRevisionId="00000000-0000-0000-0000-000000000000" StencilVersion="0.0"/>
</Control>
</file>

<file path=customXml/item35.xml><?xml version="1.0" encoding="utf-8"?>
<p:properties xmlns:p="http://schemas.microsoft.com/office/2006/metadata/properties" xmlns:xsi="http://www.w3.org/2001/XMLSchema-instance" xmlns:pc="http://schemas.microsoft.com/office/infopath/2007/PartnerControls">
  <documentManagement/>
</p:properties>
</file>

<file path=customXml/item36.xml><?xml version="1.0" encoding="utf-8"?>
<Control xmlns="http://schemas.microsoft.com/VisualStudio/2011/storyboarding/control">
  <Id Name="System.Storyboarding.Icons.Calendar" RevisionId="05cd6d03-c0b2-488e-98a7-d68de69a2cfc" Stencil="System.Storyboarding.Icons" StencilRevisionId="05cd6d03-c0b2-488e-98a7-d68de69a2cfc" StencilVersion="0.1"/>
</Control>
</file>

<file path=customXml/item37.xml><?xml version="1.0" encoding="utf-8"?>
<Control xmlns="http://schemas.microsoft.com/VisualStudio/2011/storyboarding/control">
  <Id Name="31718c81-1f7e-4256-ac0f-bb9a48e9e0f5" RevisionId="716723e4-739e-4766-a3a7-7e8f61b4f635" Stencil="48ab8805-b199-4546-a652-7582788c988d" StencilRevisionId="00000000-0000-0000-0000-000000000000" StencilVersion="0.0"/>
</Control>
</file>

<file path=customXml/item38.xml><?xml version="1.0" encoding="utf-8"?>
<Control xmlns="http://schemas.microsoft.com/VisualStudio/2011/storyboarding/control">
  <Id Name="3cc10c9a-b6d1-48ec-8700-2032b1f796fd" RevisionId="c93f32af-1f4d-4b77-b264-df38a311306f" Stencil="48ab8805-b199-4546-a652-7582788c988d" StencilRevisionId="00000000-0000-0000-0000-000000000000" StencilVersion="0.0"/>
</Control>
</file>

<file path=customXml/item39.xml><?xml version="1.0" encoding="utf-8"?>
<Control xmlns="http://schemas.microsoft.com/VisualStudio/2011/storyboarding/control">
  <Id Name="System.Storyboarding.Icons.WiFi" RevisionId="05cd6d03-c0b2-488e-98a7-d68de69a2cfc" Stencil="System.Storyboarding.Icons" StencilRevisionId="05cd6d03-c0b2-488e-98a7-d68de69a2cfc" StencilVersion="0.1"/>
</Control>
</file>

<file path=customXml/item40.xml><?xml version="1.0" encoding="utf-8"?>
<?mso-contentType ?>
<FormTemplates xmlns="http://schemas.microsoft.com/sharepoint/v3/contenttype/forms">
  <Display>DocumentLibraryForm</Display>
  <Edit>DocumentLibraryForm</Edit>
  <New>DocumentLibraryForm</New>
</FormTemplates>
</file>

<file path=customXml/item41.xml><?xml version="1.0" encoding="utf-8"?>
<Control xmlns="http://schemas.microsoft.com/VisualStudio/2011/storyboarding/control">
  <Id Name="System.Storyboarding.Icons.Paste" RevisionId="05cd6d03-c0b2-488e-98a7-d68de69a2cfc" Stencil="System.Storyboarding.Icons" StencilRevisionId="05cd6d03-c0b2-488e-98a7-d68de69a2cfc" StencilVersion="0.1"/>
</Control>
</file>

<file path=customXml/item42.xml><?xml version="1.0" encoding="utf-8"?>
<Control xmlns="http://schemas.microsoft.com/VisualStudio/2011/storyboarding/control">
  <Id Name="System.Storyboarding.Icons.Paste" RevisionId="05cd6d03-c0b2-488e-98a7-d68de69a2cfc" Stencil="System.Storyboarding.Icons" StencilRevisionId="05cd6d03-c0b2-488e-98a7-d68de69a2cfc" StencilVersion="0.1"/>
</Control>
</file>

<file path=customXml/item43.xml><?xml version="1.0" encoding="utf-8"?>
<Control xmlns="http://schemas.microsoft.com/VisualStudio/2011/storyboarding/control">
  <Id Name="a82cd6f8-3c97-45b4-bab2-e04e47289e51" RevisionId="a66f80b0-14b7-47f3-895d-8b4d8b1cc3cf" Stencil="48ab8805-b199-4546-a652-7582788c988d" StencilRevisionId="00000000-0000-0000-0000-000000000000" StencilVersion="0.0"/>
</Control>
</file>

<file path=customXml/item44.xml><?xml version="1.0" encoding="utf-8"?>
<Control xmlns="http://schemas.microsoft.com/VisualStudio/2011/storyboarding/control">
  <Id Name="System.Storyboarding.Icons.Volume" RevisionId="05cd6d03-c0b2-488e-98a7-d68de69a2cfc" Stencil="System.Storyboarding.Icons" StencilRevisionId="05cd6d03-c0b2-488e-98a7-d68de69a2cfc" StencilVersion="0.1"/>
</Control>
</file>

<file path=customXml/item45.xml><?xml version="1.0" encoding="utf-8"?>
<Control xmlns="http://schemas.microsoft.com/VisualStudio/2011/storyboarding/control">
  <Id Name="System.Storyboarding.Icons.Paste" RevisionId="05cd6d03-c0b2-488e-98a7-d68de69a2cfc" Stencil="System.Storyboarding.Icons" StencilRevisionId="05cd6d03-c0b2-488e-98a7-d68de69a2cfc" StencilVersion="0.1"/>
</Control>
</file>

<file path=customXml/item46.xml><?xml version="1.0" encoding="utf-8"?>
<Control xmlns="http://schemas.microsoft.com/VisualStudio/2011/storyboarding/control">
  <Id Name="389aca2c-b7d1-4b08-8b70-69535fd3d590" RevisionId="6b8a413f-c7db-45ef-b744-6af86002db6a" Stencil="48ab8805-b199-4546-a652-7582788c988d" StencilRevisionId="00000000-0000-0000-0000-000000000000" StencilVersion="0.0"/>
</Control>
</file>

<file path=customXml/item47.xml><?xml version="1.0" encoding="utf-8"?>
<Control xmlns="http://schemas.microsoft.com/VisualStudio/2011/storyboarding/control">
  <Id Name="89dc6f75-1acf-490a-9da5-647d236b536f" RevisionId="f94fb78c-ccef-4787-ad07-c2983ba98aef" Stencil="48ab8805-b199-4546-a652-7582788c988d" StencilRevisionId="00000000-0000-0000-0000-000000000000" StencilVersion="0.0"/>
</Control>
</file>

<file path=customXml/item48.xml><?xml version="1.0" encoding="utf-8"?>
<Control xmlns="http://schemas.microsoft.com/VisualStudio/2011/storyboarding/control">
  <Id Name="1926977f-ddea-40cd-8909-7dad74082de4" RevisionId="80850475-a21a-4b30-a662-27aac04ef11c" Stencil="48ab8805-b199-4546-a652-7582788c988d" StencilRevisionId="00000000-0000-0000-0000-000000000000" StencilVersion="0.0"/>
</Control>
</file>

<file path=customXml/item49.xml><?xml version="1.0" encoding="utf-8"?>
<Control xmlns="http://schemas.microsoft.com/VisualStudio/2011/storyboarding/control">
  <Id Name="31718c81-1f7e-4256-ac0f-bb9a48e9e0f5" RevisionId="716723e4-739e-4766-a3a7-7e8f61b4f635" Stencil="48ab8805-b199-4546-a652-7582788c988d" StencilRevisionId="00000000-0000-0000-0000-000000000000" StencilVersion="0.0"/>
</Control>
</file>

<file path=customXml/item50.xml><?xml version="1.0" encoding="utf-8"?>
<Control xmlns="http://schemas.microsoft.com/VisualStudio/2011/storyboarding/control">
  <Id Name="89dc6f75-1acf-490a-9da5-647d236b536f" RevisionId="f94fb78c-ccef-4787-ad07-c2983ba98aef" Stencil="48ab8805-b199-4546-a652-7582788c988d" StencilRevisionId="00000000-0000-0000-0000-000000000000" StencilVersion="0.0"/>
</Control>
</file>

<file path=customXml/item51.xml><?xml version="1.0" encoding="utf-8"?>
<Control xmlns="http://schemas.microsoft.com/VisualStudio/2011/storyboarding/control">
  <Id Name="System.Storyboarding.Icons.Calendar" RevisionId="05cd6d03-c0b2-488e-98a7-d68de69a2cfc" Stencil="System.Storyboarding.Icons" StencilRevisionId="05cd6d03-c0b2-488e-98a7-d68de69a2cfc" StencilVersion="0.1"/>
</Control>
</file>

<file path=customXml/item52.xml><?xml version="1.0" encoding="utf-8"?>
<Control xmlns="http://schemas.microsoft.com/VisualStudio/2011/storyboarding/control">
  <Id Name="System.Storyboarding.Icons.Volume" RevisionId="05cd6d03-c0b2-488e-98a7-d68de69a2cfc" Stencil="System.Storyboarding.Icons" StencilRevisionId="05cd6d03-c0b2-488e-98a7-d68de69a2cfc" StencilVersion="0.1"/>
</Control>
</file>

<file path=customXml/item53.xml><?xml version="1.0" encoding="utf-8"?>
<Control xmlns="http://schemas.microsoft.com/VisualStudio/2011/storyboarding/control">
  <Id Name="ffb637c3-8805-438d-938e-c3dd8b486796" RevisionId="4d19e7c7-c61e-498f-a5b8-dc7751a23f99" Stencil="48ab8805-b199-4546-a652-7582788c988d" StencilRevisionId="00000000-0000-0000-0000-000000000000" StencilVersion="0.0"/>
</Control>
</file>

<file path=customXml/itemProps1.xml><?xml version="1.0" encoding="utf-8"?>
<ds:datastoreItem xmlns:ds="http://schemas.openxmlformats.org/officeDocument/2006/customXml" ds:itemID="{53A13508-6F0F-4EE3-83E8-09A3C30DD352}">
  <ds:schemaRefs>
    <ds:schemaRef ds:uri="http://schemas.microsoft.com/VisualStudio/2011/storyboarding/control"/>
  </ds:schemaRefs>
</ds:datastoreItem>
</file>

<file path=customXml/itemProps2.xml><?xml version="1.0" encoding="utf-8"?>
<ds:datastoreItem xmlns:ds="http://schemas.openxmlformats.org/officeDocument/2006/customXml" ds:itemID="{0F6F43E2-D7BA-42B4-A1C5-149D82A605DF}">
  <ds:schemaRefs>
    <ds:schemaRef ds:uri="http://schemas.microsoft.com/VisualStudio/2011/storyboarding/control"/>
  </ds:schemaRefs>
</ds:datastoreItem>
</file>

<file path=customXml/itemProps3.xml><?xml version="1.0" encoding="utf-8"?>
<ds:datastoreItem xmlns:ds="http://schemas.openxmlformats.org/officeDocument/2006/customXml" ds:itemID="{F1A67354-42EA-4429-88D1-0B70B2A3C564}">
  <ds:schemaRefs>
    <ds:schemaRef ds:uri="http://schemas.microsoft.com/VisualStudio/2011/storyboarding/control"/>
  </ds:schemaRefs>
</ds:datastoreItem>
</file>

<file path=customXml/itemProps4.xml><?xml version="1.0" encoding="utf-8"?>
<ds:datastoreItem xmlns:ds="http://schemas.openxmlformats.org/officeDocument/2006/customXml" ds:itemID="{5992A315-DEAB-40C7-80FB-C5763FD3A35A}">
  <ds:schemaRefs>
    <ds:schemaRef ds:uri="http://schemas.microsoft.com/VisualStudio/2011/storyboarding/control"/>
  </ds:schemaRefs>
</ds:datastoreItem>
</file>

<file path=customXml/itemProps5.xml><?xml version="1.0" encoding="utf-8"?>
<ds:datastoreItem xmlns:ds="http://schemas.openxmlformats.org/officeDocument/2006/customXml" ds:itemID="{D55A80E1-8441-49A1-ACD2-807F593787B5}">
  <ds:schemaRefs>
    <ds:schemaRef ds:uri="http://schemas.microsoft.com/VisualStudio/2011/storyboarding/control"/>
  </ds:schemaRefs>
</ds:datastoreItem>
</file>

<file path=customXml/itemProps6.xml><?xml version="1.0" encoding="utf-8"?>
<ds:datastoreItem xmlns:ds="http://schemas.openxmlformats.org/officeDocument/2006/customXml" ds:itemID="{8171EEBF-78D4-47BA-A22F-30776DD0388E}">
  <ds:schemaRefs>
    <ds:schemaRef ds:uri="http://schemas.microsoft.com/VisualStudio/2011/storyboarding/control"/>
  </ds:schemaRefs>
</ds:datastoreItem>
</file>

<file path=customXml/itemProps7.xml><?xml version="1.0" encoding="utf-8"?>
<ds:datastoreItem xmlns:ds="http://schemas.openxmlformats.org/officeDocument/2006/customXml" ds:itemID="{C6BF7534-FEBF-4B2F-B990-9E0A3891C1DB}">
  <ds:schemaRefs>
    <ds:schemaRef ds:uri="http://schemas.microsoft.com/VisualStudio/2011/storyboarding/control"/>
  </ds:schemaRefs>
</ds:datastoreItem>
</file>

<file path=customXml/itemProps8.xml><?xml version="1.0" encoding="utf-8"?>
<ds:datastoreItem xmlns:ds="http://schemas.openxmlformats.org/officeDocument/2006/customXml" ds:itemID="{1C7AAC2F-801C-48FC-99F7-76A6BA40A08B}">
  <ds:schemaRefs>
    <ds:schemaRef ds:uri="http://schemas.microsoft.com/VisualStudio/2011/storyboarding/control"/>
  </ds:schemaRefs>
</ds:datastoreItem>
</file>

<file path=customXml/itemProps9.xml><?xml version="1.0" encoding="utf-8"?>
<ds:datastoreItem xmlns:ds="http://schemas.openxmlformats.org/officeDocument/2006/customXml" ds:itemID="{89863270-8851-4642-B658-3053C11E3CA7}">
  <ds:schemaRefs>
    <ds:schemaRef ds:uri="http://schemas.microsoft.com/VisualStudio/2011/storyboarding/control"/>
  </ds:schemaRefs>
</ds:datastoreItem>
</file>

<file path=customXml/itemProps10.xml><?xml version="1.0" encoding="utf-8"?>
<ds:datastoreItem xmlns:ds="http://schemas.openxmlformats.org/officeDocument/2006/customXml" ds:itemID="{6DA1BDDD-ECE7-4EE9-AA3B-94A2B97A1F27}">
  <ds:schemaRefs>
    <ds:schemaRef ds:uri="http://schemas.microsoft.com/VisualStudio/2011/storyboarding/control"/>
  </ds:schemaRefs>
</ds:datastoreItem>
</file>

<file path=customXml/itemProps11.xml><?xml version="1.0" encoding="utf-8"?>
<ds:datastoreItem xmlns:ds="http://schemas.openxmlformats.org/officeDocument/2006/customXml" ds:itemID="{5882DEAA-2B2D-4AF8-B494-9B69E363EE14}">
  <ds:schemaRefs>
    <ds:schemaRef ds:uri="http://schemas.microsoft.com/VisualStudio/2011/storyboarding/control"/>
  </ds:schemaRefs>
</ds:datastoreItem>
</file>

<file path=customXml/itemProps12.xml><?xml version="1.0" encoding="utf-8"?>
<ds:datastoreItem xmlns:ds="http://schemas.openxmlformats.org/officeDocument/2006/customXml" ds:itemID="{20073B86-FEFB-499B-BA87-235FEF9242CF}">
  <ds:schemaRefs>
    <ds:schemaRef ds:uri="http://schemas.microsoft.com/VisualStudio/2011/storyboarding/control"/>
  </ds:schemaRefs>
</ds:datastoreItem>
</file>

<file path=customXml/itemProps13.xml><?xml version="1.0" encoding="utf-8"?>
<ds:datastoreItem xmlns:ds="http://schemas.openxmlformats.org/officeDocument/2006/customXml" ds:itemID="{82CC56F9-242B-4DED-858C-891AA62E641E}">
  <ds:schemaRefs>
    <ds:schemaRef ds:uri="http://schemas.microsoft.com/VisualStudio/2011/storyboarding/control"/>
  </ds:schemaRefs>
</ds:datastoreItem>
</file>

<file path=customXml/itemProps14.xml><?xml version="1.0" encoding="utf-8"?>
<ds:datastoreItem xmlns:ds="http://schemas.openxmlformats.org/officeDocument/2006/customXml" ds:itemID="{B392D8E2-6061-4D5F-991B-1CFE1B7632D4}">
  <ds:schemaRefs>
    <ds:schemaRef ds:uri="http://schemas.microsoft.com/VisualStudio/2011/storyboarding/control"/>
  </ds:schemaRefs>
</ds:datastoreItem>
</file>

<file path=customXml/itemProps15.xml><?xml version="1.0" encoding="utf-8"?>
<ds:datastoreItem xmlns:ds="http://schemas.openxmlformats.org/officeDocument/2006/customXml" ds:itemID="{5939D4CF-3538-41F8-A3AC-95206DD105ED}">
  <ds:schemaRefs>
    <ds:schemaRef ds:uri="http://schemas.microsoft.com/VisualStudio/2011/storyboarding/control"/>
  </ds:schemaRefs>
</ds:datastoreItem>
</file>

<file path=customXml/itemProps16.xml><?xml version="1.0" encoding="utf-8"?>
<ds:datastoreItem xmlns:ds="http://schemas.openxmlformats.org/officeDocument/2006/customXml" ds:itemID="{2BDB7042-043E-43D8-8FB7-BB86E0C2A594}">
  <ds:schemaRefs>
    <ds:schemaRef ds:uri="http://schemas.microsoft.com/VisualStudio/2011/storyboarding/control"/>
  </ds:schemaRefs>
</ds:datastoreItem>
</file>

<file path=customXml/itemProps17.xml><?xml version="1.0" encoding="utf-8"?>
<ds:datastoreItem xmlns:ds="http://schemas.openxmlformats.org/officeDocument/2006/customXml" ds:itemID="{91815AF0-4B0D-42BB-A0EE-E5CAA44E5517}">
  <ds:schemaRefs>
    <ds:schemaRef ds:uri="http://schemas.microsoft.com/VisualStudio/2011/storyboarding/control"/>
  </ds:schemaRefs>
</ds:datastoreItem>
</file>

<file path=customXml/itemProps18.xml><?xml version="1.0" encoding="utf-8"?>
<ds:datastoreItem xmlns:ds="http://schemas.openxmlformats.org/officeDocument/2006/customXml" ds:itemID="{86EDA172-1A7F-4DA7-BA38-B307FEF5C64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cc8f94d-a447-46f5-9a44-4a7959dd4b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19.xml><?xml version="1.0" encoding="utf-8"?>
<ds:datastoreItem xmlns:ds="http://schemas.openxmlformats.org/officeDocument/2006/customXml" ds:itemID="{B4201721-13A6-4E2F-8893-11B81368A064}">
  <ds:schemaRefs>
    <ds:schemaRef ds:uri="http://schemas.microsoft.com/VisualStudio/2011/storyboarding/control"/>
  </ds:schemaRefs>
</ds:datastoreItem>
</file>

<file path=customXml/itemProps20.xml><?xml version="1.0" encoding="utf-8"?>
<ds:datastoreItem xmlns:ds="http://schemas.openxmlformats.org/officeDocument/2006/customXml" ds:itemID="{6B66B526-C21B-4101-BAE8-5EA52B79143B}">
  <ds:schemaRefs>
    <ds:schemaRef ds:uri="http://schemas.microsoft.com/VisualStudio/2011/storyboarding/control"/>
  </ds:schemaRefs>
</ds:datastoreItem>
</file>

<file path=customXml/itemProps21.xml><?xml version="1.0" encoding="utf-8"?>
<ds:datastoreItem xmlns:ds="http://schemas.openxmlformats.org/officeDocument/2006/customXml" ds:itemID="{D96B2291-1A82-4ABF-ADDD-07A6957A6777}">
  <ds:schemaRefs>
    <ds:schemaRef ds:uri="http://schemas.microsoft.com/VisualStudio/2011/storyboarding/control"/>
  </ds:schemaRefs>
</ds:datastoreItem>
</file>

<file path=customXml/itemProps22.xml><?xml version="1.0" encoding="utf-8"?>
<ds:datastoreItem xmlns:ds="http://schemas.openxmlformats.org/officeDocument/2006/customXml" ds:itemID="{5232913E-DC81-4A41-8676-CCA170888ADE}">
  <ds:schemaRefs>
    <ds:schemaRef ds:uri="http://schemas.microsoft.com/VisualStudio/2011/storyboarding/control"/>
  </ds:schemaRefs>
</ds:datastoreItem>
</file>

<file path=customXml/itemProps23.xml><?xml version="1.0" encoding="utf-8"?>
<ds:datastoreItem xmlns:ds="http://schemas.openxmlformats.org/officeDocument/2006/customXml" ds:itemID="{B59AC2A8-A682-470C-A51E-6BBC81CDA120}">
  <ds:schemaRefs>
    <ds:schemaRef ds:uri="http://schemas.microsoft.com/VisualStudio/2011/storyboarding/control"/>
  </ds:schemaRefs>
</ds:datastoreItem>
</file>

<file path=customXml/itemProps24.xml><?xml version="1.0" encoding="utf-8"?>
<ds:datastoreItem xmlns:ds="http://schemas.openxmlformats.org/officeDocument/2006/customXml" ds:itemID="{ECDB42AE-A9B4-4C8B-85E7-34D06A2AC1AB}">
  <ds:schemaRefs>
    <ds:schemaRef ds:uri="http://schemas.microsoft.com/VisualStudio/2011/storyboarding/control"/>
  </ds:schemaRefs>
</ds:datastoreItem>
</file>

<file path=customXml/itemProps25.xml><?xml version="1.0" encoding="utf-8"?>
<ds:datastoreItem xmlns:ds="http://schemas.openxmlformats.org/officeDocument/2006/customXml" ds:itemID="{4D4A5F72-1F56-45E2-8CC3-F00F04D32464}">
  <ds:schemaRefs>
    <ds:schemaRef ds:uri="http://schemas.microsoft.com/VisualStudio/2011/storyboarding/control"/>
  </ds:schemaRefs>
</ds:datastoreItem>
</file>

<file path=customXml/itemProps26.xml><?xml version="1.0" encoding="utf-8"?>
<ds:datastoreItem xmlns:ds="http://schemas.openxmlformats.org/officeDocument/2006/customXml" ds:itemID="{9BCF0442-4014-4A54-BF25-596632B68DBA}">
  <ds:schemaRefs>
    <ds:schemaRef ds:uri="http://schemas.microsoft.com/VisualStudio/2011/storyboarding/control"/>
  </ds:schemaRefs>
</ds:datastoreItem>
</file>

<file path=customXml/itemProps27.xml><?xml version="1.0" encoding="utf-8"?>
<ds:datastoreItem xmlns:ds="http://schemas.openxmlformats.org/officeDocument/2006/customXml" ds:itemID="{2B5043C6-46F2-4700-B549-5E62168ECE17}">
  <ds:schemaRefs>
    <ds:schemaRef ds:uri="http://schemas.microsoft.com/VisualStudio/2011/storyboarding/control"/>
  </ds:schemaRefs>
</ds:datastoreItem>
</file>

<file path=customXml/itemProps28.xml><?xml version="1.0" encoding="utf-8"?>
<ds:datastoreItem xmlns:ds="http://schemas.openxmlformats.org/officeDocument/2006/customXml" ds:itemID="{94E04B32-DA19-42EB-961D-B52FAA3279C3}">
  <ds:schemaRefs>
    <ds:schemaRef ds:uri="http://schemas.microsoft.com/sharepoint/v3/contenttype/forms"/>
  </ds:schemaRefs>
</ds:datastoreItem>
</file>

<file path=customXml/itemProps29.xml><?xml version="1.0" encoding="utf-8"?>
<ds:datastoreItem xmlns:ds="http://schemas.openxmlformats.org/officeDocument/2006/customXml" ds:itemID="{B2C045CB-46CF-4366-B09C-103D81BA59D7}">
  <ds:schemaRefs>
    <ds:schemaRef ds:uri="http://schemas.microsoft.com/office/2006/metadata/properties"/>
    <ds:schemaRef ds:uri="http://schemas.microsoft.com/office/infopath/2007/PartnerControls"/>
  </ds:schemaRefs>
</ds:datastoreItem>
</file>

<file path=customXml/itemProps30.xml><?xml version="1.0" encoding="utf-8"?>
<ds:datastoreItem xmlns:ds="http://schemas.openxmlformats.org/officeDocument/2006/customXml" ds:itemID="{BA0BBE47-56AB-4B2F-95F7-E056FD15FC92}">
  <ds:schemaRefs>
    <ds:schemaRef ds:uri="http://schemas.microsoft.com/VisualStudio/2011/storyboarding/control"/>
  </ds:schemaRefs>
</ds:datastoreItem>
</file>

<file path=customXml/itemProps31.xml><?xml version="1.0" encoding="utf-8"?>
<ds:datastoreItem xmlns:ds="http://schemas.openxmlformats.org/officeDocument/2006/customXml" ds:itemID="{769C124C-EC89-4DFA-A573-7CA9E3F877F7}">
  <ds:schemaRefs>
    <ds:schemaRef ds:uri="http://schemas.microsoft.com/VisualStudio/2011/storyboarding/control"/>
  </ds:schemaRefs>
</ds:datastoreItem>
</file>

<file path=customXml/itemProps32.xml><?xml version="1.0" encoding="utf-8"?>
<ds:datastoreItem xmlns:ds="http://schemas.openxmlformats.org/officeDocument/2006/customXml" ds:itemID="{5B813F64-7958-44A8-8EF6-3994CBB8DBB5}">
  <ds:schemaRefs>
    <ds:schemaRef ds:uri="http://schemas.microsoft.com/VisualStudio/2011/storyboarding/control"/>
  </ds:schemaRefs>
</ds:datastoreItem>
</file>

<file path=customXml/itemProps33.xml><?xml version="1.0" encoding="utf-8"?>
<ds:datastoreItem xmlns:ds="http://schemas.openxmlformats.org/officeDocument/2006/customXml" ds:itemID="{44E2E711-3F0A-4D9E-90B1-EB7C531BF942}">
  <ds:schemaRefs>
    <ds:schemaRef ds:uri="http://schemas.microsoft.com/VisualStudio/2011/storyboarding/control"/>
  </ds:schemaRefs>
</ds:datastoreItem>
</file>

<file path=customXml/itemProps34.xml><?xml version="1.0" encoding="utf-8"?>
<ds:datastoreItem xmlns:ds="http://schemas.openxmlformats.org/officeDocument/2006/customXml" ds:itemID="{EABC711D-190B-4001-A64F-95E53F173660}">
  <ds:schemaRefs>
    <ds:schemaRef ds:uri="http://schemas.microsoft.com/VisualStudio/2011/storyboarding/control"/>
  </ds:schemaRefs>
</ds:datastoreItem>
</file>

<file path=customXml/itemProps35.xml><?xml version="1.0" encoding="utf-8"?>
<ds:datastoreItem xmlns:ds="http://schemas.openxmlformats.org/officeDocument/2006/customXml" ds:itemID="{F4483A16-55D8-4E97-90F4-E0BA5879CD52}">
  <ds:schemaRefs>
    <ds:schemaRef ds:uri="http://schemas.microsoft.com/office/2006/metadata/properties"/>
    <ds:schemaRef ds:uri="http://schemas.microsoft.com/office/infopath/2007/PartnerControls"/>
  </ds:schemaRefs>
</ds:datastoreItem>
</file>

<file path=customXml/itemProps36.xml><?xml version="1.0" encoding="utf-8"?>
<ds:datastoreItem xmlns:ds="http://schemas.openxmlformats.org/officeDocument/2006/customXml" ds:itemID="{FB74B497-17AE-4868-B818-4DEB2B5D3A20}">
  <ds:schemaRefs>
    <ds:schemaRef ds:uri="http://schemas.microsoft.com/VisualStudio/2011/storyboarding/control"/>
  </ds:schemaRefs>
</ds:datastoreItem>
</file>

<file path=customXml/itemProps37.xml><?xml version="1.0" encoding="utf-8"?>
<ds:datastoreItem xmlns:ds="http://schemas.openxmlformats.org/officeDocument/2006/customXml" ds:itemID="{40E97AF4-F2D8-4938-9B5E-9CE5D8C2B8B4}">
  <ds:schemaRefs>
    <ds:schemaRef ds:uri="http://schemas.microsoft.com/VisualStudio/2011/storyboarding/control"/>
  </ds:schemaRefs>
</ds:datastoreItem>
</file>

<file path=customXml/itemProps38.xml><?xml version="1.0" encoding="utf-8"?>
<ds:datastoreItem xmlns:ds="http://schemas.openxmlformats.org/officeDocument/2006/customXml" ds:itemID="{41417706-817A-49D4-A26E-DFFC6B42795F}">
  <ds:schemaRefs>
    <ds:schemaRef ds:uri="http://schemas.microsoft.com/VisualStudio/2011/storyboarding/control"/>
  </ds:schemaRefs>
</ds:datastoreItem>
</file>

<file path=customXml/itemProps39.xml><?xml version="1.0" encoding="utf-8"?>
<ds:datastoreItem xmlns:ds="http://schemas.openxmlformats.org/officeDocument/2006/customXml" ds:itemID="{E781486F-5CA5-4402-AB38-E4607A666076}">
  <ds:schemaRefs>
    <ds:schemaRef ds:uri="http://schemas.microsoft.com/VisualStudio/2011/storyboarding/control"/>
  </ds:schemaRefs>
</ds:datastoreItem>
</file>

<file path=customXml/itemProps40.xml><?xml version="1.0" encoding="utf-8"?>
<ds:datastoreItem xmlns:ds="http://schemas.openxmlformats.org/officeDocument/2006/customXml" ds:itemID="{20B6F2C4-47D3-4CE6-9F3F-F71D3105E588}">
  <ds:schemaRefs>
    <ds:schemaRef ds:uri="http://schemas.microsoft.com/sharepoint/v3/contenttype/forms"/>
  </ds:schemaRefs>
</ds:datastoreItem>
</file>

<file path=customXml/itemProps41.xml><?xml version="1.0" encoding="utf-8"?>
<ds:datastoreItem xmlns:ds="http://schemas.openxmlformats.org/officeDocument/2006/customXml" ds:itemID="{EFCB5BE3-ECD9-43CC-9225-7C2D8D23A063}">
  <ds:schemaRefs>
    <ds:schemaRef ds:uri="http://schemas.microsoft.com/VisualStudio/2011/storyboarding/control"/>
  </ds:schemaRefs>
</ds:datastoreItem>
</file>

<file path=customXml/itemProps42.xml><?xml version="1.0" encoding="utf-8"?>
<ds:datastoreItem xmlns:ds="http://schemas.openxmlformats.org/officeDocument/2006/customXml" ds:itemID="{D9BAAA94-99A4-4A81-B312-F4ED5862B236}">
  <ds:schemaRefs>
    <ds:schemaRef ds:uri="http://schemas.microsoft.com/VisualStudio/2011/storyboarding/control"/>
  </ds:schemaRefs>
</ds:datastoreItem>
</file>

<file path=customXml/itemProps43.xml><?xml version="1.0" encoding="utf-8"?>
<ds:datastoreItem xmlns:ds="http://schemas.openxmlformats.org/officeDocument/2006/customXml" ds:itemID="{B51B4314-378B-4707-87EC-D3DC8E63F7E2}">
  <ds:schemaRefs>
    <ds:schemaRef ds:uri="http://schemas.microsoft.com/VisualStudio/2011/storyboarding/control"/>
  </ds:schemaRefs>
</ds:datastoreItem>
</file>

<file path=customXml/itemProps44.xml><?xml version="1.0" encoding="utf-8"?>
<ds:datastoreItem xmlns:ds="http://schemas.openxmlformats.org/officeDocument/2006/customXml" ds:itemID="{E9872304-594F-4508-812A-829FCC0AE704}">
  <ds:schemaRefs>
    <ds:schemaRef ds:uri="http://schemas.microsoft.com/VisualStudio/2011/storyboarding/control"/>
  </ds:schemaRefs>
</ds:datastoreItem>
</file>

<file path=customXml/itemProps45.xml><?xml version="1.0" encoding="utf-8"?>
<ds:datastoreItem xmlns:ds="http://schemas.openxmlformats.org/officeDocument/2006/customXml" ds:itemID="{C17EE38E-9296-4308-9DEA-165393617913}">
  <ds:schemaRefs>
    <ds:schemaRef ds:uri="http://schemas.microsoft.com/VisualStudio/2011/storyboarding/control"/>
  </ds:schemaRefs>
</ds:datastoreItem>
</file>

<file path=customXml/itemProps46.xml><?xml version="1.0" encoding="utf-8"?>
<ds:datastoreItem xmlns:ds="http://schemas.openxmlformats.org/officeDocument/2006/customXml" ds:itemID="{A5AAED48-2DA4-402B-B75B-7B522F8D14A5}">
  <ds:schemaRefs>
    <ds:schemaRef ds:uri="http://schemas.microsoft.com/VisualStudio/2011/storyboarding/control"/>
  </ds:schemaRefs>
</ds:datastoreItem>
</file>

<file path=customXml/itemProps47.xml><?xml version="1.0" encoding="utf-8"?>
<ds:datastoreItem xmlns:ds="http://schemas.openxmlformats.org/officeDocument/2006/customXml" ds:itemID="{0DD45E06-C190-4BFE-A359-E6CDB05072B4}">
  <ds:schemaRefs>
    <ds:schemaRef ds:uri="http://schemas.microsoft.com/VisualStudio/2011/storyboarding/control"/>
  </ds:schemaRefs>
</ds:datastoreItem>
</file>

<file path=customXml/itemProps48.xml><?xml version="1.0" encoding="utf-8"?>
<ds:datastoreItem xmlns:ds="http://schemas.openxmlformats.org/officeDocument/2006/customXml" ds:itemID="{4BFC7C2A-8EF8-4563-9AA5-5ADAB80329A9}">
  <ds:schemaRefs>
    <ds:schemaRef ds:uri="http://schemas.microsoft.com/VisualStudio/2011/storyboarding/control"/>
  </ds:schemaRefs>
</ds:datastoreItem>
</file>

<file path=customXml/itemProps49.xml><?xml version="1.0" encoding="utf-8"?>
<ds:datastoreItem xmlns:ds="http://schemas.openxmlformats.org/officeDocument/2006/customXml" ds:itemID="{1F0A5559-5CA9-4AAA-88EB-0470608167AD}">
  <ds:schemaRefs>
    <ds:schemaRef ds:uri="http://schemas.microsoft.com/VisualStudio/2011/storyboarding/control"/>
  </ds:schemaRefs>
</ds:datastoreItem>
</file>

<file path=customXml/itemProps50.xml><?xml version="1.0" encoding="utf-8"?>
<ds:datastoreItem xmlns:ds="http://schemas.openxmlformats.org/officeDocument/2006/customXml" ds:itemID="{2C2036F9-E7EA-49E3-9A1E-3A921F81672B}">
  <ds:schemaRefs>
    <ds:schemaRef ds:uri="http://schemas.microsoft.com/VisualStudio/2011/storyboarding/control"/>
  </ds:schemaRefs>
</ds:datastoreItem>
</file>

<file path=customXml/itemProps51.xml><?xml version="1.0" encoding="utf-8"?>
<ds:datastoreItem xmlns:ds="http://schemas.openxmlformats.org/officeDocument/2006/customXml" ds:itemID="{BCF36D9B-C476-4C37-A1BA-2F1290D27C9E}">
  <ds:schemaRefs>
    <ds:schemaRef ds:uri="http://schemas.microsoft.com/VisualStudio/2011/storyboarding/control"/>
  </ds:schemaRefs>
</ds:datastoreItem>
</file>

<file path=customXml/itemProps52.xml><?xml version="1.0" encoding="utf-8"?>
<ds:datastoreItem xmlns:ds="http://schemas.openxmlformats.org/officeDocument/2006/customXml" ds:itemID="{7075771A-A45A-4FA3-B884-A9C816890067}">
  <ds:schemaRefs>
    <ds:schemaRef ds:uri="http://schemas.microsoft.com/VisualStudio/2011/storyboarding/control"/>
  </ds:schemaRefs>
</ds:datastoreItem>
</file>

<file path=customXml/itemProps53.xml><?xml version="1.0" encoding="utf-8"?>
<ds:datastoreItem xmlns:ds="http://schemas.openxmlformats.org/officeDocument/2006/customXml" ds:itemID="{DB211BA9-6EBF-4A66-83AA-47711603610A}">
  <ds:schemaRefs>
    <ds:schemaRef ds:uri="http://schemas.microsoft.com/VisualStudio/2011/storyboarding/control"/>
  </ds:schemaRefs>
</ds:datastoreItem>
</file>

<file path=docProps/app.xml><?xml version="1.0" encoding="utf-8"?>
<Properties xmlns="http://schemas.openxmlformats.org/officeDocument/2006/extended-properties" xmlns:vt="http://schemas.openxmlformats.org/officeDocument/2006/docPropsVTypes">
  <Template>Office_Vision_Roadmap_15.21-FINAL</Template>
  <TotalTime>0</TotalTime>
  <Words>591</Words>
  <Application>Microsoft Office PowerPoint</Application>
  <PresentationFormat>自定义</PresentationFormat>
  <Paragraphs>117</Paragraphs>
  <Slides>16</Slides>
  <Notes>16</Notes>
  <HiddenSlides>0</HiddenSlides>
  <MMClips>0</MMClips>
  <ScaleCrop>false</ScaleCrop>
  <HeadingPairs>
    <vt:vector size="8" baseType="variant">
      <vt:variant>
        <vt:lpstr>已用的字体</vt:lpstr>
      </vt:variant>
      <vt:variant>
        <vt:i4>8</vt:i4>
      </vt:variant>
      <vt:variant>
        <vt:lpstr>主题</vt:lpstr>
      </vt:variant>
      <vt:variant>
        <vt:i4>7</vt:i4>
      </vt:variant>
      <vt:variant>
        <vt:lpstr>嵌入 OLE 服务器</vt:lpstr>
      </vt:variant>
      <vt:variant>
        <vt:i4>1</vt:i4>
      </vt:variant>
      <vt:variant>
        <vt:lpstr>幻灯片标题</vt:lpstr>
      </vt:variant>
      <vt:variant>
        <vt:i4>16</vt:i4>
      </vt:variant>
    </vt:vector>
  </HeadingPairs>
  <TitlesOfParts>
    <vt:vector size="32" baseType="lpstr">
      <vt:lpstr>Futura Bk</vt:lpstr>
      <vt:lpstr>Segoe Semibold</vt:lpstr>
      <vt:lpstr>宋体</vt:lpstr>
      <vt:lpstr>Arial</vt:lpstr>
      <vt:lpstr>Segoe UI</vt:lpstr>
      <vt:lpstr>Segoe UI Light</vt:lpstr>
      <vt:lpstr>Segoe UI Semibold</vt:lpstr>
      <vt:lpstr>Wingdings</vt:lpstr>
      <vt:lpstr>Metro_Template_Light_16x9</vt:lpstr>
      <vt:lpstr>3_Metro_Template_Light_16x9</vt:lpstr>
      <vt:lpstr>Office_Vision_Roadmap_15.21-FINAL</vt:lpstr>
      <vt:lpstr>1_Metro_Template_Light_16x9</vt:lpstr>
      <vt:lpstr>4_Metro_Template_Light_16x9</vt:lpstr>
      <vt:lpstr>5_Metro_Template_Light_16x9</vt:lpstr>
      <vt:lpstr>MS1444_Windows Azure Template 16x9_r08b</vt:lpstr>
      <vt:lpstr>think-cell Slide</vt:lpstr>
      <vt:lpstr>PowerPoint 演示文稿</vt:lpstr>
      <vt:lpstr>内容</vt:lpstr>
      <vt:lpstr>什么是Azure EA Portal</vt:lpstr>
      <vt:lpstr>Azure基本概念</vt:lpstr>
      <vt:lpstr>账户与订阅的关系</vt:lpstr>
      <vt:lpstr>Azure账户和订阅的最佳实践</vt:lpstr>
      <vt:lpstr>Azure账户权限</vt:lpstr>
      <vt:lpstr>关于测试账户</vt:lpstr>
      <vt:lpstr>PowerPoint 演示文稿</vt:lpstr>
      <vt:lpstr>Sample</vt:lpstr>
      <vt:lpstr>Sample</vt:lpstr>
      <vt:lpstr>Sample</vt:lpstr>
      <vt:lpstr>回顾</vt:lpstr>
      <vt:lpstr>查看账单</vt:lpstr>
      <vt:lpstr>总结</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EBC deck short</dc:title>
  <dc:creator/>
  <dc:description>Formatting: Robin E. Warren, Artitudes Design, Inc.</dc:description>
  <cp:lastModifiedBy/>
  <cp:revision>1</cp:revision>
  <dcterms:created xsi:type="dcterms:W3CDTF">2011-03-10T23:27:38Z</dcterms:created>
  <dcterms:modified xsi:type="dcterms:W3CDTF">2017-11-13T11:38:05Z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0x010100D332FD36C984EB40AEFA6E6E2AAB12FA</vt:lpwstr>
  </property>
  <property fmtid="{D5CDD505-2E9C-101B-9397-08002B2CF9AE}" pid="3" name="TaxKeyword">
    <vt:lpwstr/>
  </property>
  <property fmtid="{D5CDD505-2E9C-101B-9397-08002B2CF9AE}" pid="4" name="Capabilities">
    <vt:lpwstr/>
  </property>
  <property fmtid="{D5CDD505-2E9C-101B-9397-08002B2CF9AE}" pid="5" name="_dlc_policyId">
    <vt:lpwstr/>
  </property>
  <property fmtid="{D5CDD505-2E9C-101B-9397-08002B2CF9AE}" pid="6" name="Region">
    <vt:lpwstr/>
  </property>
  <property fmtid="{D5CDD505-2E9C-101B-9397-08002B2CF9AE}" pid="7" name="Confidentiality">
    <vt:lpwstr>80;#customer ready|b225dced-5dab-45d2-8576-577b3c96fa78</vt:lpwstr>
  </property>
  <property fmtid="{D5CDD505-2E9C-101B-9397-08002B2CF9AE}" pid="8" name="ItemType">
    <vt:lpwstr>17197;#presentations|317da5a4-398e-4c38-b265-afd519770055</vt:lpwstr>
  </property>
  <property fmtid="{D5CDD505-2E9C-101B-9397-08002B2CF9AE}" pid="9" name="WorkflowCreationPath">
    <vt:lpwstr>d3765c0c-e2b5-4307-934b-d5d862e93ab3,3;d3765c0c-e2b5-4307-934b-d5d862e93ab3,3;d3765c0c-e2b5-4307-934b-d5d862e93ab3,8;d3765c0c-e2b5-4307-934b-d5d862e93ab3,8;d3765c0c-e2b5-4307-934b-d5d862e93ab3,11;d3765c0c-e2b5-4307-934b-d5d862e93ab3,11;</vt:lpwstr>
  </property>
  <property fmtid="{D5CDD505-2E9C-101B-9397-08002B2CF9AE}" pid="10" name="Industries">
    <vt:lpwstr/>
  </property>
  <property fmtid="{D5CDD505-2E9C-101B-9397-08002B2CF9AE}" pid="11" name="Roles">
    <vt:lpwstr/>
  </property>
  <property fmtid="{D5CDD505-2E9C-101B-9397-08002B2CF9AE}" pid="12" name="SMSGDomain">
    <vt:lpwstr/>
  </property>
  <property fmtid="{D5CDD505-2E9C-101B-9397-08002B2CF9AE}" pid="13" name="Competitors">
    <vt:lpwstr/>
  </property>
  <property fmtid="{D5CDD505-2E9C-101B-9397-08002B2CF9AE}" pid="14" name="ItemRetentionFormula">
    <vt:lpwstr/>
  </property>
  <property fmtid="{D5CDD505-2E9C-101B-9397-08002B2CF9AE}" pid="15" name="BusinessArchitecture">
    <vt:lpwstr/>
  </property>
  <property fmtid="{D5CDD505-2E9C-101B-9397-08002B2CF9AE}" pid="16" name="Products">
    <vt:lpwstr>13833;#Windows Azure platform|df6aaec2-d07c-4319-b510-15a691aea35b;#10921;#Windows Azure|669a3112-5edf-444b-a003-630063601f07</vt:lpwstr>
  </property>
  <property fmtid="{D5CDD505-2E9C-101B-9397-08002B2CF9AE}" pid="17" name="_dlc_DocIdItemGuid">
    <vt:lpwstr>f1f59378-3b41-4227-bea3-2dd4f5565333</vt:lpwstr>
  </property>
  <property fmtid="{D5CDD505-2E9C-101B-9397-08002B2CF9AE}" pid="18" name="Partners">
    <vt:lpwstr/>
  </property>
  <property fmtid="{D5CDD505-2E9C-101B-9397-08002B2CF9AE}" pid="19" name="Segments">
    <vt:lpwstr/>
  </property>
  <property fmtid="{D5CDD505-2E9C-101B-9397-08002B2CF9AE}" pid="20" name="ActivitiesAndPrograms">
    <vt:lpwstr/>
  </property>
  <property fmtid="{D5CDD505-2E9C-101B-9397-08002B2CF9AE}" pid="21" name="Groups">
    <vt:lpwstr/>
  </property>
  <property fmtid="{D5CDD505-2E9C-101B-9397-08002B2CF9AE}" pid="22" name="Topics">
    <vt:lpwstr/>
  </property>
  <property fmtid="{D5CDD505-2E9C-101B-9397-08002B2CF9AE}" pid="23" name="LastUpdatedByBatchTagging">
    <vt:bool>false</vt:bool>
  </property>
  <property fmtid="{D5CDD505-2E9C-101B-9397-08002B2CF9AE}" pid="24" name="Languages">
    <vt:lpwstr/>
  </property>
  <property fmtid="{D5CDD505-2E9C-101B-9397-08002B2CF9AE}" pid="25" name="Audiences">
    <vt:lpwstr/>
  </property>
  <property fmtid="{D5CDD505-2E9C-101B-9397-08002B2CF9AE}" pid="26" name="MSIP_Label_f42aa342-8706-4288-bd11-ebb85995028c_Enabled">
    <vt:lpwstr>True</vt:lpwstr>
  </property>
  <property fmtid="{D5CDD505-2E9C-101B-9397-08002B2CF9AE}" pid="27" name="MSIP_Label_f42aa342-8706-4288-bd11-ebb85995028c_SiteId">
    <vt:lpwstr>72f988bf-86f1-41af-91ab-2d7cd011db47</vt:lpwstr>
  </property>
  <property fmtid="{D5CDD505-2E9C-101B-9397-08002B2CF9AE}" pid="28" name="MSIP_Label_f42aa342-8706-4288-bd11-ebb85995028c_Owner">
    <vt:lpwstr>leizha@microsoft.com</vt:lpwstr>
  </property>
  <property fmtid="{D5CDD505-2E9C-101B-9397-08002B2CF9AE}" pid="29" name="MSIP_Label_f42aa342-8706-4288-bd11-ebb85995028c_SetDate">
    <vt:lpwstr>2017-11-13T08:52:59.9916271Z</vt:lpwstr>
  </property>
  <property fmtid="{D5CDD505-2E9C-101B-9397-08002B2CF9AE}" pid="30" name="MSIP_Label_f42aa342-8706-4288-bd11-ebb85995028c_Name">
    <vt:lpwstr>General</vt:lpwstr>
  </property>
  <property fmtid="{D5CDD505-2E9C-101B-9397-08002B2CF9AE}" pid="31" name="MSIP_Label_f42aa342-8706-4288-bd11-ebb85995028c_Application">
    <vt:lpwstr>Microsoft Azure Information Protection</vt:lpwstr>
  </property>
  <property fmtid="{D5CDD505-2E9C-101B-9397-08002B2CF9AE}" pid="32" name="MSIP_Label_f42aa342-8706-4288-bd11-ebb85995028c_Extended_MSFT_Method">
    <vt:lpwstr>Automatic</vt:lpwstr>
  </property>
  <property fmtid="{D5CDD505-2E9C-101B-9397-08002B2CF9AE}" pid="33" name="Sensitivity">
    <vt:lpwstr>General</vt:lpwstr>
  </property>
</Properties>
</file>