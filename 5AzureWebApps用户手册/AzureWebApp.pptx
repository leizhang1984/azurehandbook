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68" r:id="rId54"/>
    <p:sldMasterId id="2147484107" r:id="rId55"/>
    <p:sldMasterId id="2147484122" r:id="rId56"/>
    <p:sldMasterId id="2147484141" r:id="rId57"/>
    <p:sldMasterId id="2147484155" r:id="rId58"/>
    <p:sldMasterId id="2147484168" r:id="rId59"/>
    <p:sldMasterId id="2147484186" r:id="rId60"/>
  </p:sldMasterIdLst>
  <p:notesMasterIdLst>
    <p:notesMasterId r:id="rId81"/>
  </p:notesMasterIdLst>
  <p:handoutMasterIdLst>
    <p:handoutMasterId r:id="rId82"/>
  </p:handoutMasterIdLst>
  <p:sldIdLst>
    <p:sldId id="1288" r:id="rId61"/>
    <p:sldId id="1638" r:id="rId62"/>
    <p:sldId id="1639" r:id="rId63"/>
    <p:sldId id="1640" r:id="rId64"/>
    <p:sldId id="1641" r:id="rId65"/>
    <p:sldId id="1642" r:id="rId66"/>
    <p:sldId id="1643" r:id="rId67"/>
    <p:sldId id="1644" r:id="rId68"/>
    <p:sldId id="1645" r:id="rId69"/>
    <p:sldId id="1646" r:id="rId70"/>
    <p:sldId id="1647" r:id="rId71"/>
    <p:sldId id="1648" r:id="rId72"/>
    <p:sldId id="1649" r:id="rId73"/>
    <p:sldId id="1650" r:id="rId74"/>
    <p:sldId id="1651" r:id="rId75"/>
    <p:sldId id="1652" r:id="rId76"/>
    <p:sldId id="1653" r:id="rId77"/>
    <p:sldId id="1654" r:id="rId78"/>
    <p:sldId id="1655" r:id="rId79"/>
    <p:sldId id="1624" r:id="rId80"/>
  </p:sldIdLst>
  <p:sldSz cx="14630400" cy="8229600"/>
  <p:notesSz cx="7023100" cy="9309100"/>
  <p:defaultTextStyle>
    <a:defPPr>
      <a:defRPr lang="en-US"/>
    </a:defPPr>
    <a:lvl1pPr marL="0" algn="l" defTabSz="1096740" rtl="0" eaLnBrk="1" latinLnBrk="0" hangingPunct="1">
      <a:defRPr sz="2000" kern="1200">
        <a:solidFill>
          <a:schemeClr val="tx1"/>
        </a:solidFill>
        <a:latin typeface="+mn-lt"/>
        <a:ea typeface="+mn-ea"/>
        <a:cs typeface="+mn-cs"/>
      </a:defRPr>
    </a:lvl1pPr>
    <a:lvl2pPr marL="548374" algn="l" defTabSz="1096740" rtl="0" eaLnBrk="1" latinLnBrk="0" hangingPunct="1">
      <a:defRPr sz="2000" kern="1200">
        <a:solidFill>
          <a:schemeClr val="tx1"/>
        </a:solidFill>
        <a:latin typeface="+mn-lt"/>
        <a:ea typeface="+mn-ea"/>
        <a:cs typeface="+mn-cs"/>
      </a:defRPr>
    </a:lvl2pPr>
    <a:lvl3pPr marL="1096740" algn="l" defTabSz="1096740" rtl="0" eaLnBrk="1" latinLnBrk="0" hangingPunct="1">
      <a:defRPr sz="2000" kern="1200">
        <a:solidFill>
          <a:schemeClr val="tx1"/>
        </a:solidFill>
        <a:latin typeface="+mn-lt"/>
        <a:ea typeface="+mn-ea"/>
        <a:cs typeface="+mn-cs"/>
      </a:defRPr>
    </a:lvl3pPr>
    <a:lvl4pPr marL="1645113" algn="l" defTabSz="1096740" rtl="0" eaLnBrk="1" latinLnBrk="0" hangingPunct="1">
      <a:defRPr sz="2000" kern="1200">
        <a:solidFill>
          <a:schemeClr val="tx1"/>
        </a:solidFill>
        <a:latin typeface="+mn-lt"/>
        <a:ea typeface="+mn-ea"/>
        <a:cs typeface="+mn-cs"/>
      </a:defRPr>
    </a:lvl4pPr>
    <a:lvl5pPr marL="2193484" algn="l" defTabSz="1096740" rtl="0" eaLnBrk="1" latinLnBrk="0" hangingPunct="1">
      <a:defRPr sz="2000" kern="1200">
        <a:solidFill>
          <a:schemeClr val="tx1"/>
        </a:solidFill>
        <a:latin typeface="+mn-lt"/>
        <a:ea typeface="+mn-ea"/>
        <a:cs typeface="+mn-cs"/>
      </a:defRPr>
    </a:lvl5pPr>
    <a:lvl6pPr marL="2741856" algn="l" defTabSz="1096740" rtl="0" eaLnBrk="1" latinLnBrk="0" hangingPunct="1">
      <a:defRPr sz="2000" kern="1200">
        <a:solidFill>
          <a:schemeClr val="tx1"/>
        </a:solidFill>
        <a:latin typeface="+mn-lt"/>
        <a:ea typeface="+mn-ea"/>
        <a:cs typeface="+mn-cs"/>
      </a:defRPr>
    </a:lvl6pPr>
    <a:lvl7pPr marL="3290227" algn="l" defTabSz="1096740" rtl="0" eaLnBrk="1" latinLnBrk="0" hangingPunct="1">
      <a:defRPr sz="2000" kern="1200">
        <a:solidFill>
          <a:schemeClr val="tx1"/>
        </a:solidFill>
        <a:latin typeface="+mn-lt"/>
        <a:ea typeface="+mn-ea"/>
        <a:cs typeface="+mn-cs"/>
      </a:defRPr>
    </a:lvl7pPr>
    <a:lvl8pPr marL="3838597" algn="l" defTabSz="1096740" rtl="0" eaLnBrk="1" latinLnBrk="0" hangingPunct="1">
      <a:defRPr sz="2000" kern="1200">
        <a:solidFill>
          <a:schemeClr val="tx1"/>
        </a:solidFill>
        <a:latin typeface="+mn-lt"/>
        <a:ea typeface="+mn-ea"/>
        <a:cs typeface="+mn-cs"/>
      </a:defRPr>
    </a:lvl8pPr>
    <a:lvl9pPr marL="4386971" algn="l" defTabSz="109674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829">
          <p15:clr>
            <a:srgbClr val="A4A3A4"/>
          </p15:clr>
        </p15:guide>
        <p15:guide id="2" orient="horz" pos="2590">
          <p15:clr>
            <a:srgbClr val="A4A3A4"/>
          </p15:clr>
        </p15:guide>
        <p15:guide id="3" orient="horz" pos="598">
          <p15:clr>
            <a:srgbClr val="A4A3A4"/>
          </p15:clr>
        </p15:guide>
        <p15:guide id="4" pos="317">
          <p15:clr>
            <a:srgbClr val="A4A3A4"/>
          </p15:clr>
        </p15:guide>
        <p15:guide id="5" pos="8902">
          <p15:clr>
            <a:srgbClr val="A4A3A4"/>
          </p15:clr>
        </p15:guide>
        <p15:guide id="6" pos="4541">
          <p15:clr>
            <a:srgbClr val="A4A3A4"/>
          </p15:clr>
        </p15:guide>
        <p15:guide id="7" pos="4685">
          <p15:clr>
            <a:srgbClr val="A4A3A4"/>
          </p15:clr>
        </p15:guide>
        <p15:guide id="8" pos="725">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FAFA"/>
    <a:srgbClr val="DFFEFD"/>
    <a:srgbClr val="191919"/>
    <a:srgbClr val="FFFFFF"/>
    <a:srgbClr val="D7D7D7"/>
    <a:srgbClr val="D9BE1D"/>
    <a:srgbClr val="FFFFCC"/>
    <a:srgbClr val="FFFF66"/>
    <a:srgbClr val="23B5E9"/>
    <a:srgbClr val="77C1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76" autoAdjust="0"/>
    <p:restoredTop sz="87772" autoAdjust="0"/>
  </p:normalViewPr>
  <p:slideViewPr>
    <p:cSldViewPr snapToGrid="0" snapToObjects="1">
      <p:cViewPr varScale="1">
        <p:scale>
          <a:sx n="66" d="100"/>
          <a:sy n="66" d="100"/>
        </p:scale>
        <p:origin x="552" y="66"/>
      </p:cViewPr>
      <p:guideLst>
        <p:guide orient="horz" pos="4829"/>
        <p:guide orient="horz" pos="2590"/>
        <p:guide orient="horz" pos="598"/>
        <p:guide pos="317"/>
        <p:guide pos="8902"/>
        <p:guide pos="4541"/>
        <p:guide pos="4685"/>
        <p:guide pos="725"/>
      </p:guideLst>
    </p:cSldViewPr>
  </p:slideViewPr>
  <p:outlineViewPr>
    <p:cViewPr>
      <p:scale>
        <a:sx n="33" d="100"/>
        <a:sy n="33" d="100"/>
      </p:scale>
      <p:origin x="0" y="6540"/>
    </p:cViewPr>
  </p:outlineViewPr>
  <p:notesTextViewPr>
    <p:cViewPr>
      <p:scale>
        <a:sx n="100" d="100"/>
        <a:sy n="100" d="100"/>
      </p:scale>
      <p:origin x="0" y="0"/>
    </p:cViewPr>
  </p:notesTextViewPr>
  <p:sorterViewPr>
    <p:cViewPr>
      <p:scale>
        <a:sx n="30" d="100"/>
        <a:sy n="30" d="100"/>
      </p:scale>
      <p:origin x="0" y="0"/>
    </p:cViewPr>
  </p:sorterViewPr>
  <p:notesViewPr>
    <p:cSldViewPr snapToGrid="0" snapToObjects="1" showGuides="1">
      <p:cViewPr varScale="1">
        <p:scale>
          <a:sx n="97" d="100"/>
          <a:sy n="97" d="100"/>
        </p:scale>
        <p:origin x="-3522" y="-108"/>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customXml" Target="../customXml/item47.xml"/><Relationship Id="rId50" Type="http://schemas.openxmlformats.org/officeDocument/2006/relationships/customXml" Target="../customXml/item50.xml"/><Relationship Id="rId55" Type="http://schemas.openxmlformats.org/officeDocument/2006/relationships/slideMaster" Target="slideMasters/slideMaster2.xml"/><Relationship Id="rId63" Type="http://schemas.openxmlformats.org/officeDocument/2006/relationships/slide" Target="slides/slide3.xml"/><Relationship Id="rId68" Type="http://schemas.openxmlformats.org/officeDocument/2006/relationships/slide" Target="slides/slide8.xml"/><Relationship Id="rId76" Type="http://schemas.openxmlformats.org/officeDocument/2006/relationships/slide" Target="slides/slide16.xml"/><Relationship Id="rId84"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customXml" Target="../customXml/item53.xml"/><Relationship Id="rId58" Type="http://schemas.openxmlformats.org/officeDocument/2006/relationships/slideMaster" Target="slideMasters/slideMaster5.xml"/><Relationship Id="rId66" Type="http://schemas.openxmlformats.org/officeDocument/2006/relationships/slide" Target="slides/slide6.xml"/><Relationship Id="rId74" Type="http://schemas.openxmlformats.org/officeDocument/2006/relationships/slide" Target="slides/slide14.xml"/><Relationship Id="rId79" Type="http://schemas.openxmlformats.org/officeDocument/2006/relationships/slide" Target="slides/slide19.xml"/><Relationship Id="rId87" Type="http://schemas.openxmlformats.org/officeDocument/2006/relationships/tableStyles" Target="tableStyles.xml"/><Relationship Id="rId5" Type="http://schemas.openxmlformats.org/officeDocument/2006/relationships/customXml" Target="../customXml/item5.xml"/><Relationship Id="rId61" Type="http://schemas.openxmlformats.org/officeDocument/2006/relationships/slide" Target="slides/slide1.xml"/><Relationship Id="rId82" Type="http://schemas.openxmlformats.org/officeDocument/2006/relationships/handoutMaster" Target="handoutMasters/handoutMaster1.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slideMaster" Target="slideMasters/slideMaster3.xml"/><Relationship Id="rId64" Type="http://schemas.openxmlformats.org/officeDocument/2006/relationships/slide" Target="slides/slide4.xml"/><Relationship Id="rId69" Type="http://schemas.openxmlformats.org/officeDocument/2006/relationships/slide" Target="slides/slide9.xml"/><Relationship Id="rId77" Type="http://schemas.openxmlformats.org/officeDocument/2006/relationships/slide" Target="slides/slide17.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12.xml"/><Relationship Id="rId80" Type="http://schemas.openxmlformats.org/officeDocument/2006/relationships/slide" Target="slides/slide20.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Master" Target="slideMasters/slideMaster6.xml"/><Relationship Id="rId67" Type="http://schemas.openxmlformats.org/officeDocument/2006/relationships/slide" Target="slides/slide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Master" Target="slideMasters/slideMaster1.xml"/><Relationship Id="rId62" Type="http://schemas.openxmlformats.org/officeDocument/2006/relationships/slide" Target="slides/slide2.xml"/><Relationship Id="rId70" Type="http://schemas.openxmlformats.org/officeDocument/2006/relationships/slide" Target="slides/slide10.xml"/><Relationship Id="rId75" Type="http://schemas.openxmlformats.org/officeDocument/2006/relationships/slide" Target="slides/slide15.xml"/><Relationship Id="rId83"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slideMaster" Target="slideMasters/slideMaster4.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slideMaster" Target="slideMasters/slideMaster7.xml"/><Relationship Id="rId65" Type="http://schemas.openxmlformats.org/officeDocument/2006/relationships/slide" Target="slides/slide5.xml"/><Relationship Id="rId73" Type="http://schemas.openxmlformats.org/officeDocument/2006/relationships/slide" Target="slides/slide13.xml"/><Relationship Id="rId78" Type="http://schemas.openxmlformats.org/officeDocument/2006/relationships/slide" Target="slides/slide18.xml"/><Relationship Id="rId81" Type="http://schemas.openxmlformats.org/officeDocument/2006/relationships/notesMaster" Target="notesMasters/notesMaster1.xml"/><Relationship Id="rId86"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06" tIns="46652" rIns="93306" bIns="46652" rtlCol="0"/>
          <a:lstStyle>
            <a:lvl1pPr algn="l">
              <a:defRPr sz="1200"/>
            </a:lvl1pPr>
          </a:lstStyle>
          <a:p>
            <a:endParaRPr lang="en-US" dirty="0">
              <a:latin typeface="Segoe UI" pitchFamily="34" charset="0"/>
            </a:endParaRPr>
          </a:p>
        </p:txBody>
      </p:sp>
      <p:sp>
        <p:nvSpPr>
          <p:cNvPr id="3" name="Date Placeholder 2"/>
          <p:cNvSpPr>
            <a:spLocks noGrp="1"/>
          </p:cNvSpPr>
          <p:nvPr>
            <p:ph type="dt" sz="quarter" idx="1"/>
          </p:nvPr>
        </p:nvSpPr>
        <p:spPr>
          <a:xfrm>
            <a:off x="3978134" y="0"/>
            <a:ext cx="3043343" cy="465455"/>
          </a:xfrm>
          <a:prstGeom prst="rect">
            <a:avLst/>
          </a:prstGeom>
        </p:spPr>
        <p:txBody>
          <a:bodyPr vert="horz" lIns="93306" tIns="46652" rIns="93306" bIns="46652" rtlCol="0"/>
          <a:lstStyle>
            <a:lvl1pPr algn="r">
              <a:defRPr sz="1200"/>
            </a:lvl1pPr>
          </a:lstStyle>
          <a:p>
            <a:fld id="{1C3F5198-D814-4F07-A84F-942E63C84983}" type="datetimeFigureOut">
              <a:rPr lang="en-US" smtClean="0">
                <a:latin typeface="Segoe UI" pitchFamily="34" charset="0"/>
              </a:rPr>
              <a:pPr/>
              <a:t>9/21/2016</a:t>
            </a:fld>
            <a:endParaRPr lang="en-US" dirty="0">
              <a:latin typeface="Segoe UI" pitchFamily="34" charset="0"/>
            </a:endParaRPr>
          </a:p>
        </p:txBody>
      </p:sp>
      <p:sp>
        <p:nvSpPr>
          <p:cNvPr id="4" name="Footer Placeholder 3"/>
          <p:cNvSpPr>
            <a:spLocks noGrp="1"/>
          </p:cNvSpPr>
          <p:nvPr>
            <p:ph type="ftr" sz="quarter" idx="2"/>
          </p:nvPr>
        </p:nvSpPr>
        <p:spPr>
          <a:xfrm>
            <a:off x="2" y="8842031"/>
            <a:ext cx="6398824" cy="465455"/>
          </a:xfrm>
          <a:prstGeom prst="rect">
            <a:avLst/>
          </a:prstGeom>
        </p:spPr>
        <p:txBody>
          <a:bodyPr vert="horz" lIns="93306" tIns="46652" rIns="93306" bIns="46652" rtlCol="0" anchor="b"/>
          <a:lstStyle>
            <a:lvl1pPr algn="l">
              <a:defRPr sz="1200"/>
            </a:lvl1pPr>
          </a:lstStyle>
          <a:p>
            <a:r>
              <a:rPr lang="en-US" sz="500"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398824" y="8842031"/>
            <a:ext cx="622650" cy="465455"/>
          </a:xfrm>
          <a:prstGeom prst="rect">
            <a:avLst/>
          </a:prstGeom>
        </p:spPr>
        <p:txBody>
          <a:bodyPr vert="horz" lIns="93306" tIns="46652" rIns="93306" bIns="46652"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2829016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06" tIns="46652" rIns="93306" bIns="46652" rtlCol="0"/>
          <a:lstStyle>
            <a:lvl1pPr algn="l">
              <a:defRPr sz="1200">
                <a:latin typeface="Segoe UI" pitchFamily="34" charset="0"/>
              </a:defRPr>
            </a:lvl1pPr>
          </a:lstStyle>
          <a:p>
            <a:endParaRPr lang="en-US" dirty="0"/>
          </a:p>
        </p:txBody>
      </p:sp>
      <p:sp>
        <p:nvSpPr>
          <p:cNvPr id="3" name="Date Placeholder 2"/>
          <p:cNvSpPr>
            <a:spLocks noGrp="1"/>
          </p:cNvSpPr>
          <p:nvPr>
            <p:ph type="dt" idx="1"/>
          </p:nvPr>
        </p:nvSpPr>
        <p:spPr>
          <a:xfrm>
            <a:off x="3978134" y="0"/>
            <a:ext cx="3043343" cy="465455"/>
          </a:xfrm>
          <a:prstGeom prst="rect">
            <a:avLst/>
          </a:prstGeom>
        </p:spPr>
        <p:txBody>
          <a:bodyPr vert="horz" lIns="93306" tIns="46652" rIns="93306" bIns="46652" rtlCol="0"/>
          <a:lstStyle>
            <a:lvl1pPr algn="r">
              <a:defRPr sz="1200">
                <a:latin typeface="Segoe UI" pitchFamily="34" charset="0"/>
              </a:defRPr>
            </a:lvl1pPr>
          </a:lstStyle>
          <a:p>
            <a:fld id="{7C3FBCD4-166E-446F-AF18-7D4A0CF9AEF6}" type="datetimeFigureOut">
              <a:rPr lang="en-US" smtClean="0"/>
              <a:pPr/>
              <a:t>9/21/2016</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06" tIns="46652" rIns="93306" bIns="46652" rtlCol="0" anchor="ctr"/>
          <a:lstStyle/>
          <a:p>
            <a:endParaRPr lang="en-US" dirty="0"/>
          </a:p>
        </p:txBody>
      </p:sp>
      <p:sp>
        <p:nvSpPr>
          <p:cNvPr id="5" name="Notes Placeholder 4"/>
          <p:cNvSpPr>
            <a:spLocks noGrp="1"/>
          </p:cNvSpPr>
          <p:nvPr>
            <p:ph type="body" sz="quarter" idx="3"/>
          </p:nvPr>
        </p:nvSpPr>
        <p:spPr>
          <a:xfrm>
            <a:off x="702310" y="4421825"/>
            <a:ext cx="5618480" cy="4189095"/>
          </a:xfrm>
          <a:prstGeom prst="rect">
            <a:avLst/>
          </a:prstGeom>
        </p:spPr>
        <p:txBody>
          <a:bodyPr vert="horz" lIns="93306" tIns="46652" rIns="93306" bIns="46652"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42031"/>
            <a:ext cx="6320790" cy="465455"/>
          </a:xfrm>
          <a:prstGeom prst="rect">
            <a:avLst/>
          </a:prstGeom>
        </p:spPr>
        <p:txBody>
          <a:bodyPr vert="horz" lIns="93306" tIns="46652" rIns="93306" bIns="46652" rtlCol="0" anchor="b"/>
          <a:lstStyle>
            <a:lvl1pPr algn="l">
              <a:defRPr sz="500">
                <a:latin typeface="Segoe" pitchFamily="34" charset="0"/>
              </a:defRPr>
            </a:lvl1pPr>
          </a:lstStyle>
          <a:p>
            <a:r>
              <a:rPr lang="en-US"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320789" y="8842031"/>
            <a:ext cx="700685" cy="465455"/>
          </a:xfrm>
          <a:prstGeom prst="rect">
            <a:avLst/>
          </a:prstGeom>
        </p:spPr>
        <p:txBody>
          <a:bodyPr vert="horz" lIns="93306" tIns="46652" rIns="93306" bIns="46652"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3124071592"/>
      </p:ext>
    </p:extLst>
  </p:cSld>
  <p:clrMap bg1="lt1" tx1="dk1" bg2="lt2" tx2="dk2" accent1="accent1" accent2="accent2" accent3="accent3" accent4="accent4" accent5="accent5" accent6="accent6" hlink="hlink" folHlink="folHlink"/>
  <p:notesStyle>
    <a:lvl1pPr marL="0" algn="l" defTabSz="1096740" rtl="0" eaLnBrk="1" latinLnBrk="0" hangingPunct="1">
      <a:lnSpc>
        <a:spcPct val="90000"/>
      </a:lnSpc>
      <a:spcAft>
        <a:spcPts val="400"/>
      </a:spcAft>
      <a:defRPr sz="1100" kern="1200">
        <a:solidFill>
          <a:schemeClr val="tx1"/>
        </a:solidFill>
        <a:latin typeface="Segoe UI" pitchFamily="34" charset="0"/>
        <a:ea typeface="+mn-ea"/>
        <a:cs typeface="+mn-cs"/>
      </a:defRPr>
    </a:lvl1pPr>
    <a:lvl2pPr marL="255463" indent="-12693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2pPr>
    <a:lvl3pPr marL="393506" indent="-13804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3pPr>
    <a:lvl4pPr marL="579153" indent="-176126"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4pPr>
    <a:lvl5pPr marL="737828" indent="-13804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5pPr>
    <a:lvl6pPr marL="2741856" algn="l" defTabSz="1096740" rtl="0" eaLnBrk="1" latinLnBrk="0" hangingPunct="1">
      <a:defRPr sz="1400" kern="1200">
        <a:solidFill>
          <a:schemeClr val="tx1"/>
        </a:solidFill>
        <a:latin typeface="+mn-lt"/>
        <a:ea typeface="+mn-ea"/>
        <a:cs typeface="+mn-cs"/>
      </a:defRPr>
    </a:lvl6pPr>
    <a:lvl7pPr marL="3290227" algn="l" defTabSz="1096740" rtl="0" eaLnBrk="1" latinLnBrk="0" hangingPunct="1">
      <a:defRPr sz="1400" kern="1200">
        <a:solidFill>
          <a:schemeClr val="tx1"/>
        </a:solidFill>
        <a:latin typeface="+mn-lt"/>
        <a:ea typeface="+mn-ea"/>
        <a:cs typeface="+mn-cs"/>
      </a:defRPr>
    </a:lvl7pPr>
    <a:lvl8pPr marL="3838597" algn="l" defTabSz="1096740" rtl="0" eaLnBrk="1" latinLnBrk="0" hangingPunct="1">
      <a:defRPr sz="1400" kern="1200">
        <a:solidFill>
          <a:schemeClr val="tx1"/>
        </a:solidFill>
        <a:latin typeface="+mn-lt"/>
        <a:ea typeface="+mn-ea"/>
        <a:cs typeface="+mn-cs"/>
      </a:defRPr>
    </a:lvl8pPr>
    <a:lvl9pPr marL="4386971" algn="l" defTabSz="1096740"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a:t>
            </a:fld>
            <a:endParaRPr lang="en-US" dirty="0"/>
          </a:p>
        </p:txBody>
      </p:sp>
    </p:spTree>
    <p:extLst>
      <p:ext uri="{BB962C8B-B14F-4D97-AF65-F5344CB8AC3E}">
        <p14:creationId xmlns:p14="http://schemas.microsoft.com/office/powerpoint/2010/main" val="498649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0513" y="708025"/>
            <a:ext cx="6300787" cy="3544888"/>
          </a:xfrm>
        </p:spPr>
      </p:sp>
      <p:sp>
        <p:nvSpPr>
          <p:cNvPr id="3" name="Notes Placeholder 2"/>
          <p:cNvSpPr>
            <a:spLocks noGrp="1"/>
          </p:cNvSpPr>
          <p:nvPr>
            <p:ph type="body" idx="1"/>
          </p:nvPr>
        </p:nvSpPr>
        <p:spPr/>
        <p:txBody>
          <a:bodyPr>
            <a:normAutofit/>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Segoe UI" pitchFamily="34" charset="0"/>
                <a:ea typeface="+mn-ea"/>
                <a:cs typeface="+mn-cs"/>
              </a:rPr>
              <a:t>Slide Objectives:</a:t>
            </a:r>
            <a:endParaRPr lang="en-US" sz="1600" kern="1200" dirty="0">
              <a:solidFill>
                <a:schemeClr val="tx1"/>
              </a:solidFill>
              <a:effectLst/>
              <a:latin typeface="Segoe UI" pitchFamily="34" charset="0"/>
              <a:ea typeface="+mn-ea"/>
              <a:cs typeface="+mn-cs"/>
            </a:endParaRPr>
          </a:p>
          <a:p>
            <a:r>
              <a:rPr lang="en-US" dirty="0"/>
              <a:t>Explain the difference</a:t>
            </a:r>
            <a:r>
              <a:rPr lang="en-US" baseline="0" dirty="0"/>
              <a:t>s between traditional self-hosting and the three options of Windows Azure hosting.</a:t>
            </a:r>
          </a:p>
          <a:p>
            <a:endParaRPr lang="en-US" baseline="0" dirty="0"/>
          </a:p>
          <a:p>
            <a:pPr marL="0" marR="0" indent="0" algn="l" defTabSz="1218987"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Segoe UI" pitchFamily="34" charset="0"/>
                <a:ea typeface="+mn-ea"/>
                <a:cs typeface="+mn-cs"/>
              </a:rPr>
              <a:t>Notes:</a:t>
            </a:r>
            <a:endParaRPr lang="en-US" sz="1200" b="0" kern="1200" baseline="0" dirty="0">
              <a:solidFill>
                <a:schemeClr val="tx1"/>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effectLst/>
                <a:latin typeface="+mn-lt"/>
                <a:ea typeface="+mn-ea"/>
                <a:cs typeface="+mn-cs"/>
              </a:rPr>
              <a:t>In a traditional environment you must manage the full stack. With Windows Azure you can choose a variety of options depending on your needs.</a:t>
            </a:r>
            <a:endParaRPr lang="en-US" sz="160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2497671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6013" cy="3486150"/>
          </a:xfrm>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Slide Objectives:</a:t>
            </a:r>
            <a:endParaRPr lang="en-US" sz="1100" kern="1200" dirty="0">
              <a:solidFill>
                <a:schemeClr val="tx1"/>
              </a:solidFill>
              <a:effectLst/>
              <a:latin typeface="Segoe UI" pitchFamily="34" charset="0"/>
              <a:ea typeface="+mn-ea"/>
              <a:cs typeface="+mn-cs"/>
            </a:endParaRPr>
          </a:p>
          <a:p>
            <a:r>
              <a:rPr lang="en-US" sz="1100" dirty="0"/>
              <a:t>Explain how you can start with a</a:t>
            </a:r>
            <a:r>
              <a:rPr lang="en-US" sz="1100" baseline="0" dirty="0"/>
              <a:t> small site hosted for free.</a:t>
            </a:r>
          </a:p>
          <a:p>
            <a:endParaRPr lang="en-US" sz="1100" baseline="0" dirty="0"/>
          </a:p>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Notes:</a:t>
            </a:r>
            <a:endParaRPr lang="en-US" sz="1100" kern="1200" dirty="0">
              <a:solidFill>
                <a:schemeClr val="tx1"/>
              </a:solidFill>
              <a:effectLst/>
              <a:latin typeface="Segoe UI" pitchFamily="34" charset="0"/>
              <a:ea typeface="+mn-ea"/>
              <a:cs typeface="+mn-cs"/>
            </a:endParaRPr>
          </a:p>
          <a:p>
            <a:endParaRPr lang="en-US" sz="1100" dirty="0">
              <a:latin typeface="Segoe UI" pitchFamily="34" charset="0"/>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070974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6013" cy="3486150"/>
          </a:xfrm>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Slide Objectives:</a:t>
            </a:r>
            <a:endParaRPr lang="en-US" sz="1100" kern="1200" dirty="0">
              <a:solidFill>
                <a:schemeClr val="tx1"/>
              </a:solidFill>
              <a:effectLst/>
              <a:latin typeface="Segoe UI" pitchFamily="34" charset="0"/>
              <a:ea typeface="+mn-ea"/>
              <a:cs typeface="+mn-cs"/>
            </a:endParaRPr>
          </a:p>
          <a:p>
            <a:r>
              <a:rPr lang="en-US" sz="1100" dirty="0"/>
              <a:t>Explain how you can scale your site to multiple shared instances</a:t>
            </a:r>
            <a:r>
              <a:rPr lang="en-US" sz="1100" baseline="0" dirty="0"/>
              <a:t>.</a:t>
            </a:r>
          </a:p>
          <a:p>
            <a:endParaRPr lang="en-US" sz="1100" baseline="0" dirty="0"/>
          </a:p>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Notes:</a:t>
            </a:r>
            <a:endParaRPr lang="en-US" sz="1100" kern="1200" dirty="0">
              <a:solidFill>
                <a:schemeClr val="tx1"/>
              </a:solidFill>
              <a:effectLst/>
              <a:latin typeface="Segoe UI" pitchFamily="34" charset="0"/>
              <a:ea typeface="+mn-ea"/>
              <a:cs typeface="+mn-cs"/>
            </a:endParaRPr>
          </a:p>
          <a:p>
            <a:endParaRPr lang="en-US" sz="1100" dirty="0">
              <a:latin typeface="Segoe UI" pitchFamily="34" charset="0"/>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11</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3280156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6013" cy="3486150"/>
          </a:xfrm>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Slide Objectives:</a:t>
            </a:r>
            <a:endParaRPr lang="en-US" sz="1100" kern="1200" dirty="0">
              <a:solidFill>
                <a:schemeClr val="tx1"/>
              </a:solidFill>
              <a:effectLst/>
              <a:latin typeface="Segoe UI" pitchFamily="34" charset="0"/>
              <a:ea typeface="+mn-ea"/>
              <a:cs typeface="+mn-cs"/>
            </a:endParaRPr>
          </a:p>
          <a:p>
            <a:r>
              <a:rPr lang="en-US" sz="1100" dirty="0"/>
              <a:t>Explain how you can move to standard instances</a:t>
            </a:r>
            <a:r>
              <a:rPr lang="en-US" sz="1100" baseline="0" dirty="0"/>
              <a:t> for additional scale.</a:t>
            </a:r>
          </a:p>
          <a:p>
            <a:endParaRPr lang="en-US" sz="1100" baseline="0" dirty="0"/>
          </a:p>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Notes:</a:t>
            </a:r>
            <a:endParaRPr lang="en-US" sz="1100" kern="1200" dirty="0">
              <a:solidFill>
                <a:schemeClr val="tx1"/>
              </a:solidFill>
              <a:effectLst/>
              <a:latin typeface="Segoe UI" pitchFamily="34" charset="0"/>
              <a:ea typeface="+mn-ea"/>
              <a:cs typeface="+mn-cs"/>
            </a:endParaRPr>
          </a:p>
          <a:p>
            <a:endParaRPr lang="en-US" sz="1100" dirty="0">
              <a:latin typeface="Segoe UI" pitchFamily="34" charset="0"/>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3897467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6013" cy="3486150"/>
          </a:xfrm>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Slide Objectives:</a:t>
            </a:r>
            <a:endParaRPr lang="en-US" sz="1100" kern="1200" dirty="0">
              <a:solidFill>
                <a:schemeClr val="tx1"/>
              </a:solidFill>
              <a:effectLst/>
              <a:latin typeface="Segoe UI" pitchFamily="34" charset="0"/>
              <a:ea typeface="+mn-ea"/>
              <a:cs typeface="+mn-cs"/>
            </a:endParaRPr>
          </a:p>
          <a:p>
            <a:r>
              <a:rPr lang="en-US" sz="1100" dirty="0"/>
              <a:t>Explain how you can scale up standard instances to multiple</a:t>
            </a:r>
            <a:r>
              <a:rPr lang="en-US" sz="1100" baseline="0" dirty="0"/>
              <a:t> instances as needed.</a:t>
            </a:r>
          </a:p>
          <a:p>
            <a:endParaRPr lang="en-US" sz="1100" baseline="0" dirty="0"/>
          </a:p>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Notes:</a:t>
            </a:r>
            <a:endParaRPr lang="en-US" sz="110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13</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820683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6013" cy="3486150"/>
          </a:xfrm>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Slide Objectives:</a:t>
            </a:r>
            <a:endParaRPr lang="en-US" sz="1100" kern="1200" dirty="0">
              <a:solidFill>
                <a:schemeClr val="tx1"/>
              </a:solidFill>
              <a:effectLst/>
              <a:latin typeface="Segoe UI" pitchFamily="34" charset="0"/>
              <a:ea typeface="+mn-ea"/>
              <a:cs typeface="+mn-cs"/>
            </a:endParaRPr>
          </a:p>
          <a:p>
            <a:r>
              <a:rPr lang="en-US" sz="1100" dirty="0"/>
              <a:t>Explain how you can host multiple sites that you own on a your standard </a:t>
            </a:r>
            <a:r>
              <a:rPr lang="en-US" sz="1100" baseline="0" dirty="0"/>
              <a:t>instances.</a:t>
            </a:r>
          </a:p>
          <a:p>
            <a:endParaRPr lang="en-US" sz="1100" baseline="0" dirty="0"/>
          </a:p>
          <a:p>
            <a:pPr marL="0" marR="0" indent="0" algn="l" defTabSz="1218987"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latin typeface="Segoe UI" pitchFamily="34" charset="0"/>
                <a:ea typeface="+mn-ea"/>
                <a:cs typeface="+mn-cs"/>
              </a:rPr>
              <a:t>Notes:</a:t>
            </a:r>
            <a:endParaRPr lang="en-US" sz="1100" kern="1200" dirty="0">
              <a:solidFill>
                <a:schemeClr val="tx1"/>
              </a:solidFill>
              <a:effectLst/>
              <a:latin typeface="Segoe UI" pitchFamily="34" charset="0"/>
              <a:ea typeface="+mn-ea"/>
              <a:cs typeface="+mn-cs"/>
            </a:endParaRPr>
          </a:p>
          <a:p>
            <a:endParaRPr lang="en-US" sz="1100" dirty="0">
              <a:latin typeface="Segoe UI" pitchFamily="34" charset="0"/>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14</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368364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20</a:t>
            </a:fld>
            <a:endParaRPr lang="en-US" dirty="0"/>
          </a:p>
        </p:txBody>
      </p:sp>
    </p:spTree>
    <p:extLst>
      <p:ext uri="{BB962C8B-B14F-4D97-AF65-F5344CB8AC3E}">
        <p14:creationId xmlns:p14="http://schemas.microsoft.com/office/powerpoint/2010/main" val="385839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Master" Target="../slideMasters/slideMaster2.xml"/><Relationship Id="rId6" Type="http://schemas.microsoft.com/office/2007/relationships/hdphoto" Target="../media/hdphoto6.wdp"/><Relationship Id="rId5" Type="http://schemas.openxmlformats.org/officeDocument/2006/relationships/image" Target="../media/image8.png"/><Relationship Id="rId4" Type="http://schemas.microsoft.com/office/2007/relationships/hdphoto" Target="../media/hdphoto5.wdp"/></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4.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5.xml"/><Relationship Id="rId4" Type="http://schemas.microsoft.com/office/2007/relationships/hdphoto" Target="../media/hdphoto7.wdp"/></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Master" Target="../slideMasters/slideMaster5.xml"/><Relationship Id="rId6" Type="http://schemas.microsoft.com/office/2007/relationships/hdphoto" Target="../media/hdphoto6.wdp"/><Relationship Id="rId5" Type="http://schemas.openxmlformats.org/officeDocument/2006/relationships/image" Target="../media/image8.png"/><Relationship Id="rId4" Type="http://schemas.microsoft.com/office/2007/relationships/hdphoto" Target="../media/hdphoto5.wdp"/></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6.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939713644"/>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6350105"/>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4"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2214407"/>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75186533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0522930"/>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131550"/>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99" tIns="91401" rIns="182799" bIns="91401"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1543043790"/>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85" y="1693129"/>
            <a:ext cx="12294260" cy="1828198"/>
          </a:xfrm>
        </p:spPr>
        <p:txBody>
          <a:bodyPr>
            <a:noAutofit/>
          </a:bodyPr>
          <a:lstStyle>
            <a:lvl1pPr>
              <a:lnSpc>
                <a:spcPct val="90000"/>
              </a:lnSpc>
              <a:defRPr sz="7000"/>
            </a:lvl1pPr>
          </a:lstStyle>
          <a:p>
            <a:r>
              <a:rPr lang="en-US"/>
              <a:t>Click to edit Master title style</a:t>
            </a:r>
            <a:endParaRPr lang="en-US" dirty="0"/>
          </a:p>
        </p:txBody>
      </p:sp>
      <p:sp>
        <p:nvSpPr>
          <p:cNvPr id="13" name="Subtitle 2"/>
          <p:cNvSpPr>
            <a:spLocks noGrp="1"/>
          </p:cNvSpPr>
          <p:nvPr>
            <p:ph type="subTitle" idx="1"/>
          </p:nvPr>
        </p:nvSpPr>
        <p:spPr>
          <a:xfrm>
            <a:off x="1163327" y="4114810"/>
            <a:ext cx="12294262"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041" indent="0" algn="ctr">
              <a:buNone/>
              <a:defRPr>
                <a:solidFill>
                  <a:schemeClr val="tx1">
                    <a:tint val="75000"/>
                  </a:schemeClr>
                </a:solidFill>
              </a:defRPr>
            </a:lvl2pPr>
            <a:lvl3pPr marL="1462080" indent="0" algn="ctr">
              <a:buNone/>
              <a:defRPr>
                <a:solidFill>
                  <a:schemeClr val="tx1">
                    <a:tint val="75000"/>
                  </a:schemeClr>
                </a:solidFill>
              </a:defRPr>
            </a:lvl3pPr>
            <a:lvl4pPr marL="2193118" indent="0" algn="ctr">
              <a:buNone/>
              <a:defRPr>
                <a:solidFill>
                  <a:schemeClr val="tx1">
                    <a:tint val="75000"/>
                  </a:schemeClr>
                </a:solidFill>
              </a:defRPr>
            </a:lvl4pPr>
            <a:lvl5pPr marL="2924159" indent="0" algn="ctr">
              <a:buNone/>
              <a:defRPr>
                <a:solidFill>
                  <a:schemeClr val="tx1">
                    <a:tint val="75000"/>
                  </a:schemeClr>
                </a:solidFill>
              </a:defRPr>
            </a:lvl5pPr>
            <a:lvl6pPr marL="3655201" indent="0" algn="ctr">
              <a:buNone/>
              <a:defRPr>
                <a:solidFill>
                  <a:schemeClr val="tx1">
                    <a:tint val="75000"/>
                  </a:schemeClr>
                </a:solidFill>
              </a:defRPr>
            </a:lvl6pPr>
            <a:lvl7pPr marL="4386234" indent="0" algn="ctr">
              <a:buNone/>
              <a:defRPr>
                <a:solidFill>
                  <a:schemeClr val="tx1">
                    <a:tint val="75000"/>
                  </a:schemeClr>
                </a:solidFill>
              </a:defRPr>
            </a:lvl7pPr>
            <a:lvl8pPr marL="5117277" indent="0" algn="ctr">
              <a:buNone/>
              <a:defRPr>
                <a:solidFill>
                  <a:schemeClr val="tx1">
                    <a:tint val="75000"/>
                  </a:schemeClr>
                </a:solidFill>
              </a:defRPr>
            </a:lvl8pPr>
            <a:lvl9pPr marL="584831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793152584"/>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6865" y="1438276"/>
            <a:ext cx="6701630" cy="1632446"/>
          </a:xfrm>
        </p:spPr>
        <p:txBody>
          <a:bodyPr/>
          <a:lstStyle>
            <a:lvl1pPr marL="407760" indent="-407760">
              <a:lnSpc>
                <a:spcPct val="90000"/>
              </a:lnSpc>
              <a:defRPr sz="2400"/>
            </a:lvl1pPr>
            <a:lvl2pPr marL="807591" indent="-390309">
              <a:lnSpc>
                <a:spcPct val="90000"/>
              </a:lnSpc>
              <a:defRPr sz="2200"/>
            </a:lvl2pPr>
            <a:lvl3pPr marL="1143955" indent="-345883">
              <a:lnSpc>
                <a:spcPct val="90000"/>
              </a:lnSpc>
              <a:defRPr sz="1900"/>
            </a:lvl3pPr>
            <a:lvl4pPr marL="1472384" indent="-328431">
              <a:lnSpc>
                <a:spcPct val="90000"/>
              </a:lnSpc>
              <a:defRPr sz="1800"/>
            </a:lvl4pPr>
            <a:lvl5pPr marL="1818267" indent="-33636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0003" y="1438276"/>
            <a:ext cx="6768323" cy="1632446"/>
          </a:xfrm>
        </p:spPr>
        <p:txBody>
          <a:bodyPr/>
          <a:lstStyle>
            <a:lvl1pPr marL="417278" indent="-417278">
              <a:lnSpc>
                <a:spcPct val="90000"/>
              </a:lnSpc>
              <a:defRPr sz="2400"/>
            </a:lvl1pPr>
            <a:lvl2pPr marL="807591" indent="-407760">
              <a:lnSpc>
                <a:spcPct val="90000"/>
              </a:lnSpc>
              <a:defRPr sz="2200"/>
            </a:lvl2pPr>
            <a:lvl3pPr marL="1153473" indent="-363335">
              <a:lnSpc>
                <a:spcPct val="90000"/>
              </a:lnSpc>
              <a:defRPr sz="1900"/>
            </a:lvl3pPr>
            <a:lvl4pPr marL="1472384" indent="-318912">
              <a:lnSpc>
                <a:spcPct val="90000"/>
              </a:lnSpc>
              <a:defRPr sz="1800"/>
            </a:lvl4pPr>
            <a:lvl5pPr marL="1818267" indent="-32843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8" y="7613938"/>
            <a:ext cx="1646349" cy="524227"/>
          </a:xfrm>
          <a:prstGeom prst="rect">
            <a:avLst/>
          </a:prstGeom>
        </p:spPr>
      </p:pic>
    </p:spTree>
    <p:extLst>
      <p:ext uri="{BB962C8B-B14F-4D97-AF65-F5344CB8AC3E}">
        <p14:creationId xmlns:p14="http://schemas.microsoft.com/office/powerpoint/2010/main" val="1560734986"/>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390789139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
        <p:nvSpPr>
          <p:cNvPr id="5" name="Text Placeholder 4"/>
          <p:cNvSpPr>
            <a:spLocks noGrp="1"/>
          </p:cNvSpPr>
          <p:nvPr>
            <p:ph type="body" sz="quarter" idx="10"/>
          </p:nvPr>
        </p:nvSpPr>
        <p:spPr>
          <a:xfrm>
            <a:off x="623097" y="1737359"/>
            <a:ext cx="13382301" cy="1135696"/>
          </a:xfrm>
        </p:spPr>
        <p:txBody>
          <a:bodyPr/>
          <a:lstStyle>
            <a:lvl1pPr marL="3810"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0"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666" indent="-48387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5956" indent="-41529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816" indent="-40386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a:t>Click to edit Master text styles</a:t>
            </a:r>
          </a:p>
          <a:p>
            <a:pPr lvl="1"/>
            <a:r>
              <a:rPr lang="en-US" dirty="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22564" y="7647056"/>
            <a:ext cx="2018831" cy="234601"/>
          </a:xfrm>
          <a:prstGeom prst="rect">
            <a:avLst/>
          </a:prstGeom>
        </p:spPr>
      </p:pic>
    </p:spTree>
    <p:extLst>
      <p:ext uri="{BB962C8B-B14F-4D97-AF65-F5344CB8AC3E}">
        <p14:creationId xmlns:p14="http://schemas.microsoft.com/office/powerpoint/2010/main" val="96885253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Accent Color 2">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5420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290780048"/>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63"/>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3235894"/>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2" y="1737363"/>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1520869"/>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81314998"/>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871500"/>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9894625"/>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819" tIns="91408" rIns="182819" bIns="91408"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4003874833"/>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8" y="274322"/>
            <a:ext cx="13382301" cy="897476"/>
          </a:xfrm>
        </p:spPr>
        <p:txBody>
          <a:bodyPr/>
          <a:lstStyle>
            <a:lvl1pPr>
              <a:defRPr sz="6500"/>
            </a:lvl1pPr>
          </a:lstStyle>
          <a:p>
            <a:r>
              <a:rPr lang="en-US"/>
              <a:t>Click to edit Master title style</a:t>
            </a:r>
            <a:endParaRPr lang="en-US" dirty="0"/>
          </a:p>
        </p:txBody>
      </p:sp>
      <p:sp>
        <p:nvSpPr>
          <p:cNvPr id="5" name="Text Placeholder 4"/>
          <p:cNvSpPr>
            <a:spLocks noGrp="1"/>
          </p:cNvSpPr>
          <p:nvPr>
            <p:ph type="body" sz="quarter" idx="10"/>
          </p:nvPr>
        </p:nvSpPr>
        <p:spPr>
          <a:xfrm>
            <a:off x="623098" y="1737359"/>
            <a:ext cx="13382301" cy="1249060"/>
          </a:xfrm>
        </p:spPr>
        <p:txBody>
          <a:bodyPr/>
          <a:lstStyle>
            <a:lvl1pPr marL="3811"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1"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746" indent="-483897">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6058" indent="-41531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940" indent="-40388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a:t>Click to edit Master text styles</a:t>
            </a:r>
          </a:p>
          <a:p>
            <a:pPr lvl="1"/>
            <a:r>
              <a:rPr lang="en-US" dirty="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22565" y="7647057"/>
            <a:ext cx="2018831" cy="234601"/>
          </a:xfrm>
          <a:prstGeom prst="rect">
            <a:avLst/>
          </a:prstGeom>
        </p:spPr>
      </p:pic>
    </p:spTree>
    <p:extLst>
      <p:ext uri="{BB962C8B-B14F-4D97-AF65-F5344CB8AC3E}">
        <p14:creationId xmlns:p14="http://schemas.microsoft.com/office/powerpoint/2010/main" val="1969810489"/>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45693396"/>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2365066"/>
      </p:ext>
    </p:extLst>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6"/>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77" y="5212148"/>
            <a:ext cx="9018714"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647"/>
            <a:ext cx="1915282" cy="322040"/>
          </a:xfrm>
          <a:prstGeom prst="rect">
            <a:avLst/>
          </a:prstGeom>
          <a:noFill/>
          <a:ln>
            <a:noFill/>
          </a:ln>
        </p:spPr>
      </p:pic>
      <p:pic>
        <p:nvPicPr>
          <p:cNvPr id="7" name="Picture 6"/>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2"/>
            <a:ext cx="2998173" cy="348406"/>
          </a:xfrm>
          <a:prstGeom prst="rect">
            <a:avLst/>
          </a:prstGeom>
        </p:spPr>
      </p:pic>
    </p:spTree>
    <p:extLst>
      <p:ext uri="{BB962C8B-B14F-4D97-AF65-F5344CB8AC3E}">
        <p14:creationId xmlns:p14="http://schemas.microsoft.com/office/powerpoint/2010/main" val="175376436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2_Title Slide 3">
    <p:bg>
      <p:bgPr>
        <a:solidFill>
          <a:schemeClr val="bg1"/>
        </a:solidFill>
        <a:effectLst/>
      </p:bgPr>
    </p:bg>
    <p:spTree>
      <p:nvGrpSpPr>
        <p:cNvPr id="1" name=""/>
        <p:cNvGrpSpPr/>
        <p:nvPr/>
      </p:nvGrpSpPr>
      <p:grpSpPr>
        <a:xfrm>
          <a:off x="0" y="0"/>
          <a:ext cx="0" cy="0"/>
          <a:chOff x="0" y="0"/>
          <a:chExt cx="0" cy="0"/>
        </a:xfrm>
      </p:grpSpPr>
      <p:grpSp>
        <p:nvGrpSpPr>
          <p:cNvPr id="8" name="Group 7"/>
          <p:cNvGrpSpPr/>
          <p:nvPr/>
        </p:nvGrpSpPr>
        <p:grpSpPr>
          <a:xfrm>
            <a:off x="12888084" y="515391"/>
            <a:ext cx="1299463" cy="214946"/>
            <a:chOff x="3602038" y="1063626"/>
            <a:chExt cx="4365626" cy="722312"/>
          </a:xfrm>
        </p:grpSpPr>
        <p:sp>
          <p:nvSpPr>
            <p:cNvPr id="9" name="Freeform 8"/>
            <p:cNvSpPr>
              <a:spLocks/>
            </p:cNvSpPr>
            <p:nvPr/>
          </p:nvSpPr>
          <p:spPr bwMode="auto">
            <a:xfrm>
              <a:off x="3602038" y="1074738"/>
              <a:ext cx="884238" cy="679450"/>
            </a:xfrm>
            <a:custGeom>
              <a:avLst/>
              <a:gdLst>
                <a:gd name="T0" fmla="*/ 0 w 557"/>
                <a:gd name="T1" fmla="*/ 428 h 428"/>
                <a:gd name="T2" fmla="*/ 93 w 557"/>
                <a:gd name="T3" fmla="*/ 0 h 428"/>
                <a:gd name="T4" fmla="*/ 265 w 557"/>
                <a:gd name="T5" fmla="*/ 0 h 428"/>
                <a:gd name="T6" fmla="*/ 273 w 557"/>
                <a:gd name="T7" fmla="*/ 238 h 428"/>
                <a:gd name="T8" fmla="*/ 385 w 557"/>
                <a:gd name="T9" fmla="*/ 0 h 428"/>
                <a:gd name="T10" fmla="*/ 557 w 557"/>
                <a:gd name="T11" fmla="*/ 0 h 428"/>
                <a:gd name="T12" fmla="*/ 459 w 557"/>
                <a:gd name="T13" fmla="*/ 428 h 428"/>
                <a:gd name="T14" fmla="*/ 339 w 557"/>
                <a:gd name="T15" fmla="*/ 428 h 428"/>
                <a:gd name="T16" fmla="*/ 389 w 557"/>
                <a:gd name="T17" fmla="*/ 199 h 428"/>
                <a:gd name="T18" fmla="*/ 273 w 557"/>
                <a:gd name="T19" fmla="*/ 428 h 428"/>
                <a:gd name="T20" fmla="*/ 187 w 557"/>
                <a:gd name="T21" fmla="*/ 428 h 428"/>
                <a:gd name="T22" fmla="*/ 179 w 557"/>
                <a:gd name="T23" fmla="*/ 199 h 428"/>
                <a:gd name="T24" fmla="*/ 125 w 557"/>
                <a:gd name="T25" fmla="*/ 428 h 428"/>
                <a:gd name="T26" fmla="*/ 0 w 557"/>
                <a:gd name="T27" fmla="*/ 428 h 428"/>
                <a:gd name="T28" fmla="*/ 0 w 557"/>
                <a:gd name="T29" fmla="*/ 42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7" h="428">
                  <a:moveTo>
                    <a:pt x="0" y="428"/>
                  </a:moveTo>
                  <a:lnTo>
                    <a:pt x="93" y="0"/>
                  </a:lnTo>
                  <a:lnTo>
                    <a:pt x="265" y="0"/>
                  </a:lnTo>
                  <a:lnTo>
                    <a:pt x="273" y="238"/>
                  </a:lnTo>
                  <a:lnTo>
                    <a:pt x="385" y="0"/>
                  </a:lnTo>
                  <a:lnTo>
                    <a:pt x="557" y="0"/>
                  </a:lnTo>
                  <a:lnTo>
                    <a:pt x="459" y="428"/>
                  </a:lnTo>
                  <a:lnTo>
                    <a:pt x="339" y="428"/>
                  </a:lnTo>
                  <a:lnTo>
                    <a:pt x="389" y="199"/>
                  </a:lnTo>
                  <a:lnTo>
                    <a:pt x="273" y="428"/>
                  </a:lnTo>
                  <a:lnTo>
                    <a:pt x="187" y="428"/>
                  </a:lnTo>
                  <a:lnTo>
                    <a:pt x="179" y="199"/>
                  </a:lnTo>
                  <a:lnTo>
                    <a:pt x="125" y="428"/>
                  </a:lnTo>
                  <a:lnTo>
                    <a:pt x="0" y="428"/>
                  </a:lnTo>
                  <a:lnTo>
                    <a:pt x="0" y="428"/>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0" name="Freeform 9"/>
            <p:cNvSpPr>
              <a:spLocks/>
            </p:cNvSpPr>
            <p:nvPr/>
          </p:nvSpPr>
          <p:spPr bwMode="auto">
            <a:xfrm>
              <a:off x="4510088" y="1074738"/>
              <a:ext cx="204788" cy="111125"/>
            </a:xfrm>
            <a:custGeom>
              <a:avLst/>
              <a:gdLst>
                <a:gd name="T0" fmla="*/ 0 w 129"/>
                <a:gd name="T1" fmla="*/ 70 h 70"/>
                <a:gd name="T2" fmla="*/ 113 w 129"/>
                <a:gd name="T3" fmla="*/ 70 h 70"/>
                <a:gd name="T4" fmla="*/ 129 w 129"/>
                <a:gd name="T5" fmla="*/ 0 h 70"/>
                <a:gd name="T6" fmla="*/ 16 w 129"/>
                <a:gd name="T7" fmla="*/ 0 h 70"/>
                <a:gd name="T8" fmla="*/ 0 w 129"/>
                <a:gd name="T9" fmla="*/ 70 h 70"/>
                <a:gd name="T10" fmla="*/ 0 w 129"/>
                <a:gd name="T11" fmla="*/ 70 h 70"/>
              </a:gdLst>
              <a:ahLst/>
              <a:cxnLst>
                <a:cxn ang="0">
                  <a:pos x="T0" y="T1"/>
                </a:cxn>
                <a:cxn ang="0">
                  <a:pos x="T2" y="T3"/>
                </a:cxn>
                <a:cxn ang="0">
                  <a:pos x="T4" y="T5"/>
                </a:cxn>
                <a:cxn ang="0">
                  <a:pos x="T6" y="T7"/>
                </a:cxn>
                <a:cxn ang="0">
                  <a:pos x="T8" y="T9"/>
                </a:cxn>
                <a:cxn ang="0">
                  <a:pos x="T10" y="T11"/>
                </a:cxn>
              </a:cxnLst>
              <a:rect l="0" t="0" r="r" b="b"/>
              <a:pathLst>
                <a:path w="129" h="70">
                  <a:moveTo>
                    <a:pt x="0" y="70"/>
                  </a:moveTo>
                  <a:lnTo>
                    <a:pt x="113" y="70"/>
                  </a:lnTo>
                  <a:lnTo>
                    <a:pt x="129" y="0"/>
                  </a:lnTo>
                  <a:lnTo>
                    <a:pt x="16" y="0"/>
                  </a:lnTo>
                  <a:lnTo>
                    <a:pt x="0" y="70"/>
                  </a:lnTo>
                  <a:lnTo>
                    <a:pt x="0" y="70"/>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1" name="Freeform 10"/>
            <p:cNvSpPr>
              <a:spLocks/>
            </p:cNvSpPr>
            <p:nvPr/>
          </p:nvSpPr>
          <p:spPr bwMode="auto">
            <a:xfrm>
              <a:off x="4381501" y="1247776"/>
              <a:ext cx="296863" cy="506413"/>
            </a:xfrm>
            <a:custGeom>
              <a:avLst/>
              <a:gdLst>
                <a:gd name="T0" fmla="*/ 116 w 187"/>
                <a:gd name="T1" fmla="*/ 319 h 319"/>
                <a:gd name="T2" fmla="*/ 0 w 187"/>
                <a:gd name="T3" fmla="*/ 319 h 319"/>
                <a:gd name="T4" fmla="*/ 70 w 187"/>
                <a:gd name="T5" fmla="*/ 0 h 319"/>
                <a:gd name="T6" fmla="*/ 187 w 187"/>
                <a:gd name="T7" fmla="*/ 0 h 319"/>
                <a:gd name="T8" fmla="*/ 116 w 187"/>
                <a:gd name="T9" fmla="*/ 319 h 319"/>
                <a:gd name="T10" fmla="*/ 116 w 187"/>
                <a:gd name="T11" fmla="*/ 319 h 319"/>
              </a:gdLst>
              <a:ahLst/>
              <a:cxnLst>
                <a:cxn ang="0">
                  <a:pos x="T0" y="T1"/>
                </a:cxn>
                <a:cxn ang="0">
                  <a:pos x="T2" y="T3"/>
                </a:cxn>
                <a:cxn ang="0">
                  <a:pos x="T4" y="T5"/>
                </a:cxn>
                <a:cxn ang="0">
                  <a:pos x="T6" y="T7"/>
                </a:cxn>
                <a:cxn ang="0">
                  <a:pos x="T8" y="T9"/>
                </a:cxn>
                <a:cxn ang="0">
                  <a:pos x="T10" y="T11"/>
                </a:cxn>
              </a:cxnLst>
              <a:rect l="0" t="0" r="r" b="b"/>
              <a:pathLst>
                <a:path w="187" h="319">
                  <a:moveTo>
                    <a:pt x="116" y="319"/>
                  </a:moveTo>
                  <a:lnTo>
                    <a:pt x="0" y="319"/>
                  </a:lnTo>
                  <a:lnTo>
                    <a:pt x="70" y="0"/>
                  </a:lnTo>
                  <a:lnTo>
                    <a:pt x="187" y="0"/>
                  </a:lnTo>
                  <a:lnTo>
                    <a:pt x="116" y="319"/>
                  </a:lnTo>
                  <a:lnTo>
                    <a:pt x="116" y="319"/>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2" name="Freeform 11"/>
            <p:cNvSpPr>
              <a:spLocks/>
            </p:cNvSpPr>
            <p:nvPr/>
          </p:nvSpPr>
          <p:spPr bwMode="auto">
            <a:xfrm>
              <a:off x="5148263" y="1241426"/>
              <a:ext cx="431800" cy="512763"/>
            </a:xfrm>
            <a:custGeom>
              <a:avLst/>
              <a:gdLst>
                <a:gd name="T0" fmla="*/ 19 w 70"/>
                <a:gd name="T1" fmla="*/ 1 h 83"/>
                <a:gd name="T2" fmla="*/ 45 w 70"/>
                <a:gd name="T3" fmla="*/ 1 h 83"/>
                <a:gd name="T4" fmla="*/ 43 w 70"/>
                <a:gd name="T5" fmla="*/ 12 h 83"/>
                <a:gd name="T6" fmla="*/ 56 w 70"/>
                <a:gd name="T7" fmla="*/ 2 h 83"/>
                <a:gd name="T8" fmla="*/ 70 w 70"/>
                <a:gd name="T9" fmla="*/ 0 h 83"/>
                <a:gd name="T10" fmla="*/ 64 w 70"/>
                <a:gd name="T11" fmla="*/ 27 h 83"/>
                <a:gd name="T12" fmla="*/ 35 w 70"/>
                <a:gd name="T13" fmla="*/ 54 h 83"/>
                <a:gd name="T14" fmla="*/ 28 w 70"/>
                <a:gd name="T15" fmla="*/ 83 h 83"/>
                <a:gd name="T16" fmla="*/ 0 w 70"/>
                <a:gd name="T17" fmla="*/ 83 h 83"/>
                <a:gd name="T18" fmla="*/ 19 w 70"/>
                <a:gd name="T19"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83">
                  <a:moveTo>
                    <a:pt x="19" y="1"/>
                  </a:moveTo>
                  <a:cubicBezTo>
                    <a:pt x="45" y="1"/>
                    <a:pt x="45" y="1"/>
                    <a:pt x="45" y="1"/>
                  </a:cubicBezTo>
                  <a:cubicBezTo>
                    <a:pt x="43" y="12"/>
                    <a:pt x="43" y="12"/>
                    <a:pt x="43" y="12"/>
                  </a:cubicBezTo>
                  <a:cubicBezTo>
                    <a:pt x="46" y="7"/>
                    <a:pt x="51" y="4"/>
                    <a:pt x="56" y="2"/>
                  </a:cubicBezTo>
                  <a:cubicBezTo>
                    <a:pt x="61" y="1"/>
                    <a:pt x="65" y="0"/>
                    <a:pt x="70" y="0"/>
                  </a:cubicBezTo>
                  <a:cubicBezTo>
                    <a:pt x="64" y="27"/>
                    <a:pt x="64" y="27"/>
                    <a:pt x="64" y="27"/>
                  </a:cubicBezTo>
                  <a:cubicBezTo>
                    <a:pt x="62" y="27"/>
                    <a:pt x="41" y="23"/>
                    <a:pt x="35" y="54"/>
                  </a:cubicBezTo>
                  <a:cubicBezTo>
                    <a:pt x="28" y="83"/>
                    <a:pt x="28" y="83"/>
                    <a:pt x="28" y="83"/>
                  </a:cubicBezTo>
                  <a:cubicBezTo>
                    <a:pt x="0" y="83"/>
                    <a:pt x="0" y="83"/>
                    <a:pt x="0" y="83"/>
                  </a:cubicBezTo>
                  <a:cubicBezTo>
                    <a:pt x="19" y="1"/>
                    <a:pt x="19" y="1"/>
                    <a:pt x="19" y="1"/>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3" name="Freeform 12"/>
            <p:cNvSpPr>
              <a:spLocks/>
            </p:cNvSpPr>
            <p:nvPr/>
          </p:nvSpPr>
          <p:spPr bwMode="auto">
            <a:xfrm>
              <a:off x="4510088" y="1217613"/>
              <a:ext cx="700088" cy="555625"/>
            </a:xfrm>
            <a:custGeom>
              <a:avLst/>
              <a:gdLst>
                <a:gd name="T0" fmla="*/ 106 w 113"/>
                <a:gd name="T1" fmla="*/ 57 h 90"/>
                <a:gd name="T2" fmla="*/ 56 w 113"/>
                <a:gd name="T3" fmla="*/ 90 h 90"/>
                <a:gd name="T4" fmla="*/ 77 w 113"/>
                <a:gd name="T5" fmla="*/ 3 h 90"/>
                <a:gd name="T6" fmla="*/ 111 w 113"/>
                <a:gd name="T7" fmla="*/ 36 h 90"/>
                <a:gd name="T8" fmla="*/ 80 w 113"/>
                <a:gd name="T9" fmla="*/ 36 h 90"/>
                <a:gd name="T10" fmla="*/ 72 w 113"/>
                <a:gd name="T11" fmla="*/ 23 h 90"/>
                <a:gd name="T12" fmla="*/ 61 w 113"/>
                <a:gd name="T13" fmla="*/ 69 h 90"/>
                <a:gd name="T14" fmla="*/ 75 w 113"/>
                <a:gd name="T15" fmla="*/ 57 h 90"/>
                <a:gd name="T16" fmla="*/ 106 w 113"/>
                <a:gd name="T17"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90">
                  <a:moveTo>
                    <a:pt x="106" y="57"/>
                  </a:moveTo>
                  <a:cubicBezTo>
                    <a:pt x="106" y="58"/>
                    <a:pt x="97" y="90"/>
                    <a:pt x="56" y="90"/>
                  </a:cubicBezTo>
                  <a:cubicBezTo>
                    <a:pt x="0" y="88"/>
                    <a:pt x="15" y="0"/>
                    <a:pt x="77" y="3"/>
                  </a:cubicBezTo>
                  <a:cubicBezTo>
                    <a:pt x="113" y="5"/>
                    <a:pt x="111" y="35"/>
                    <a:pt x="111" y="36"/>
                  </a:cubicBezTo>
                  <a:cubicBezTo>
                    <a:pt x="80" y="36"/>
                    <a:pt x="80" y="36"/>
                    <a:pt x="80" y="36"/>
                  </a:cubicBezTo>
                  <a:cubicBezTo>
                    <a:pt x="80" y="35"/>
                    <a:pt x="81" y="22"/>
                    <a:pt x="72" y="23"/>
                  </a:cubicBezTo>
                  <a:cubicBezTo>
                    <a:pt x="54" y="23"/>
                    <a:pt x="41" y="68"/>
                    <a:pt x="61" y="69"/>
                  </a:cubicBezTo>
                  <a:cubicBezTo>
                    <a:pt x="70" y="69"/>
                    <a:pt x="74" y="58"/>
                    <a:pt x="75" y="57"/>
                  </a:cubicBezTo>
                  <a:cubicBezTo>
                    <a:pt x="106" y="57"/>
                    <a:pt x="106" y="57"/>
                    <a:pt x="106" y="5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4" name="Freeform 13"/>
            <p:cNvSpPr>
              <a:spLocks noEditPoints="1"/>
            </p:cNvSpPr>
            <p:nvPr/>
          </p:nvSpPr>
          <p:spPr bwMode="auto">
            <a:xfrm>
              <a:off x="6427788" y="1211263"/>
              <a:ext cx="846138" cy="574675"/>
            </a:xfrm>
            <a:custGeom>
              <a:avLst/>
              <a:gdLst>
                <a:gd name="T0" fmla="*/ 60 w 137"/>
                <a:gd name="T1" fmla="*/ 91 h 93"/>
                <a:gd name="T2" fmla="*/ 79 w 137"/>
                <a:gd name="T3" fmla="*/ 3 h 93"/>
                <a:gd name="T4" fmla="*/ 60 w 137"/>
                <a:gd name="T5" fmla="*/ 91 h 93"/>
                <a:gd name="T6" fmla="*/ 77 w 137"/>
                <a:gd name="T7" fmla="*/ 22 h 93"/>
                <a:gd name="T8" fmla="*/ 61 w 137"/>
                <a:gd name="T9" fmla="*/ 70 h 93"/>
                <a:gd name="T10" fmla="*/ 77 w 137"/>
                <a:gd name="T11" fmla="*/ 22 h 93"/>
              </a:gdLst>
              <a:ahLst/>
              <a:cxnLst>
                <a:cxn ang="0">
                  <a:pos x="T0" y="T1"/>
                </a:cxn>
                <a:cxn ang="0">
                  <a:pos x="T2" y="T3"/>
                </a:cxn>
                <a:cxn ang="0">
                  <a:pos x="T4" y="T5"/>
                </a:cxn>
                <a:cxn ang="0">
                  <a:pos x="T6" y="T7"/>
                </a:cxn>
                <a:cxn ang="0">
                  <a:pos x="T8" y="T9"/>
                </a:cxn>
                <a:cxn ang="0">
                  <a:pos x="T10" y="T11"/>
                </a:cxn>
              </a:cxnLst>
              <a:rect l="0" t="0" r="r" b="b"/>
              <a:pathLst>
                <a:path w="137" h="93">
                  <a:moveTo>
                    <a:pt x="60" y="91"/>
                  </a:moveTo>
                  <a:cubicBezTo>
                    <a:pt x="0" y="88"/>
                    <a:pt x="18" y="0"/>
                    <a:pt x="79" y="3"/>
                  </a:cubicBezTo>
                  <a:cubicBezTo>
                    <a:pt x="137" y="6"/>
                    <a:pt x="120" y="93"/>
                    <a:pt x="60" y="91"/>
                  </a:cubicBezTo>
                  <a:close/>
                  <a:moveTo>
                    <a:pt x="77" y="22"/>
                  </a:moveTo>
                  <a:cubicBezTo>
                    <a:pt x="57" y="18"/>
                    <a:pt x="43" y="66"/>
                    <a:pt x="61" y="70"/>
                  </a:cubicBezTo>
                  <a:cubicBezTo>
                    <a:pt x="82"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5" name="Freeform 14"/>
            <p:cNvSpPr>
              <a:spLocks/>
            </p:cNvSpPr>
            <p:nvPr/>
          </p:nvSpPr>
          <p:spPr bwMode="auto">
            <a:xfrm>
              <a:off x="7126288" y="1063626"/>
              <a:ext cx="655638" cy="703263"/>
            </a:xfrm>
            <a:custGeom>
              <a:avLst/>
              <a:gdLst>
                <a:gd name="T0" fmla="*/ 59 w 106"/>
                <a:gd name="T1" fmla="*/ 18 h 114"/>
                <a:gd name="T2" fmla="*/ 48 w 106"/>
                <a:gd name="T3" fmla="*/ 28 h 114"/>
                <a:gd name="T4" fmla="*/ 47 w 106"/>
                <a:gd name="T5" fmla="*/ 30 h 114"/>
                <a:gd name="T6" fmla="*/ 64 w 106"/>
                <a:gd name="T7" fmla="*/ 30 h 114"/>
                <a:gd name="T8" fmla="*/ 69 w 106"/>
                <a:gd name="T9" fmla="*/ 11 h 114"/>
                <a:gd name="T10" fmla="*/ 96 w 106"/>
                <a:gd name="T11" fmla="*/ 11 h 114"/>
                <a:gd name="T12" fmla="*/ 92 w 106"/>
                <a:gd name="T13" fmla="*/ 30 h 114"/>
                <a:gd name="T14" fmla="*/ 106 w 106"/>
                <a:gd name="T15" fmla="*/ 30 h 114"/>
                <a:gd name="T16" fmla="*/ 101 w 106"/>
                <a:gd name="T17" fmla="*/ 49 h 114"/>
                <a:gd name="T18" fmla="*/ 87 w 106"/>
                <a:gd name="T19" fmla="*/ 49 h 114"/>
                <a:gd name="T20" fmla="*/ 80 w 106"/>
                <a:gd name="T21" fmla="*/ 85 h 114"/>
                <a:gd name="T22" fmla="*/ 79 w 106"/>
                <a:gd name="T23" fmla="*/ 91 h 114"/>
                <a:gd name="T24" fmla="*/ 92 w 106"/>
                <a:gd name="T25" fmla="*/ 93 h 114"/>
                <a:gd name="T26" fmla="*/ 88 w 106"/>
                <a:gd name="T27" fmla="*/ 112 h 114"/>
                <a:gd name="T28" fmla="*/ 56 w 106"/>
                <a:gd name="T29" fmla="*/ 109 h 114"/>
                <a:gd name="T30" fmla="*/ 51 w 106"/>
                <a:gd name="T31" fmla="*/ 91 h 114"/>
                <a:gd name="T32" fmla="*/ 60 w 106"/>
                <a:gd name="T33" fmla="*/ 49 h 114"/>
                <a:gd name="T34" fmla="*/ 44 w 106"/>
                <a:gd name="T35" fmla="*/ 49 h 114"/>
                <a:gd name="T36" fmla="*/ 30 w 106"/>
                <a:gd name="T37" fmla="*/ 112 h 114"/>
                <a:gd name="T38" fmla="*/ 1 w 106"/>
                <a:gd name="T39" fmla="*/ 112 h 114"/>
                <a:gd name="T40" fmla="*/ 15 w 106"/>
                <a:gd name="T41" fmla="*/ 49 h 114"/>
                <a:gd name="T42" fmla="*/ 0 w 106"/>
                <a:gd name="T43" fmla="*/ 49 h 114"/>
                <a:gd name="T44" fmla="*/ 4 w 106"/>
                <a:gd name="T45" fmla="*/ 30 h 114"/>
                <a:gd name="T46" fmla="*/ 18 w 106"/>
                <a:gd name="T47" fmla="*/ 30 h 114"/>
                <a:gd name="T48" fmla="*/ 30 w 106"/>
                <a:gd name="T49" fmla="*/ 7 h 114"/>
                <a:gd name="T50" fmla="*/ 62 w 106"/>
                <a:gd name="T51" fmla="*/ 3 h 114"/>
                <a:gd name="T52" fmla="*/ 59 w 106"/>
                <a:gd name="T53" fmla="*/ 1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14">
                  <a:moveTo>
                    <a:pt x="59" y="18"/>
                  </a:moveTo>
                  <a:cubicBezTo>
                    <a:pt x="50" y="18"/>
                    <a:pt x="49" y="22"/>
                    <a:pt x="48" y="28"/>
                  </a:cubicBezTo>
                  <a:cubicBezTo>
                    <a:pt x="47" y="30"/>
                    <a:pt x="47" y="30"/>
                    <a:pt x="47" y="30"/>
                  </a:cubicBezTo>
                  <a:cubicBezTo>
                    <a:pt x="64" y="30"/>
                    <a:pt x="64" y="30"/>
                    <a:pt x="64" y="30"/>
                  </a:cubicBezTo>
                  <a:cubicBezTo>
                    <a:pt x="69" y="11"/>
                    <a:pt x="69" y="11"/>
                    <a:pt x="69" y="11"/>
                  </a:cubicBezTo>
                  <a:cubicBezTo>
                    <a:pt x="96" y="11"/>
                    <a:pt x="96" y="11"/>
                    <a:pt x="96" y="11"/>
                  </a:cubicBezTo>
                  <a:cubicBezTo>
                    <a:pt x="92" y="30"/>
                    <a:pt x="92" y="30"/>
                    <a:pt x="92" y="30"/>
                  </a:cubicBezTo>
                  <a:cubicBezTo>
                    <a:pt x="106" y="30"/>
                    <a:pt x="106" y="30"/>
                    <a:pt x="106" y="30"/>
                  </a:cubicBezTo>
                  <a:cubicBezTo>
                    <a:pt x="101" y="49"/>
                    <a:pt x="101" y="49"/>
                    <a:pt x="101" y="49"/>
                  </a:cubicBezTo>
                  <a:cubicBezTo>
                    <a:pt x="87" y="49"/>
                    <a:pt x="87" y="49"/>
                    <a:pt x="87" y="49"/>
                  </a:cubicBezTo>
                  <a:cubicBezTo>
                    <a:pt x="80" y="85"/>
                    <a:pt x="80" y="85"/>
                    <a:pt x="80" y="85"/>
                  </a:cubicBezTo>
                  <a:cubicBezTo>
                    <a:pt x="79" y="87"/>
                    <a:pt x="79" y="89"/>
                    <a:pt x="79" y="91"/>
                  </a:cubicBezTo>
                  <a:cubicBezTo>
                    <a:pt x="81" y="94"/>
                    <a:pt x="92" y="93"/>
                    <a:pt x="92" y="93"/>
                  </a:cubicBezTo>
                  <a:cubicBezTo>
                    <a:pt x="88" y="112"/>
                    <a:pt x="88" y="112"/>
                    <a:pt x="88" y="112"/>
                  </a:cubicBezTo>
                  <a:cubicBezTo>
                    <a:pt x="88" y="112"/>
                    <a:pt x="64" y="114"/>
                    <a:pt x="56" y="109"/>
                  </a:cubicBezTo>
                  <a:cubicBezTo>
                    <a:pt x="52" y="106"/>
                    <a:pt x="49" y="101"/>
                    <a:pt x="51" y="91"/>
                  </a:cubicBezTo>
                  <a:cubicBezTo>
                    <a:pt x="60" y="49"/>
                    <a:pt x="60" y="49"/>
                    <a:pt x="60" y="49"/>
                  </a:cubicBezTo>
                  <a:cubicBezTo>
                    <a:pt x="44" y="49"/>
                    <a:pt x="44" y="49"/>
                    <a:pt x="44" y="49"/>
                  </a:cubicBezTo>
                  <a:cubicBezTo>
                    <a:pt x="30" y="112"/>
                    <a:pt x="30" y="112"/>
                    <a:pt x="30" y="112"/>
                  </a:cubicBezTo>
                  <a:cubicBezTo>
                    <a:pt x="1" y="112"/>
                    <a:pt x="1" y="112"/>
                    <a:pt x="1" y="112"/>
                  </a:cubicBezTo>
                  <a:cubicBezTo>
                    <a:pt x="15" y="49"/>
                    <a:pt x="15" y="49"/>
                    <a:pt x="15" y="49"/>
                  </a:cubicBezTo>
                  <a:cubicBezTo>
                    <a:pt x="0" y="49"/>
                    <a:pt x="0" y="49"/>
                    <a:pt x="0" y="49"/>
                  </a:cubicBezTo>
                  <a:cubicBezTo>
                    <a:pt x="4" y="30"/>
                    <a:pt x="4" y="30"/>
                    <a:pt x="4" y="30"/>
                  </a:cubicBezTo>
                  <a:cubicBezTo>
                    <a:pt x="18" y="30"/>
                    <a:pt x="18" y="30"/>
                    <a:pt x="18" y="30"/>
                  </a:cubicBezTo>
                  <a:cubicBezTo>
                    <a:pt x="21" y="20"/>
                    <a:pt x="23" y="13"/>
                    <a:pt x="30" y="7"/>
                  </a:cubicBezTo>
                  <a:cubicBezTo>
                    <a:pt x="39" y="0"/>
                    <a:pt x="62" y="3"/>
                    <a:pt x="62" y="3"/>
                  </a:cubicBezTo>
                  <a:cubicBezTo>
                    <a:pt x="59" y="18"/>
                    <a:pt x="59" y="18"/>
                    <a:pt x="59" y="18"/>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6" name="Freeform 15"/>
            <p:cNvSpPr>
              <a:spLocks noEditPoints="1"/>
            </p:cNvSpPr>
            <p:nvPr/>
          </p:nvSpPr>
          <p:spPr bwMode="auto">
            <a:xfrm>
              <a:off x="5338763" y="1211263"/>
              <a:ext cx="1274763" cy="568325"/>
            </a:xfrm>
            <a:custGeom>
              <a:avLst/>
              <a:gdLst>
                <a:gd name="T0" fmla="*/ 85 w 206"/>
                <a:gd name="T1" fmla="*/ 60 h 92"/>
                <a:gd name="T2" fmla="*/ 141 w 206"/>
                <a:gd name="T3" fmla="*/ 60 h 92"/>
                <a:gd name="T4" fmla="*/ 154 w 206"/>
                <a:gd name="T5" fmla="*/ 72 h 92"/>
                <a:gd name="T6" fmla="*/ 154 w 206"/>
                <a:gd name="T7" fmla="*/ 56 h 92"/>
                <a:gd name="T8" fmla="*/ 121 w 206"/>
                <a:gd name="T9" fmla="*/ 27 h 92"/>
                <a:gd name="T10" fmla="*/ 164 w 206"/>
                <a:gd name="T11" fmla="*/ 3 h 92"/>
                <a:gd name="T12" fmla="*/ 199 w 206"/>
                <a:gd name="T13" fmla="*/ 30 h 92"/>
                <a:gd name="T14" fmla="*/ 170 w 206"/>
                <a:gd name="T15" fmla="*/ 30 h 92"/>
                <a:gd name="T16" fmla="*/ 161 w 206"/>
                <a:gd name="T17" fmla="*/ 20 h 92"/>
                <a:gd name="T18" fmla="*/ 159 w 206"/>
                <a:gd name="T19" fmla="*/ 33 h 92"/>
                <a:gd name="T20" fmla="*/ 196 w 206"/>
                <a:gd name="T21" fmla="*/ 59 h 92"/>
                <a:gd name="T22" fmla="*/ 150 w 206"/>
                <a:gd name="T23" fmla="*/ 91 h 92"/>
                <a:gd name="T24" fmla="*/ 109 w 206"/>
                <a:gd name="T25" fmla="*/ 63 h 92"/>
                <a:gd name="T26" fmla="*/ 60 w 206"/>
                <a:gd name="T27" fmla="*/ 91 h 92"/>
                <a:gd name="T28" fmla="*/ 79 w 206"/>
                <a:gd name="T29" fmla="*/ 3 h 92"/>
                <a:gd name="T30" fmla="*/ 115 w 206"/>
                <a:gd name="T31" fmla="*/ 47 h 92"/>
                <a:gd name="T32" fmla="*/ 113 w 206"/>
                <a:gd name="T33" fmla="*/ 51 h 92"/>
                <a:gd name="T34" fmla="*/ 85 w 206"/>
                <a:gd name="T35" fmla="*/ 60 h 92"/>
                <a:gd name="T36" fmla="*/ 77 w 206"/>
                <a:gd name="T37" fmla="*/ 22 h 92"/>
                <a:gd name="T38" fmla="*/ 62 w 206"/>
                <a:gd name="T39" fmla="*/ 70 h 92"/>
                <a:gd name="T40" fmla="*/ 77 w 206"/>
                <a:gd name="T41" fmla="*/ 2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6" h="92">
                  <a:moveTo>
                    <a:pt x="85" y="60"/>
                  </a:moveTo>
                  <a:cubicBezTo>
                    <a:pt x="141" y="60"/>
                    <a:pt x="141" y="60"/>
                    <a:pt x="141" y="60"/>
                  </a:cubicBezTo>
                  <a:cubicBezTo>
                    <a:pt x="141" y="60"/>
                    <a:pt x="136" y="72"/>
                    <a:pt x="154" y="72"/>
                  </a:cubicBezTo>
                  <a:cubicBezTo>
                    <a:pt x="166" y="72"/>
                    <a:pt x="170" y="59"/>
                    <a:pt x="154" y="56"/>
                  </a:cubicBezTo>
                  <a:cubicBezTo>
                    <a:pt x="147" y="54"/>
                    <a:pt x="118" y="50"/>
                    <a:pt x="121" y="27"/>
                  </a:cubicBezTo>
                  <a:cubicBezTo>
                    <a:pt x="124" y="9"/>
                    <a:pt x="143" y="3"/>
                    <a:pt x="164" y="3"/>
                  </a:cubicBezTo>
                  <a:cubicBezTo>
                    <a:pt x="206" y="4"/>
                    <a:pt x="198" y="29"/>
                    <a:pt x="199" y="30"/>
                  </a:cubicBezTo>
                  <a:cubicBezTo>
                    <a:pt x="170" y="30"/>
                    <a:pt x="170" y="30"/>
                    <a:pt x="170" y="30"/>
                  </a:cubicBezTo>
                  <a:cubicBezTo>
                    <a:pt x="170" y="30"/>
                    <a:pt x="173" y="20"/>
                    <a:pt x="161" y="20"/>
                  </a:cubicBezTo>
                  <a:cubicBezTo>
                    <a:pt x="149" y="20"/>
                    <a:pt x="146" y="30"/>
                    <a:pt x="159" y="33"/>
                  </a:cubicBezTo>
                  <a:cubicBezTo>
                    <a:pt x="176" y="37"/>
                    <a:pt x="195" y="37"/>
                    <a:pt x="196" y="59"/>
                  </a:cubicBezTo>
                  <a:cubicBezTo>
                    <a:pt x="196" y="64"/>
                    <a:pt x="193" y="92"/>
                    <a:pt x="150" y="91"/>
                  </a:cubicBezTo>
                  <a:cubicBezTo>
                    <a:pt x="110" y="90"/>
                    <a:pt x="108" y="72"/>
                    <a:pt x="109" y="63"/>
                  </a:cubicBezTo>
                  <a:cubicBezTo>
                    <a:pt x="102" y="78"/>
                    <a:pt x="84" y="92"/>
                    <a:pt x="60" y="91"/>
                  </a:cubicBezTo>
                  <a:cubicBezTo>
                    <a:pt x="0" y="89"/>
                    <a:pt x="18" y="0"/>
                    <a:pt x="79" y="3"/>
                  </a:cubicBezTo>
                  <a:cubicBezTo>
                    <a:pt x="107" y="5"/>
                    <a:pt x="118" y="26"/>
                    <a:pt x="115" y="47"/>
                  </a:cubicBezTo>
                  <a:cubicBezTo>
                    <a:pt x="114" y="50"/>
                    <a:pt x="114" y="51"/>
                    <a:pt x="113" y="51"/>
                  </a:cubicBezTo>
                  <a:cubicBezTo>
                    <a:pt x="85" y="60"/>
                    <a:pt x="85" y="60"/>
                    <a:pt x="85" y="60"/>
                  </a:cubicBezTo>
                  <a:close/>
                  <a:moveTo>
                    <a:pt x="77" y="22"/>
                  </a:moveTo>
                  <a:cubicBezTo>
                    <a:pt x="58" y="18"/>
                    <a:pt x="43" y="66"/>
                    <a:pt x="62" y="70"/>
                  </a:cubicBezTo>
                  <a:cubicBezTo>
                    <a:pt x="83"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7" name="Freeform 16"/>
            <p:cNvSpPr>
              <a:spLocks noEditPoints="1"/>
            </p:cNvSpPr>
            <p:nvPr/>
          </p:nvSpPr>
          <p:spPr bwMode="auto">
            <a:xfrm>
              <a:off x="7794626" y="1247776"/>
              <a:ext cx="173038" cy="130175"/>
            </a:xfrm>
            <a:custGeom>
              <a:avLst/>
              <a:gdLst>
                <a:gd name="T0" fmla="*/ 14 w 28"/>
                <a:gd name="T1" fmla="*/ 0 h 21"/>
                <a:gd name="T2" fmla="*/ 14 w 28"/>
                <a:gd name="T3" fmla="*/ 21 h 21"/>
                <a:gd name="T4" fmla="*/ 14 w 28"/>
                <a:gd name="T5" fmla="*/ 0 h 21"/>
                <a:gd name="T6" fmla="*/ 14 w 28"/>
                <a:gd name="T7" fmla="*/ 2 h 21"/>
                <a:gd name="T8" fmla="*/ 14 w 28"/>
                <a:gd name="T9" fmla="*/ 19 h 21"/>
                <a:gd name="T10" fmla="*/ 14 w 28"/>
                <a:gd name="T11" fmla="*/ 2 h 21"/>
                <a:gd name="T12" fmla="*/ 16 w 28"/>
                <a:gd name="T13" fmla="*/ 12 h 21"/>
                <a:gd name="T14" fmla="*/ 18 w 28"/>
                <a:gd name="T15" fmla="*/ 16 h 21"/>
                <a:gd name="T16" fmla="*/ 15 w 28"/>
                <a:gd name="T17" fmla="*/ 16 h 21"/>
                <a:gd name="T18" fmla="*/ 14 w 28"/>
                <a:gd name="T19" fmla="*/ 12 h 21"/>
                <a:gd name="T20" fmla="*/ 12 w 28"/>
                <a:gd name="T21" fmla="*/ 12 h 21"/>
                <a:gd name="T22" fmla="*/ 12 w 28"/>
                <a:gd name="T23" fmla="*/ 17 h 21"/>
                <a:gd name="T24" fmla="*/ 9 w 28"/>
                <a:gd name="T25" fmla="*/ 17 h 21"/>
                <a:gd name="T26" fmla="*/ 11 w 28"/>
                <a:gd name="T27" fmla="*/ 5 h 21"/>
                <a:gd name="T28" fmla="*/ 16 w 28"/>
                <a:gd name="T29" fmla="*/ 5 h 21"/>
                <a:gd name="T30" fmla="*/ 19 w 28"/>
                <a:gd name="T31" fmla="*/ 9 h 21"/>
                <a:gd name="T32" fmla="*/ 16 w 28"/>
                <a:gd name="T33" fmla="*/ 12 h 21"/>
                <a:gd name="T34" fmla="*/ 15 w 28"/>
                <a:gd name="T35" fmla="*/ 7 h 21"/>
                <a:gd name="T36" fmla="*/ 13 w 28"/>
                <a:gd name="T37" fmla="*/ 7 h 21"/>
                <a:gd name="T38" fmla="*/ 13 w 28"/>
                <a:gd name="T39" fmla="*/ 11 h 21"/>
                <a:gd name="T40" fmla="*/ 15 w 28"/>
                <a:gd name="T41" fmla="*/ 11 h 21"/>
                <a:gd name="T42" fmla="*/ 17 w 28"/>
                <a:gd name="T43" fmla="*/ 9 h 21"/>
                <a:gd name="T44" fmla="*/ 15 w 28"/>
                <a:gd name="T4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1">
                  <a:moveTo>
                    <a:pt x="14" y="0"/>
                  </a:moveTo>
                  <a:cubicBezTo>
                    <a:pt x="28" y="0"/>
                    <a:pt x="28" y="21"/>
                    <a:pt x="14" y="21"/>
                  </a:cubicBezTo>
                  <a:cubicBezTo>
                    <a:pt x="0" y="21"/>
                    <a:pt x="0" y="0"/>
                    <a:pt x="14" y="0"/>
                  </a:cubicBezTo>
                  <a:close/>
                  <a:moveTo>
                    <a:pt x="14" y="2"/>
                  </a:moveTo>
                  <a:cubicBezTo>
                    <a:pt x="2" y="2"/>
                    <a:pt x="2" y="19"/>
                    <a:pt x="14" y="19"/>
                  </a:cubicBezTo>
                  <a:cubicBezTo>
                    <a:pt x="26" y="19"/>
                    <a:pt x="26" y="2"/>
                    <a:pt x="14" y="2"/>
                  </a:cubicBezTo>
                  <a:close/>
                  <a:moveTo>
                    <a:pt x="16" y="12"/>
                  </a:moveTo>
                  <a:cubicBezTo>
                    <a:pt x="18" y="16"/>
                    <a:pt x="18" y="16"/>
                    <a:pt x="18" y="16"/>
                  </a:cubicBezTo>
                  <a:cubicBezTo>
                    <a:pt x="15" y="16"/>
                    <a:pt x="15" y="16"/>
                    <a:pt x="15" y="16"/>
                  </a:cubicBezTo>
                  <a:cubicBezTo>
                    <a:pt x="14" y="12"/>
                    <a:pt x="14" y="12"/>
                    <a:pt x="14" y="12"/>
                  </a:cubicBezTo>
                  <a:cubicBezTo>
                    <a:pt x="12" y="12"/>
                    <a:pt x="12" y="12"/>
                    <a:pt x="12" y="12"/>
                  </a:cubicBezTo>
                  <a:cubicBezTo>
                    <a:pt x="12" y="17"/>
                    <a:pt x="12" y="17"/>
                    <a:pt x="12" y="17"/>
                  </a:cubicBezTo>
                  <a:cubicBezTo>
                    <a:pt x="9" y="17"/>
                    <a:pt x="9" y="17"/>
                    <a:pt x="9" y="17"/>
                  </a:cubicBezTo>
                  <a:cubicBezTo>
                    <a:pt x="11" y="5"/>
                    <a:pt x="11" y="5"/>
                    <a:pt x="11" y="5"/>
                  </a:cubicBezTo>
                  <a:cubicBezTo>
                    <a:pt x="16" y="5"/>
                    <a:pt x="16" y="5"/>
                    <a:pt x="16" y="5"/>
                  </a:cubicBezTo>
                  <a:cubicBezTo>
                    <a:pt x="16" y="5"/>
                    <a:pt x="19" y="6"/>
                    <a:pt x="19" y="9"/>
                  </a:cubicBezTo>
                  <a:cubicBezTo>
                    <a:pt x="19" y="12"/>
                    <a:pt x="16" y="12"/>
                    <a:pt x="16" y="12"/>
                  </a:cubicBezTo>
                  <a:close/>
                  <a:moveTo>
                    <a:pt x="15" y="7"/>
                  </a:moveTo>
                  <a:cubicBezTo>
                    <a:pt x="13" y="7"/>
                    <a:pt x="13" y="7"/>
                    <a:pt x="13" y="7"/>
                  </a:cubicBezTo>
                  <a:cubicBezTo>
                    <a:pt x="13" y="11"/>
                    <a:pt x="13" y="11"/>
                    <a:pt x="13" y="11"/>
                  </a:cubicBezTo>
                  <a:cubicBezTo>
                    <a:pt x="15" y="11"/>
                    <a:pt x="15" y="11"/>
                    <a:pt x="15" y="11"/>
                  </a:cubicBezTo>
                  <a:cubicBezTo>
                    <a:pt x="15" y="11"/>
                    <a:pt x="17" y="11"/>
                    <a:pt x="17" y="9"/>
                  </a:cubicBezTo>
                  <a:cubicBezTo>
                    <a:pt x="17" y="7"/>
                    <a:pt x="15" y="7"/>
                    <a:pt x="15" y="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grpSp>
      <p:sp>
        <p:nvSpPr>
          <p:cNvPr id="2" name="Title 1"/>
          <p:cNvSpPr>
            <a:spLocks noGrp="1"/>
          </p:cNvSpPr>
          <p:nvPr>
            <p:ph type="ctrTitle"/>
          </p:nvPr>
        </p:nvSpPr>
        <p:spPr>
          <a:xfrm>
            <a:off x="5920476" y="2345371"/>
            <a:ext cx="8267851" cy="1162601"/>
          </a:xfrm>
        </p:spPr>
        <p:txBody>
          <a:bodyPr anchor="b">
            <a:noAutofit/>
          </a:bodyPr>
          <a:lstStyle>
            <a:lvl1pPr>
              <a:lnSpc>
                <a:spcPct val="90000"/>
              </a:lnSpc>
              <a:defRPr sz="4800" baseline="0"/>
            </a:lvl1pPr>
          </a:lstStyle>
          <a:p>
            <a:r>
              <a:rPr lang="en-US" dirty="0"/>
              <a:t>Click to edit Master title style</a:t>
            </a:r>
          </a:p>
        </p:txBody>
      </p:sp>
      <p:sp>
        <p:nvSpPr>
          <p:cNvPr id="3" name="Subtitle 2"/>
          <p:cNvSpPr>
            <a:spLocks noGrp="1"/>
          </p:cNvSpPr>
          <p:nvPr>
            <p:ph type="subTitle" idx="1"/>
          </p:nvPr>
        </p:nvSpPr>
        <p:spPr>
          <a:xfrm>
            <a:off x="5920205" y="3574474"/>
            <a:ext cx="8268120" cy="555906"/>
          </a:xfrm>
        </p:spPr>
        <p:txBody>
          <a:bodyPr anchor="ctr">
            <a:noAutofit/>
          </a:bodyPr>
          <a:lstStyle>
            <a:lvl1pPr marL="0" indent="0" algn="l">
              <a:lnSpc>
                <a:spcPct val="90000"/>
              </a:lnSpc>
              <a:spcBef>
                <a:spcPts val="0"/>
              </a:spcBef>
              <a:buNone/>
              <a:defRPr sz="2400">
                <a:solidFill>
                  <a:schemeClr val="tx2">
                    <a:alpha val="99000"/>
                  </a:schemeClr>
                </a:solidFill>
              </a:defRPr>
            </a:lvl1pPr>
            <a:lvl2pPr marL="548461" indent="0" algn="ctr">
              <a:buNone/>
              <a:defRPr>
                <a:solidFill>
                  <a:schemeClr val="tx1">
                    <a:tint val="75000"/>
                  </a:schemeClr>
                </a:solidFill>
              </a:defRPr>
            </a:lvl2pPr>
            <a:lvl3pPr marL="1096920" indent="0" algn="ctr">
              <a:buNone/>
              <a:defRPr>
                <a:solidFill>
                  <a:schemeClr val="tx1">
                    <a:tint val="75000"/>
                  </a:schemeClr>
                </a:solidFill>
              </a:defRPr>
            </a:lvl3pPr>
            <a:lvl4pPr marL="1645382" indent="0" algn="ctr">
              <a:buNone/>
              <a:defRPr>
                <a:solidFill>
                  <a:schemeClr val="tx1">
                    <a:tint val="75000"/>
                  </a:schemeClr>
                </a:solidFill>
              </a:defRPr>
            </a:lvl4pPr>
            <a:lvl5pPr marL="2193843" indent="0" algn="ctr">
              <a:buNone/>
              <a:defRPr>
                <a:solidFill>
                  <a:schemeClr val="tx1">
                    <a:tint val="75000"/>
                  </a:schemeClr>
                </a:solidFill>
              </a:defRPr>
            </a:lvl5pPr>
            <a:lvl6pPr marL="2742305" indent="0" algn="ctr">
              <a:buNone/>
              <a:defRPr>
                <a:solidFill>
                  <a:schemeClr val="tx1">
                    <a:tint val="75000"/>
                  </a:schemeClr>
                </a:solidFill>
              </a:defRPr>
            </a:lvl6pPr>
            <a:lvl7pPr marL="3290764" indent="0" algn="ctr">
              <a:buNone/>
              <a:defRPr>
                <a:solidFill>
                  <a:schemeClr val="tx1">
                    <a:tint val="75000"/>
                  </a:schemeClr>
                </a:solidFill>
              </a:defRPr>
            </a:lvl7pPr>
            <a:lvl8pPr marL="3839224" indent="0" algn="ctr">
              <a:buNone/>
              <a:defRPr>
                <a:solidFill>
                  <a:schemeClr val="tx1">
                    <a:tint val="75000"/>
                  </a:schemeClr>
                </a:solidFill>
              </a:defRPr>
            </a:lvl8pPr>
            <a:lvl9pPr marL="4387684" indent="0" algn="ctr">
              <a:buNone/>
              <a:defRPr>
                <a:solidFill>
                  <a:schemeClr val="tx1">
                    <a:tint val="75000"/>
                  </a:schemeClr>
                </a:solidFill>
              </a:defRPr>
            </a:lvl9pPr>
          </a:lstStyle>
          <a:p>
            <a:r>
              <a:rPr lang="en-US"/>
              <a:t>Click to edit Master subtitle style</a:t>
            </a:r>
            <a:endParaRPr lang="en-US" dirty="0"/>
          </a:p>
        </p:txBody>
      </p:sp>
      <p:cxnSp>
        <p:nvCxnSpPr>
          <p:cNvPr id="7" name="Straight Connector 6"/>
          <p:cNvCxnSpPr/>
          <p:nvPr/>
        </p:nvCxnSpPr>
        <p:spPr>
          <a:xfrm>
            <a:off x="5118136" y="2427316"/>
            <a:ext cx="0" cy="1978430"/>
          </a:xfrm>
          <a:prstGeom prst="line">
            <a:avLst/>
          </a:prstGeom>
          <a:ln w="28575" cap="rnd">
            <a:solidFill>
              <a:srgbClr val="EE7816"/>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07843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06862" y="1438281"/>
            <a:ext cx="13681462"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
        <p:nvSpPr>
          <p:cNvPr id="5" name="Slide Number Placeholder 4"/>
          <p:cNvSpPr>
            <a:spLocks noGrp="1"/>
          </p:cNvSpPr>
          <p:nvPr>
            <p:ph type="sldNum" sz="quarter" idx="4"/>
          </p:nvPr>
        </p:nvSpPr>
        <p:spPr>
          <a:xfrm>
            <a:off x="347666" y="7525085"/>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24537957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6862" y="1438276"/>
            <a:ext cx="6701631" cy="1591820"/>
          </a:xfrm>
        </p:spPr>
        <p:txBody>
          <a:bodyPr/>
          <a:lstStyle>
            <a:lvl1pPr marL="407853" indent="-407853">
              <a:lnSpc>
                <a:spcPct val="90000"/>
              </a:lnSpc>
              <a:defRPr sz="2400"/>
            </a:lvl1pPr>
            <a:lvl2pPr marL="807773" indent="-390396">
              <a:lnSpc>
                <a:spcPct val="90000"/>
              </a:lnSpc>
              <a:defRPr sz="2200"/>
            </a:lvl2pPr>
            <a:lvl3pPr marL="1144214" indent="-345961">
              <a:lnSpc>
                <a:spcPct val="90000"/>
              </a:lnSpc>
              <a:defRPr sz="1900"/>
            </a:lvl3pPr>
            <a:lvl4pPr marL="1472717" indent="-328506">
              <a:lnSpc>
                <a:spcPct val="90000"/>
              </a:lnSpc>
              <a:defRPr sz="1700"/>
            </a:lvl4pPr>
            <a:lvl5pPr marL="1818680" indent="-336439">
              <a:lnSpc>
                <a:spcPct val="90000"/>
              </a:lnSpc>
              <a:defRPr sz="17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0002" y="1438276"/>
            <a:ext cx="6768323" cy="1591820"/>
          </a:xfrm>
        </p:spPr>
        <p:txBody>
          <a:bodyPr/>
          <a:lstStyle>
            <a:lvl1pPr marL="417374" indent="-417374">
              <a:lnSpc>
                <a:spcPct val="90000"/>
              </a:lnSpc>
              <a:defRPr sz="2400"/>
            </a:lvl1pPr>
            <a:lvl2pPr marL="807773" indent="-407853">
              <a:lnSpc>
                <a:spcPct val="90000"/>
              </a:lnSpc>
              <a:defRPr sz="2200"/>
            </a:lvl2pPr>
            <a:lvl3pPr marL="1153735" indent="-363419">
              <a:lnSpc>
                <a:spcPct val="90000"/>
              </a:lnSpc>
              <a:defRPr sz="1900"/>
            </a:lvl3pPr>
            <a:lvl4pPr marL="1472717" indent="-318984">
              <a:lnSpc>
                <a:spcPct val="90000"/>
              </a:lnSpc>
              <a:defRPr sz="1700"/>
            </a:lvl4pPr>
            <a:lvl5pPr marL="1818680" indent="-328506">
              <a:lnSpc>
                <a:spcPct val="90000"/>
              </a:lnSpc>
              <a:defRPr sz="17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122241721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63" y="1487597"/>
            <a:ext cx="6686418" cy="415498"/>
          </a:xfrm>
        </p:spPr>
        <p:txBody>
          <a:bodyPr anchor="b"/>
          <a:lstStyle>
            <a:lvl1pPr marL="0" indent="0">
              <a:lnSpc>
                <a:spcPct val="90000"/>
              </a:lnSpc>
              <a:spcBef>
                <a:spcPts val="0"/>
              </a:spcBef>
              <a:buNone/>
              <a:defRPr sz="3000" b="0">
                <a:latin typeface="Segoe UI Semibold" pitchFamily="34" charset="0"/>
              </a:defRPr>
            </a:lvl1pPr>
            <a:lvl2pPr marL="548461" indent="0">
              <a:buNone/>
              <a:defRPr sz="2400" b="1"/>
            </a:lvl2pPr>
            <a:lvl3pPr marL="1096920" indent="0">
              <a:buNone/>
              <a:defRPr sz="2200" b="1"/>
            </a:lvl3pPr>
            <a:lvl4pPr marL="1645382" indent="0">
              <a:buNone/>
              <a:defRPr sz="1900" b="1"/>
            </a:lvl4pPr>
            <a:lvl5pPr marL="2193843" indent="0">
              <a:buNone/>
              <a:defRPr sz="1900" b="1"/>
            </a:lvl5pPr>
            <a:lvl6pPr marL="2742305" indent="0">
              <a:buNone/>
              <a:defRPr sz="1900" b="1"/>
            </a:lvl6pPr>
            <a:lvl7pPr marL="3290764" indent="0">
              <a:buNone/>
              <a:defRPr sz="1900" b="1"/>
            </a:lvl7pPr>
            <a:lvl8pPr marL="3839224" indent="0">
              <a:buNone/>
              <a:defRPr sz="1900" b="1"/>
            </a:lvl8pPr>
            <a:lvl9pPr marL="4387684" indent="0">
              <a:buNone/>
              <a:defRPr sz="1900" b="1"/>
            </a:lvl9pPr>
          </a:lstStyle>
          <a:p>
            <a:pPr lvl="0"/>
            <a:r>
              <a:rPr lang="en-US"/>
              <a:t>Click to edit Master text styles</a:t>
            </a:r>
          </a:p>
        </p:txBody>
      </p:sp>
      <p:sp>
        <p:nvSpPr>
          <p:cNvPr id="4" name="Content Placeholder 3"/>
          <p:cNvSpPr>
            <a:spLocks noGrp="1"/>
          </p:cNvSpPr>
          <p:nvPr>
            <p:ph sz="half" idx="2"/>
          </p:nvPr>
        </p:nvSpPr>
        <p:spPr>
          <a:xfrm>
            <a:off x="493394" y="2286000"/>
            <a:ext cx="6699886" cy="1673074"/>
          </a:xfrm>
        </p:spPr>
        <p:txBody>
          <a:bodyPr/>
          <a:lstStyle>
            <a:lvl1pPr marL="338027" indent="-338027">
              <a:defRPr sz="2400"/>
            </a:lvl1pPr>
            <a:lvl2pPr marL="674468" indent="-318984">
              <a:defRPr sz="2200"/>
            </a:lvl2pPr>
            <a:lvl3pPr marL="975995" indent="-292004">
              <a:defRPr sz="1900"/>
            </a:lvl3pPr>
            <a:lvl4pPr marL="1260064" indent="-274548">
              <a:defRPr sz="1900"/>
            </a:lvl4pPr>
            <a:lvl5pPr marL="1534612" indent="-247570">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20002" y="1487597"/>
            <a:ext cx="6768323" cy="415498"/>
          </a:xfrm>
        </p:spPr>
        <p:txBody>
          <a:bodyPr anchor="b"/>
          <a:lstStyle>
            <a:lvl1pPr marL="0" indent="0">
              <a:lnSpc>
                <a:spcPct val="90000"/>
              </a:lnSpc>
              <a:spcBef>
                <a:spcPts val="0"/>
              </a:spcBef>
              <a:buNone/>
              <a:defRPr sz="3000" b="1"/>
            </a:lvl1pPr>
            <a:lvl2pPr marL="548461" indent="0">
              <a:buNone/>
              <a:defRPr sz="2400" b="1"/>
            </a:lvl2pPr>
            <a:lvl3pPr marL="1096920" indent="0">
              <a:buNone/>
              <a:defRPr sz="2200" b="1"/>
            </a:lvl3pPr>
            <a:lvl4pPr marL="1645382" indent="0">
              <a:buNone/>
              <a:defRPr sz="1900" b="1"/>
            </a:lvl4pPr>
            <a:lvl5pPr marL="2193843" indent="0">
              <a:buNone/>
              <a:defRPr sz="1900" b="1"/>
            </a:lvl5pPr>
            <a:lvl6pPr marL="2742305" indent="0">
              <a:buNone/>
              <a:defRPr sz="1900" b="1"/>
            </a:lvl6pPr>
            <a:lvl7pPr marL="3290764" indent="0">
              <a:buNone/>
              <a:defRPr sz="1900" b="1"/>
            </a:lvl7pPr>
            <a:lvl8pPr marL="3839224" indent="0">
              <a:buNone/>
              <a:defRPr sz="1900" b="1"/>
            </a:lvl8pPr>
            <a:lvl9pPr marL="4387684" indent="0">
              <a:buNone/>
              <a:defRPr sz="1900" b="1"/>
            </a:lvl9pPr>
          </a:lstStyle>
          <a:p>
            <a:pPr lvl="0"/>
            <a:r>
              <a:rPr lang="en-US"/>
              <a:t>Click to edit Master text styles</a:t>
            </a:r>
          </a:p>
        </p:txBody>
      </p:sp>
      <p:sp>
        <p:nvSpPr>
          <p:cNvPr id="6" name="Content Placeholder 5"/>
          <p:cNvSpPr>
            <a:spLocks noGrp="1"/>
          </p:cNvSpPr>
          <p:nvPr>
            <p:ph sz="quarter" idx="4"/>
          </p:nvPr>
        </p:nvSpPr>
        <p:spPr>
          <a:xfrm>
            <a:off x="7420006" y="2286001"/>
            <a:ext cx="6731945" cy="1673074"/>
          </a:xfrm>
        </p:spPr>
        <p:txBody>
          <a:bodyPr/>
          <a:lstStyle>
            <a:lvl1pPr marL="355482" indent="-355482">
              <a:defRPr sz="2400"/>
            </a:lvl1pPr>
            <a:lvl2pPr marL="683988" indent="-328506">
              <a:defRPr sz="2200"/>
            </a:lvl2pPr>
            <a:lvl3pPr marL="985515" indent="-293591">
              <a:defRPr sz="1900"/>
            </a:lvl3pPr>
            <a:lvl4pPr marL="1260064" indent="-284071">
              <a:defRPr sz="1900"/>
            </a:lvl4pPr>
            <a:lvl5pPr marL="1534612" indent="-265027">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1314957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alpha val="99000"/>
                  </a:schemeClr>
                </a:solidFill>
              </a:defRPr>
            </a:lvl1pPr>
          </a:lstStyle>
          <a:p>
            <a:r>
              <a:rPr lang="en-US" dirty="0"/>
              <a:t>Click to edit Master title style</a:t>
            </a:r>
          </a:p>
        </p:txBody>
      </p:sp>
      <p:pic>
        <p:nvPicPr>
          <p:cNvPr id="3" name="Picture 2"/>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
        <p:nvSpPr>
          <p:cNvPr id="4" name="Slide Number Placeholder 4"/>
          <p:cNvSpPr>
            <a:spLocks noGrp="1"/>
          </p:cNvSpPr>
          <p:nvPr>
            <p:ph type="sldNum" sz="quarter" idx="4"/>
          </p:nvPr>
        </p:nvSpPr>
        <p:spPr>
          <a:xfrm>
            <a:off x="14075538" y="7708936"/>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6907702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286753625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09600" y="1693869"/>
            <a:ext cx="13411201" cy="1601977"/>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7486654"/>
            <a:ext cx="14630401" cy="742950"/>
          </a:xfrm>
          <a:solidFill>
            <a:srgbClr val="FFFF99"/>
          </a:solidFill>
        </p:spPr>
        <p:txBody>
          <a:bodyPr wrap="square" lIns="182819" tIns="91410" rIns="182819" bIns="91410" anchor="b" anchorCtr="0">
            <a:noAutofit/>
          </a:bodyPr>
          <a:lstStyle>
            <a:lvl1pPr algn="r">
              <a:buFont typeface="Arial" pitchFamily="34" charset="0"/>
              <a:buNone/>
              <a:defRPr>
                <a:solidFill>
                  <a:srgbClr val="000000"/>
                </a:solidFill>
                <a:effectLst/>
                <a:latin typeface="Segoe Semibold" pitchFamily="34" charset="0"/>
              </a:defRPr>
            </a:lvl1pPr>
          </a:lstStyle>
          <a:p>
            <a:pPr lvl="0"/>
            <a:r>
              <a:rPr lang="en-US"/>
              <a:t>Click to edit Master text styles</a:t>
            </a:r>
          </a:p>
        </p:txBody>
      </p:sp>
    </p:spTree>
    <p:extLst>
      <p:ext uri="{BB962C8B-B14F-4D97-AF65-F5344CB8AC3E}">
        <p14:creationId xmlns:p14="http://schemas.microsoft.com/office/powerpoint/2010/main" val="190074445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79" y="1693125"/>
            <a:ext cx="12294260" cy="1828196"/>
          </a:xfrm>
        </p:spPr>
        <p:txBody>
          <a:bodyPr>
            <a:noAutofit/>
          </a:bodyPr>
          <a:lstStyle>
            <a:lvl1pPr>
              <a:lnSpc>
                <a:spcPct val="90000"/>
              </a:lnSpc>
              <a:defRPr sz="7100"/>
            </a:lvl1pPr>
          </a:lstStyle>
          <a:p>
            <a:r>
              <a:rPr lang="en-US"/>
              <a:t>Click to edit Master title style</a:t>
            </a:r>
            <a:endParaRPr lang="en-US" dirty="0"/>
          </a:p>
        </p:txBody>
      </p:sp>
      <p:sp>
        <p:nvSpPr>
          <p:cNvPr id="13" name="Subtitle 2"/>
          <p:cNvSpPr>
            <a:spLocks noGrp="1"/>
          </p:cNvSpPr>
          <p:nvPr>
            <p:ph type="subTitle" idx="1"/>
          </p:nvPr>
        </p:nvSpPr>
        <p:spPr>
          <a:xfrm>
            <a:off x="1163325" y="4114810"/>
            <a:ext cx="12294263"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206" indent="0" algn="ctr">
              <a:buNone/>
              <a:defRPr>
                <a:solidFill>
                  <a:schemeClr val="tx1">
                    <a:tint val="75000"/>
                  </a:schemeClr>
                </a:solidFill>
              </a:defRPr>
            </a:lvl2pPr>
            <a:lvl3pPr marL="1462411" indent="0" algn="ctr">
              <a:buNone/>
              <a:defRPr>
                <a:solidFill>
                  <a:schemeClr val="tx1">
                    <a:tint val="75000"/>
                  </a:schemeClr>
                </a:solidFill>
              </a:defRPr>
            </a:lvl3pPr>
            <a:lvl4pPr marL="2193616" indent="0" algn="ctr">
              <a:buNone/>
              <a:defRPr>
                <a:solidFill>
                  <a:schemeClr val="tx1">
                    <a:tint val="75000"/>
                  </a:schemeClr>
                </a:solidFill>
              </a:defRPr>
            </a:lvl4pPr>
            <a:lvl5pPr marL="2924823" indent="0" algn="ctr">
              <a:buNone/>
              <a:defRPr>
                <a:solidFill>
                  <a:schemeClr val="tx1">
                    <a:tint val="75000"/>
                  </a:schemeClr>
                </a:solidFill>
              </a:defRPr>
            </a:lvl5pPr>
            <a:lvl6pPr marL="3656028" indent="0" algn="ctr">
              <a:buNone/>
              <a:defRPr>
                <a:solidFill>
                  <a:schemeClr val="tx1">
                    <a:tint val="75000"/>
                  </a:schemeClr>
                </a:solidFill>
              </a:defRPr>
            </a:lvl6pPr>
            <a:lvl7pPr marL="4387229" indent="0" algn="ctr">
              <a:buNone/>
              <a:defRPr>
                <a:solidFill>
                  <a:schemeClr val="tx1">
                    <a:tint val="75000"/>
                  </a:schemeClr>
                </a:solidFill>
              </a:defRPr>
            </a:lvl7pPr>
            <a:lvl8pPr marL="5118437" indent="0" algn="ctr">
              <a:buNone/>
              <a:defRPr>
                <a:solidFill>
                  <a:schemeClr val="tx1">
                    <a:tint val="75000"/>
                  </a:schemeClr>
                </a:solidFill>
              </a:defRPr>
            </a:lvl8pPr>
            <a:lvl9pPr marL="5849643"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539097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0">
                      <a:srgbClr val="FFFFFF"/>
                    </a:gs>
                    <a:gs pos="100000">
                      <a:srgbClr val="F8F57B"/>
                    </a:gs>
                  </a:gsLst>
                  <a:lin ang="5400000" scaled="0"/>
                  <a:tileRect/>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4"/>
            <a:ext cx="13382301" cy="1601977"/>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622633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2267545" y="3196647"/>
            <a:ext cx="11190979" cy="779929"/>
          </a:xfrm>
        </p:spPr>
        <p:txBody>
          <a:bodyPr anchor="t" anchorCtr="0">
            <a:noAutofit/>
          </a:bodyPr>
          <a:lstStyle>
            <a:lvl1pPr>
              <a:lnSpc>
                <a:spcPct val="90000"/>
              </a:lnSpc>
              <a:defRPr sz="6400"/>
            </a:lvl1pPr>
          </a:lstStyle>
          <a:p>
            <a:r>
              <a:rPr lang="en-US"/>
              <a:t>Click to edit Master title style</a:t>
            </a:r>
            <a:endParaRPr lang="en-US" dirty="0"/>
          </a:p>
        </p:txBody>
      </p:sp>
      <p:sp>
        <p:nvSpPr>
          <p:cNvPr id="3" name="Subtitle 2"/>
          <p:cNvSpPr>
            <a:spLocks noGrp="1"/>
          </p:cNvSpPr>
          <p:nvPr>
            <p:ph type="subTitle" idx="1"/>
          </p:nvPr>
        </p:nvSpPr>
        <p:spPr>
          <a:xfrm>
            <a:off x="2267551" y="4658092"/>
            <a:ext cx="11190981" cy="553998"/>
          </a:xfrm>
        </p:spPr>
        <p:txBody>
          <a:bodyPr>
            <a:noAutofit/>
          </a:bodyPr>
          <a:lstStyle>
            <a:lvl1pPr marL="0" indent="0" algn="l">
              <a:lnSpc>
                <a:spcPct val="90000"/>
              </a:lnSpc>
              <a:spcBef>
                <a:spcPts val="0"/>
              </a:spcBef>
              <a:buNone/>
              <a:defRPr sz="4400">
                <a:gradFill>
                  <a:gsLst>
                    <a:gs pos="0">
                      <a:schemeClr val="tx1"/>
                    </a:gs>
                    <a:gs pos="86000">
                      <a:schemeClr val="tx1"/>
                    </a:gs>
                  </a:gsLst>
                  <a:lin ang="5400000" scaled="0"/>
                </a:gradFill>
              </a:defRPr>
            </a:lvl1pPr>
            <a:lvl2pPr marL="731206" indent="0" algn="ctr">
              <a:buNone/>
              <a:defRPr>
                <a:solidFill>
                  <a:schemeClr val="tx1">
                    <a:tint val="75000"/>
                  </a:schemeClr>
                </a:solidFill>
              </a:defRPr>
            </a:lvl2pPr>
            <a:lvl3pPr marL="1462411" indent="0" algn="ctr">
              <a:buNone/>
              <a:defRPr>
                <a:solidFill>
                  <a:schemeClr val="tx1">
                    <a:tint val="75000"/>
                  </a:schemeClr>
                </a:solidFill>
              </a:defRPr>
            </a:lvl3pPr>
            <a:lvl4pPr marL="2193616" indent="0" algn="ctr">
              <a:buNone/>
              <a:defRPr>
                <a:solidFill>
                  <a:schemeClr val="tx1">
                    <a:tint val="75000"/>
                  </a:schemeClr>
                </a:solidFill>
              </a:defRPr>
            </a:lvl4pPr>
            <a:lvl5pPr marL="2924823" indent="0" algn="ctr">
              <a:buNone/>
              <a:defRPr>
                <a:solidFill>
                  <a:schemeClr val="tx1">
                    <a:tint val="75000"/>
                  </a:schemeClr>
                </a:solidFill>
              </a:defRPr>
            </a:lvl5pPr>
            <a:lvl6pPr marL="3656028" indent="0" algn="ctr">
              <a:buNone/>
              <a:defRPr>
                <a:solidFill>
                  <a:schemeClr val="tx1">
                    <a:tint val="75000"/>
                  </a:schemeClr>
                </a:solidFill>
              </a:defRPr>
            </a:lvl6pPr>
            <a:lvl7pPr marL="4387229" indent="0" algn="ctr">
              <a:buNone/>
              <a:defRPr>
                <a:solidFill>
                  <a:schemeClr val="tx1">
                    <a:tint val="75000"/>
                  </a:schemeClr>
                </a:solidFill>
              </a:defRPr>
            </a:lvl7pPr>
            <a:lvl8pPr marL="5118437" indent="0" algn="ctr">
              <a:buNone/>
              <a:defRPr>
                <a:solidFill>
                  <a:schemeClr val="tx1">
                    <a:tint val="75000"/>
                  </a:schemeClr>
                </a:solidFill>
              </a:defRPr>
            </a:lvl8pPr>
            <a:lvl9pPr marL="5849643"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164263" y="1737360"/>
            <a:ext cx="12294263" cy="1097280"/>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9600" b="0" i="0" u="none" strike="noStrike" kern="1200" cap="none" spc="-240" normalizeH="0" baseline="0" noProof="0" dirty="0" smtClean="0">
                <a:ln w="11430"/>
                <a:gradFill>
                  <a:gsLst>
                    <a:gs pos="0">
                      <a:schemeClr val="tx1"/>
                    </a:gs>
                    <a:gs pos="88000">
                      <a:schemeClr val="tx1"/>
                    </a:gs>
                  </a:gsLst>
                  <a:lin ang="5400000"/>
                </a:gradFill>
                <a:effectLst/>
                <a:uLnTx/>
                <a:uFillTx/>
                <a:latin typeface="Segoe UI" pitchFamily="34" charset="0"/>
                <a:ea typeface="+mn-ea"/>
                <a:cs typeface="+mn-cs"/>
              </a:defRPr>
            </a:lvl1pPr>
          </a:lstStyle>
          <a:p>
            <a:pPr lvl="0"/>
            <a:r>
              <a:rPr lang="en-US" dirty="0"/>
              <a:t>click to…</a:t>
            </a:r>
          </a:p>
        </p:txBody>
      </p:sp>
    </p:spTree>
    <p:extLst>
      <p:ext uri="{BB962C8B-B14F-4D97-AF65-F5344CB8AC3E}">
        <p14:creationId xmlns:p14="http://schemas.microsoft.com/office/powerpoint/2010/main" val="233684678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
        <p:nvSpPr>
          <p:cNvPr id="5" name="Date Placeholder 3"/>
          <p:cNvSpPr txBox="1">
            <a:spLocks/>
          </p:cNvSpPr>
          <p:nvPr userDrawn="1"/>
        </p:nvSpPr>
        <p:spPr>
          <a:xfrm>
            <a:off x="981156" y="7525955"/>
            <a:ext cx="5119393" cy="404386"/>
          </a:xfrm>
          <a:prstGeom prst="rect">
            <a:avLst/>
          </a:prstGeom>
        </p:spPr>
        <p:txBody>
          <a:bodyPr lIns="0" tIns="54855" rIns="0" bIns="5485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525051">
                    <a:alpha val="99000"/>
                  </a:srgbClr>
                </a:solidFill>
              </a:rPr>
              <a:t>|  Copyright© 2011 Microsoft Corporation</a:t>
            </a:r>
          </a:p>
          <a:p>
            <a:r>
              <a:rPr lang="en-US" sz="1200" dirty="0">
                <a:solidFill>
                  <a:srgbClr val="525051">
                    <a:alpha val="99000"/>
                  </a:srgbClr>
                </a:solidFill>
              </a:rPr>
              <a:t>| Microsoft Confidential – Signed NDA Required</a:t>
            </a:r>
          </a:p>
        </p:txBody>
      </p:sp>
    </p:spTree>
    <p:extLst>
      <p:ext uri="{BB962C8B-B14F-4D97-AF65-F5344CB8AC3E}">
        <p14:creationId xmlns:p14="http://schemas.microsoft.com/office/powerpoint/2010/main" val="30870874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
        <p:nvSpPr>
          <p:cNvPr id="3" name="Footer Placeholder 3"/>
          <p:cNvSpPr>
            <a:spLocks noGrp="1"/>
          </p:cNvSpPr>
          <p:nvPr>
            <p:ph type="ftr" sz="quarter" idx="3"/>
          </p:nvPr>
        </p:nvSpPr>
        <p:spPr>
          <a:xfrm>
            <a:off x="4999038" y="7851231"/>
            <a:ext cx="4632326" cy="303950"/>
          </a:xfrm>
          <a:prstGeom prst="rect">
            <a:avLst/>
          </a:prstGeom>
        </p:spPr>
        <p:txBody>
          <a:bodyPr vert="horz" lIns="91408" tIns="45702" rIns="91408" bIns="45702" rtlCol="0" anchor="ctr"/>
          <a:lstStyle>
            <a:lvl1pPr algn="ctr">
              <a:defRPr sz="1200">
                <a:solidFill>
                  <a:schemeClr val="tx1">
                    <a:tint val="75000"/>
                  </a:schemeClr>
                </a:solidFill>
              </a:defRPr>
            </a:lvl1pPr>
          </a:lstStyle>
          <a:p>
            <a:r>
              <a:rPr lang="en-US">
                <a:solidFill>
                  <a:prstClr val="black">
                    <a:tint val="75000"/>
                  </a:prstClr>
                </a:solidFill>
              </a:rPr>
              <a:t>Microsoft Confidential - Signed NDA Required</a:t>
            </a:r>
            <a:endParaRPr lang="en-US" dirty="0">
              <a:solidFill>
                <a:prstClr val="black">
                  <a:tint val="75000"/>
                </a:prstClr>
              </a:solidFill>
            </a:endParaRPr>
          </a:p>
        </p:txBody>
      </p:sp>
    </p:spTree>
    <p:extLst>
      <p:ext uri="{BB962C8B-B14F-4D97-AF65-F5344CB8AC3E}">
        <p14:creationId xmlns:p14="http://schemas.microsoft.com/office/powerpoint/2010/main" val="2053638370"/>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Tree>
    <p:extLst>
      <p:ext uri="{BB962C8B-B14F-4D97-AF65-F5344CB8AC3E}">
        <p14:creationId xmlns:p14="http://schemas.microsoft.com/office/powerpoint/2010/main" val="2848377157"/>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Tree>
    <p:extLst>
      <p:ext uri="{BB962C8B-B14F-4D97-AF65-F5344CB8AC3E}">
        <p14:creationId xmlns:p14="http://schemas.microsoft.com/office/powerpoint/2010/main" val="426814931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Tree>
    <p:extLst>
      <p:ext uri="{BB962C8B-B14F-4D97-AF65-F5344CB8AC3E}">
        <p14:creationId xmlns:p14="http://schemas.microsoft.com/office/powerpoint/2010/main" val="66722417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4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612143" y="270516"/>
            <a:ext cx="13411202" cy="664798"/>
          </a:xfrm>
        </p:spPr>
        <p:txBody>
          <a:bodyPr/>
          <a:lstStyle>
            <a:lvl1pPr>
              <a:defRPr>
                <a:solidFill>
                  <a:schemeClr val="tx1"/>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09602" y="1693874"/>
            <a:ext cx="13411202" cy="1591820"/>
          </a:xfrm>
        </p:spPr>
        <p:txBody>
          <a:bodyPr/>
          <a:lstStyle>
            <a:lvl1pPr>
              <a:buClr>
                <a:schemeClr val="tx1"/>
              </a:buClr>
              <a:buSzPct val="70000"/>
              <a:buFont typeface="Wingdings" pitchFamily="2" charset="2"/>
              <a:buChar char="l"/>
              <a:defRPr>
                <a:solidFill>
                  <a:srgbClr val="FFFFFF"/>
                </a:solidFill>
              </a:defRPr>
            </a:lvl1pPr>
            <a:lvl2pPr>
              <a:buClr>
                <a:schemeClr val="tx1"/>
              </a:buClr>
              <a:buSzPct val="70000"/>
              <a:buFont typeface="Wingdings" pitchFamily="2" charset="2"/>
              <a:buChar char="l"/>
              <a:defRPr>
                <a:solidFill>
                  <a:srgbClr val="FFFFFF"/>
                </a:solidFill>
              </a:defRPr>
            </a:lvl2pPr>
            <a:lvl3pPr>
              <a:buClr>
                <a:schemeClr val="tx1"/>
              </a:buClr>
              <a:buSzPct val="70000"/>
              <a:buFont typeface="Wingdings" pitchFamily="2" charset="2"/>
              <a:buChar char="l"/>
              <a:defRPr>
                <a:solidFill>
                  <a:srgbClr val="FFFFFF"/>
                </a:solidFill>
              </a:defRPr>
            </a:lvl3pPr>
            <a:lvl4pPr>
              <a:buClr>
                <a:schemeClr val="tx1"/>
              </a:buClr>
              <a:buSzPct val="70000"/>
              <a:buFont typeface="Wingdings" pitchFamily="2" charset="2"/>
              <a:buChar char="l"/>
              <a:defRPr>
                <a:solidFill>
                  <a:srgbClr val="FFFFFF"/>
                </a:solidFill>
              </a:defRPr>
            </a:lvl4pPr>
            <a:lvl5pPr>
              <a:buClr>
                <a:schemeClr val="tx1"/>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156843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6861" y="523700"/>
            <a:ext cx="13681464" cy="664798"/>
          </a:xfrm>
        </p:spPr>
        <p:txBody>
          <a:bodyPr/>
          <a:lstStyle>
            <a:lvl1pPr algn="l" defTabSz="1097045" rtl="0" eaLnBrk="1" latinLnBrk="0" hangingPunct="1">
              <a:lnSpc>
                <a:spcPct val="90000"/>
              </a:lnSpc>
              <a:spcBef>
                <a:spcPct val="0"/>
              </a:spcBef>
              <a:buNone/>
              <a:defRPr lang="en-US" sz="4800" b="0" kern="1200" cap="none" spc="-120" baseline="0" dirty="0">
                <a:ln w="3175">
                  <a:noFill/>
                </a:ln>
                <a:solidFill>
                  <a:schemeClr val="tx2">
                    <a:alpha val="99000"/>
                  </a:schemeClr>
                </a:solidFill>
                <a:effectLst/>
                <a:latin typeface="Segoe UI Light" pitchFamily="34" charset="0"/>
                <a:ea typeface="+mn-ea"/>
                <a:cs typeface="Arial" charset="0"/>
              </a:defRPr>
            </a:lvl1pPr>
          </a:lstStyle>
          <a:p>
            <a:r>
              <a:rPr lang="en-US" dirty="0"/>
              <a:t>Click to edit Master title style</a:t>
            </a:r>
          </a:p>
        </p:txBody>
      </p:sp>
      <p:sp>
        <p:nvSpPr>
          <p:cNvPr id="3" name="Slide Number Placeholder 2"/>
          <p:cNvSpPr>
            <a:spLocks noGrp="1"/>
          </p:cNvSpPr>
          <p:nvPr>
            <p:ph type="sldNum" sz="quarter" idx="10"/>
          </p:nvPr>
        </p:nvSpPr>
        <p:spPr>
          <a:xfrm>
            <a:off x="14123038" y="7750714"/>
            <a:ext cx="478453" cy="438150"/>
          </a:xfrm>
        </p:spPr>
        <p:txBody>
          <a:body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87992093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bg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bg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127495773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501337114"/>
      </p:ext>
    </p:extLst>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45719110"/>
      </p:ext>
    </p:extLst>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4"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7010831"/>
      </p:ext>
    </p:extLst>
  </p:cSld>
  <p:clrMapOvr>
    <a:masterClrMapping/>
  </p:clrMapOvr>
  <p:transition>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39094303"/>
      </p:ext>
    </p:extLst>
  </p:cSld>
  <p:clrMapOvr>
    <a:masterClrMapping/>
  </p:clrMapOvr>
  <p:transition>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5409180"/>
      </p:ext>
    </p:extLst>
  </p:cSld>
  <p:clrMapOvr>
    <a:masterClrMapping/>
  </p:clrMapOvr>
  <p:transition>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6273211"/>
      </p:ext>
    </p:extLst>
  </p:cSld>
  <p:clrMapOvr>
    <a:masterClrMapping/>
  </p:clrMapOvr>
  <p:transition>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99" tIns="91401" rIns="182799" bIns="91401"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2084687527"/>
      </p:ext>
    </p:extLst>
  </p:cSld>
  <p:clrMapOvr>
    <a:masterClrMapping/>
  </p:clrMapOvr>
  <p:transition>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85" y="1693129"/>
            <a:ext cx="12294260" cy="1828198"/>
          </a:xfrm>
        </p:spPr>
        <p:txBody>
          <a:bodyPr>
            <a:noAutofit/>
          </a:bodyPr>
          <a:lstStyle>
            <a:lvl1pPr>
              <a:lnSpc>
                <a:spcPct val="90000"/>
              </a:lnSpc>
              <a:defRPr sz="7000"/>
            </a:lvl1pPr>
          </a:lstStyle>
          <a:p>
            <a:r>
              <a:rPr lang="en-US"/>
              <a:t>Click to edit Master title style</a:t>
            </a:r>
            <a:endParaRPr lang="en-US" dirty="0"/>
          </a:p>
        </p:txBody>
      </p:sp>
      <p:sp>
        <p:nvSpPr>
          <p:cNvPr id="13" name="Subtitle 2"/>
          <p:cNvSpPr>
            <a:spLocks noGrp="1"/>
          </p:cNvSpPr>
          <p:nvPr>
            <p:ph type="subTitle" idx="1"/>
          </p:nvPr>
        </p:nvSpPr>
        <p:spPr>
          <a:xfrm>
            <a:off x="1163327" y="4114810"/>
            <a:ext cx="12294262"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041" indent="0" algn="ctr">
              <a:buNone/>
              <a:defRPr>
                <a:solidFill>
                  <a:schemeClr val="tx1">
                    <a:tint val="75000"/>
                  </a:schemeClr>
                </a:solidFill>
              </a:defRPr>
            </a:lvl2pPr>
            <a:lvl3pPr marL="1462080" indent="0" algn="ctr">
              <a:buNone/>
              <a:defRPr>
                <a:solidFill>
                  <a:schemeClr val="tx1">
                    <a:tint val="75000"/>
                  </a:schemeClr>
                </a:solidFill>
              </a:defRPr>
            </a:lvl3pPr>
            <a:lvl4pPr marL="2193118" indent="0" algn="ctr">
              <a:buNone/>
              <a:defRPr>
                <a:solidFill>
                  <a:schemeClr val="tx1">
                    <a:tint val="75000"/>
                  </a:schemeClr>
                </a:solidFill>
              </a:defRPr>
            </a:lvl4pPr>
            <a:lvl5pPr marL="2924159" indent="0" algn="ctr">
              <a:buNone/>
              <a:defRPr>
                <a:solidFill>
                  <a:schemeClr val="tx1">
                    <a:tint val="75000"/>
                  </a:schemeClr>
                </a:solidFill>
              </a:defRPr>
            </a:lvl5pPr>
            <a:lvl6pPr marL="3655201" indent="0" algn="ctr">
              <a:buNone/>
              <a:defRPr>
                <a:solidFill>
                  <a:schemeClr val="tx1">
                    <a:tint val="75000"/>
                  </a:schemeClr>
                </a:solidFill>
              </a:defRPr>
            </a:lvl6pPr>
            <a:lvl7pPr marL="4386234" indent="0" algn="ctr">
              <a:buNone/>
              <a:defRPr>
                <a:solidFill>
                  <a:schemeClr val="tx1">
                    <a:tint val="75000"/>
                  </a:schemeClr>
                </a:solidFill>
              </a:defRPr>
            </a:lvl7pPr>
            <a:lvl8pPr marL="5117277" indent="0" algn="ctr">
              <a:buNone/>
              <a:defRPr>
                <a:solidFill>
                  <a:schemeClr val="tx1">
                    <a:tint val="75000"/>
                  </a:schemeClr>
                </a:solidFill>
              </a:defRPr>
            </a:lvl8pPr>
            <a:lvl9pPr marL="584831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430496763"/>
      </p:ext>
    </p:extLst>
  </p:cSld>
  <p:clrMapOvr>
    <a:masterClrMapping/>
  </p:clrMapOvr>
  <p:transition>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6865" y="1438276"/>
            <a:ext cx="6701630" cy="1632446"/>
          </a:xfrm>
        </p:spPr>
        <p:txBody>
          <a:bodyPr/>
          <a:lstStyle>
            <a:lvl1pPr marL="407760" indent="-407760">
              <a:lnSpc>
                <a:spcPct val="90000"/>
              </a:lnSpc>
              <a:defRPr sz="2400"/>
            </a:lvl1pPr>
            <a:lvl2pPr marL="807591" indent="-390309">
              <a:lnSpc>
                <a:spcPct val="90000"/>
              </a:lnSpc>
              <a:defRPr sz="2200"/>
            </a:lvl2pPr>
            <a:lvl3pPr marL="1143955" indent="-345883">
              <a:lnSpc>
                <a:spcPct val="90000"/>
              </a:lnSpc>
              <a:defRPr sz="1900"/>
            </a:lvl3pPr>
            <a:lvl4pPr marL="1472384" indent="-328431">
              <a:lnSpc>
                <a:spcPct val="90000"/>
              </a:lnSpc>
              <a:defRPr sz="1800"/>
            </a:lvl4pPr>
            <a:lvl5pPr marL="1818267" indent="-33636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0003" y="1438276"/>
            <a:ext cx="6768323" cy="1632446"/>
          </a:xfrm>
        </p:spPr>
        <p:txBody>
          <a:bodyPr/>
          <a:lstStyle>
            <a:lvl1pPr marL="417278" indent="-417278">
              <a:lnSpc>
                <a:spcPct val="90000"/>
              </a:lnSpc>
              <a:defRPr sz="2400"/>
            </a:lvl1pPr>
            <a:lvl2pPr marL="807591" indent="-407760">
              <a:lnSpc>
                <a:spcPct val="90000"/>
              </a:lnSpc>
              <a:defRPr sz="2200"/>
            </a:lvl2pPr>
            <a:lvl3pPr marL="1153473" indent="-363335">
              <a:lnSpc>
                <a:spcPct val="90000"/>
              </a:lnSpc>
              <a:defRPr sz="1900"/>
            </a:lvl3pPr>
            <a:lvl4pPr marL="1472384" indent="-318912">
              <a:lnSpc>
                <a:spcPct val="90000"/>
              </a:lnSpc>
              <a:defRPr sz="1800"/>
            </a:lvl4pPr>
            <a:lvl5pPr marL="1818267" indent="-32843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8" y="7613938"/>
            <a:ext cx="1646349" cy="524227"/>
          </a:xfrm>
          <a:prstGeom prst="rect">
            <a:avLst/>
          </a:prstGeom>
        </p:spPr>
      </p:pic>
    </p:spTree>
    <p:extLst>
      <p:ext uri="{BB962C8B-B14F-4D97-AF65-F5344CB8AC3E}">
        <p14:creationId xmlns:p14="http://schemas.microsoft.com/office/powerpoint/2010/main" val="2850265347"/>
      </p:ext>
    </p:extLst>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344365050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Line with Subtitle">
    <p:spTree>
      <p:nvGrpSpPr>
        <p:cNvPr id="1" name=""/>
        <p:cNvGrpSpPr/>
        <p:nvPr/>
      </p:nvGrpSpPr>
      <p:grpSpPr>
        <a:xfrm>
          <a:off x="0" y="0"/>
          <a:ext cx="0" cy="0"/>
          <a:chOff x="0" y="0"/>
          <a:chExt cx="0" cy="0"/>
        </a:xfrm>
      </p:grpSpPr>
      <p:sp>
        <p:nvSpPr>
          <p:cNvPr id="7" name="Text Placeholder 12"/>
          <p:cNvSpPr>
            <a:spLocks noGrp="1"/>
          </p:cNvSpPr>
          <p:nvPr>
            <p:ph type="body" sz="quarter" idx="14" hasCustomPrompt="1"/>
          </p:nvPr>
        </p:nvSpPr>
        <p:spPr>
          <a:xfrm>
            <a:off x="574040" y="1215954"/>
            <a:ext cx="13392608" cy="471944"/>
          </a:xfrm>
          <a:prstGeom prst="rect">
            <a:avLst/>
          </a:prstGeom>
        </p:spPr>
        <p:txBody>
          <a:bodyPr>
            <a:noAutofit/>
          </a:bodyPr>
          <a:lstStyle>
            <a:lvl1pPr marL="0" indent="0">
              <a:lnSpc>
                <a:spcPct val="100000"/>
              </a:lnSpc>
              <a:buNone/>
              <a:defRPr lang="en-US" sz="3200" kern="1200" dirty="0" smtClean="0">
                <a:solidFill>
                  <a:srgbClr val="7B7B79"/>
                </a:solidFill>
                <a:latin typeface="Futura Bk" pitchFamily="34" charset="0"/>
                <a:ea typeface="+mn-ea"/>
                <a:cs typeface="+mn-cs"/>
              </a:defRPr>
            </a:lvl1pPr>
            <a:lvl2pPr>
              <a:defRPr lang="en-US" sz="3200" kern="1200" dirty="0" smtClean="0">
                <a:solidFill>
                  <a:srgbClr val="FFFFFF"/>
                </a:solidFill>
                <a:latin typeface="Futura Bk" pitchFamily="34" charset="0"/>
                <a:ea typeface="+mn-ea"/>
                <a:cs typeface="+mn-cs"/>
              </a:defRPr>
            </a:lvl2pPr>
            <a:lvl3pPr>
              <a:defRPr lang="en-US" sz="3200" kern="1200" dirty="0" smtClean="0">
                <a:solidFill>
                  <a:srgbClr val="FFFFFF"/>
                </a:solidFill>
                <a:latin typeface="Futura Bk" pitchFamily="34" charset="0"/>
                <a:ea typeface="+mn-ea"/>
                <a:cs typeface="+mn-cs"/>
              </a:defRPr>
            </a:lvl3pPr>
            <a:lvl4pPr>
              <a:defRPr lang="en-US" sz="3200" kern="1200" dirty="0" smtClean="0">
                <a:solidFill>
                  <a:srgbClr val="FFFFFF"/>
                </a:solidFill>
                <a:latin typeface="Futura Bk" pitchFamily="34" charset="0"/>
                <a:ea typeface="+mn-ea"/>
                <a:cs typeface="+mn-cs"/>
              </a:defRPr>
            </a:lvl4pPr>
            <a:lvl5pPr>
              <a:defRPr lang="en-US" sz="3200" kern="1200" dirty="0" smtClean="0">
                <a:solidFill>
                  <a:srgbClr val="FFFFFF"/>
                </a:solidFill>
                <a:latin typeface="Futura Bk" pitchFamily="34" charset="0"/>
                <a:ea typeface="+mn-ea"/>
                <a:cs typeface="+mn-cs"/>
              </a:defRPr>
            </a:lvl5pPr>
          </a:lstStyle>
          <a:p>
            <a:pPr lvl="0"/>
            <a:r>
              <a:rPr lang="en-US" dirty="0"/>
              <a:t>Subtitle placeholder here</a:t>
            </a:r>
          </a:p>
        </p:txBody>
      </p:sp>
      <p:sp>
        <p:nvSpPr>
          <p:cNvPr id="11" name="Title 8"/>
          <p:cNvSpPr>
            <a:spLocks noGrp="1"/>
          </p:cNvSpPr>
          <p:nvPr>
            <p:ph type="title" hasCustomPrompt="1"/>
          </p:nvPr>
        </p:nvSpPr>
        <p:spPr>
          <a:xfrm>
            <a:off x="543562" y="487536"/>
            <a:ext cx="13401040" cy="751744"/>
          </a:xfrm>
          <a:prstGeom prst="rect">
            <a:avLst/>
          </a:prstGeom>
        </p:spPr>
        <p:txBody>
          <a:bodyPr anchor="t" anchorCtr="0">
            <a:noAutofit/>
          </a:bodyPr>
          <a:lstStyle>
            <a:lvl1pPr marL="0" marR="0" indent="0" algn="l" defTabSz="1462797" rtl="0" eaLnBrk="1" fontAlgn="auto" latinLnBrk="0" hangingPunct="1">
              <a:lnSpc>
                <a:spcPts val="5280"/>
              </a:lnSpc>
              <a:spcBef>
                <a:spcPct val="0"/>
              </a:spcBef>
              <a:spcAft>
                <a:spcPts val="0"/>
              </a:spcAft>
              <a:buClrTx/>
              <a:buSzTx/>
              <a:buFontTx/>
              <a:buNone/>
              <a:tabLst/>
              <a:defRPr sz="4500" baseline="0">
                <a:solidFill>
                  <a:schemeClr val="bg1"/>
                </a:solidFill>
                <a:latin typeface="Futura Bk" pitchFamily="34" charset="0"/>
              </a:defRPr>
            </a:lvl1pPr>
          </a:lstStyle>
          <a:p>
            <a:r>
              <a:rPr lang="en-US" dirty="0"/>
              <a:t>Single line title</a:t>
            </a:r>
          </a:p>
        </p:txBody>
      </p:sp>
      <p:sp>
        <p:nvSpPr>
          <p:cNvPr id="2" name="Date Placeholder 1"/>
          <p:cNvSpPr>
            <a:spLocks noGrp="1"/>
          </p:cNvSpPr>
          <p:nvPr>
            <p:ph type="dt" sz="half" idx="15"/>
          </p:nvPr>
        </p:nvSpPr>
        <p:spPr>
          <a:xfrm>
            <a:off x="731520" y="7627623"/>
            <a:ext cx="3413760" cy="438150"/>
          </a:xfrm>
          <a:prstGeom prst="rect">
            <a:avLst/>
          </a:prstGeom>
        </p:spPr>
        <p:txBody>
          <a:bodyPr/>
          <a:lstStyle/>
          <a:p>
            <a:fld id="{15791F21-EEC4-42A2-9805-A86C273FE3AF}" type="datetime1">
              <a:rPr lang="en-US" smtClean="0">
                <a:solidFill>
                  <a:srgbClr val="000000">
                    <a:tint val="75000"/>
                  </a:srgbClr>
                </a:solidFill>
              </a:rPr>
              <a:pPr/>
              <a:t>9/21/2016</a:t>
            </a:fld>
            <a:endParaRPr lang="en-US" dirty="0">
              <a:solidFill>
                <a:srgbClr val="000000">
                  <a:tint val="75000"/>
                </a:srgbClr>
              </a:solidFill>
            </a:endParaRPr>
          </a:p>
        </p:txBody>
      </p:sp>
      <p:sp>
        <p:nvSpPr>
          <p:cNvPr id="3" name="Footer Placeholder 2"/>
          <p:cNvSpPr>
            <a:spLocks noGrp="1"/>
          </p:cNvSpPr>
          <p:nvPr>
            <p:ph type="ftr" sz="quarter" idx="16"/>
          </p:nvPr>
        </p:nvSpPr>
        <p:spPr>
          <a:xfrm>
            <a:off x="4998720" y="7627623"/>
            <a:ext cx="4632960" cy="438150"/>
          </a:xfrm>
          <a:prstGeom prst="rect">
            <a:avLst/>
          </a:prstGeom>
        </p:spPr>
        <p:txBody>
          <a:bodyPr/>
          <a:lstStyle/>
          <a:p>
            <a:r>
              <a:rPr lang="en-US" dirty="0">
                <a:solidFill>
                  <a:srgbClr val="000000">
                    <a:tint val="75000"/>
                  </a:srgbClr>
                </a:solidFill>
              </a:rPr>
              <a:t>HP Confidential  |  NDA until October 13</a:t>
            </a:r>
          </a:p>
        </p:txBody>
      </p:sp>
      <p:sp>
        <p:nvSpPr>
          <p:cNvPr id="4" name="Slide Number Placeholder 3"/>
          <p:cNvSpPr>
            <a:spLocks noGrp="1"/>
          </p:cNvSpPr>
          <p:nvPr>
            <p:ph type="sldNum" sz="quarter" idx="17"/>
          </p:nvPr>
        </p:nvSpPr>
        <p:spPr>
          <a:xfrm>
            <a:off x="13898884" y="7730069"/>
            <a:ext cx="594747" cy="438150"/>
          </a:xfrm>
          <a:prstGeom prst="rect">
            <a:avLst/>
          </a:prstGeom>
        </p:spPr>
        <p:txBody>
          <a:bodyPr/>
          <a:lstStyle/>
          <a:p>
            <a:fld id="{39FE57C1-99E3-4342-90AE-63D315326D4A}"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823355301"/>
      </p:ext>
    </p:extLst>
  </p:cSld>
  <p:clrMapOvr>
    <a:masterClrMapping/>
  </p:clrMapOvr>
  <p:transition>
    <p:fade thruBlk="1"/>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Divi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5614" y="4161211"/>
            <a:ext cx="12835424" cy="1654373"/>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600" b="0" i="0" u="none" strike="noStrike" kern="1200" cap="none" spc="-144" normalizeH="0" baseline="0" dirty="0" smtClean="0">
                <a:ln w="3175">
                  <a:noFill/>
                </a:ln>
                <a:solidFill>
                  <a:schemeClr val="tx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8" name="Picture 7"/>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2" y="7605658"/>
            <a:ext cx="3008657" cy="349624"/>
          </a:xfrm>
          <a:prstGeom prst="rect">
            <a:avLst/>
          </a:prstGeom>
        </p:spPr>
      </p:pic>
    </p:spTree>
    <p:extLst>
      <p:ext uri="{BB962C8B-B14F-4D97-AF65-F5344CB8AC3E}">
        <p14:creationId xmlns:p14="http://schemas.microsoft.com/office/powerpoint/2010/main" val="3114588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734403289"/>
      </p:ext>
    </p:extLst>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63"/>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2704876"/>
      </p:ext>
    </p:extLst>
  </p:cSld>
  <p:clrMapOvr>
    <a:masterClrMapping/>
  </p:clrMapOvr>
  <p:transition>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2" y="1737363"/>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36496945"/>
      </p:ext>
    </p:extLst>
  </p:cSld>
  <p:clrMapOvr>
    <a:masterClrMapping/>
  </p:clrMapOvr>
  <p:transition>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28751601"/>
      </p:ext>
    </p:extLst>
  </p:cSld>
  <p:clrMapOvr>
    <a:masterClrMapping/>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663262"/>
      </p:ext>
    </p:extLst>
  </p:cSld>
  <p:clrMapOvr>
    <a:masterClrMapping/>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76374"/>
      </p:ext>
    </p:extLst>
  </p:cSld>
  <p:clrMapOvr>
    <a:masterClrMapping/>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819" tIns="91408" rIns="182819" bIns="91408"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2641870578"/>
      </p:ext>
    </p:extLst>
  </p:cSld>
  <p:clrMapOvr>
    <a:masterClrMapping/>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5613" y="4161223"/>
            <a:ext cx="12835424" cy="1654373"/>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600" b="0" i="0" u="none" strike="noStrike" kern="1200" cap="none" spc="-144" normalizeH="0" baseline="0" dirty="0" smtClean="0">
                <a:ln w="3175">
                  <a:noFill/>
                </a:ln>
                <a:solidFill>
                  <a:schemeClr val="tx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8" name="Picture 7"/>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1" y="7605722"/>
            <a:ext cx="3008656" cy="349624"/>
          </a:xfrm>
          <a:prstGeom prst="rect">
            <a:avLst/>
          </a:prstGeom>
        </p:spPr>
      </p:pic>
    </p:spTree>
    <p:extLst>
      <p:ext uri="{BB962C8B-B14F-4D97-AF65-F5344CB8AC3E}">
        <p14:creationId xmlns:p14="http://schemas.microsoft.com/office/powerpoint/2010/main" val="38886424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223566656"/>
      </p:ext>
    </p:extLst>
  </p:cSld>
  <p:clrMapOvr>
    <a:masterClrMapping/>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3223679"/>
      </p:ext>
    </p:extLst>
  </p:cSld>
  <p:clrMapOvr>
    <a:masterClrMapping/>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6"/>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77" y="5212148"/>
            <a:ext cx="9018714"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647"/>
            <a:ext cx="1915282" cy="322040"/>
          </a:xfrm>
          <a:prstGeom prst="rect">
            <a:avLst/>
          </a:prstGeom>
          <a:noFill/>
          <a:ln>
            <a:noFill/>
          </a:ln>
        </p:spPr>
      </p:pic>
      <p:pic>
        <p:nvPicPr>
          <p:cNvPr id="7" name="Picture 6"/>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2"/>
            <a:ext cx="2998173" cy="348406"/>
          </a:xfrm>
          <a:prstGeom prst="rect">
            <a:avLst/>
          </a:prstGeom>
        </p:spPr>
      </p:pic>
    </p:spTree>
    <p:extLst>
      <p:ext uri="{BB962C8B-B14F-4D97-AF65-F5344CB8AC3E}">
        <p14:creationId xmlns:p14="http://schemas.microsoft.com/office/powerpoint/2010/main" val="359416773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5"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5"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571933850"/>
      </p:ext>
    </p:extLst>
  </p:cSld>
  <p:clrMapOvr>
    <a:masterClrMapping/>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5"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5"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5938063"/>
      </p:ext>
    </p:extLst>
  </p:cSld>
  <p:clrMapOvr>
    <a:masterClrMapping/>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5"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7540628"/>
      </p:ext>
    </p:extLst>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64576097"/>
      </p:ext>
    </p:extLst>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457344"/>
      </p:ext>
    </p:extLst>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5"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6040875"/>
      </p:ext>
    </p:extLst>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5"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78" tIns="91390" rIns="182778" bIns="91390"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4202441366"/>
      </p:ext>
    </p:extLst>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6920"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1"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6920"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3" y="274320"/>
            <a:ext cx="2998173" cy="348406"/>
          </a:xfrm>
          <a:prstGeom prst="rect">
            <a:avLst/>
          </a:prstGeom>
        </p:spPr>
      </p:pic>
    </p:spTree>
    <p:extLst>
      <p:ext uri="{BB962C8B-B14F-4D97-AF65-F5344CB8AC3E}">
        <p14:creationId xmlns:p14="http://schemas.microsoft.com/office/powerpoint/2010/main" val="383996063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Four Content + Item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93235" y="1438285"/>
            <a:ext cx="5015267" cy="1601977"/>
          </a:xfrm>
        </p:spPr>
        <p:txBody>
          <a:bodyPr/>
          <a:lstStyle>
            <a:lvl1pPr marL="407576" indent="-407576">
              <a:lnSpc>
                <a:spcPct val="90000"/>
              </a:lnSpc>
              <a:defRPr sz="2400"/>
            </a:lvl1pPr>
            <a:lvl2pPr marL="807225" indent="-390130">
              <a:lnSpc>
                <a:spcPct val="90000"/>
              </a:lnSpc>
              <a:defRPr sz="2200"/>
            </a:lvl2pPr>
            <a:lvl3pPr marL="1143437" indent="-345727">
              <a:lnSpc>
                <a:spcPct val="90000"/>
              </a:lnSpc>
              <a:defRPr sz="1900"/>
            </a:lvl3pPr>
            <a:lvl4pPr marL="1471716" indent="-328282">
              <a:lnSpc>
                <a:spcPct val="90000"/>
              </a:lnSpc>
              <a:defRPr sz="1700"/>
            </a:lvl4pPr>
            <a:lvl5pPr marL="1817442" indent="-336210">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9123146" y="1438285"/>
            <a:ext cx="5065177" cy="1601977"/>
          </a:xfrm>
        </p:spPr>
        <p:txBody>
          <a:bodyPr/>
          <a:lstStyle>
            <a:lvl1pPr marL="417086" indent="-417086">
              <a:lnSpc>
                <a:spcPct val="90000"/>
              </a:lnSpc>
              <a:defRPr sz="2400"/>
            </a:lvl1pPr>
            <a:lvl2pPr marL="807225" indent="-407576">
              <a:lnSpc>
                <a:spcPct val="90000"/>
              </a:lnSpc>
              <a:defRPr sz="2200"/>
            </a:lvl2pPr>
            <a:lvl3pPr marL="1152951" indent="-363167">
              <a:lnSpc>
                <a:spcPct val="90000"/>
              </a:lnSpc>
              <a:defRPr sz="1900"/>
            </a:lvl3pPr>
            <a:lvl4pPr marL="1471716" indent="-318768">
              <a:lnSpc>
                <a:spcPct val="90000"/>
              </a:lnSpc>
              <a:defRPr sz="1700"/>
            </a:lvl4pPr>
            <a:lvl5pPr marL="1817442" indent="-328282">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7" name="Group 16"/>
          <p:cNvGrpSpPr/>
          <p:nvPr userDrawn="1"/>
        </p:nvGrpSpPr>
        <p:grpSpPr>
          <a:xfrm>
            <a:off x="13019685" y="290775"/>
            <a:ext cx="1299463" cy="214946"/>
            <a:chOff x="3602038" y="1063626"/>
            <a:chExt cx="4365626" cy="722312"/>
          </a:xfrm>
        </p:grpSpPr>
        <p:sp>
          <p:nvSpPr>
            <p:cNvPr id="18" name="Freeform 17"/>
            <p:cNvSpPr>
              <a:spLocks/>
            </p:cNvSpPr>
            <p:nvPr/>
          </p:nvSpPr>
          <p:spPr bwMode="auto">
            <a:xfrm>
              <a:off x="3602038" y="1074738"/>
              <a:ext cx="884238" cy="679450"/>
            </a:xfrm>
            <a:custGeom>
              <a:avLst/>
              <a:gdLst>
                <a:gd name="T0" fmla="*/ 0 w 557"/>
                <a:gd name="T1" fmla="*/ 428 h 428"/>
                <a:gd name="T2" fmla="*/ 93 w 557"/>
                <a:gd name="T3" fmla="*/ 0 h 428"/>
                <a:gd name="T4" fmla="*/ 265 w 557"/>
                <a:gd name="T5" fmla="*/ 0 h 428"/>
                <a:gd name="T6" fmla="*/ 273 w 557"/>
                <a:gd name="T7" fmla="*/ 238 h 428"/>
                <a:gd name="T8" fmla="*/ 385 w 557"/>
                <a:gd name="T9" fmla="*/ 0 h 428"/>
                <a:gd name="T10" fmla="*/ 557 w 557"/>
                <a:gd name="T11" fmla="*/ 0 h 428"/>
                <a:gd name="T12" fmla="*/ 459 w 557"/>
                <a:gd name="T13" fmla="*/ 428 h 428"/>
                <a:gd name="T14" fmla="*/ 339 w 557"/>
                <a:gd name="T15" fmla="*/ 428 h 428"/>
                <a:gd name="T16" fmla="*/ 389 w 557"/>
                <a:gd name="T17" fmla="*/ 199 h 428"/>
                <a:gd name="T18" fmla="*/ 273 w 557"/>
                <a:gd name="T19" fmla="*/ 428 h 428"/>
                <a:gd name="T20" fmla="*/ 187 w 557"/>
                <a:gd name="T21" fmla="*/ 428 h 428"/>
                <a:gd name="T22" fmla="*/ 179 w 557"/>
                <a:gd name="T23" fmla="*/ 199 h 428"/>
                <a:gd name="T24" fmla="*/ 125 w 557"/>
                <a:gd name="T25" fmla="*/ 428 h 428"/>
                <a:gd name="T26" fmla="*/ 0 w 557"/>
                <a:gd name="T27" fmla="*/ 428 h 428"/>
                <a:gd name="T28" fmla="*/ 0 w 557"/>
                <a:gd name="T29" fmla="*/ 42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7" h="428">
                  <a:moveTo>
                    <a:pt x="0" y="428"/>
                  </a:moveTo>
                  <a:lnTo>
                    <a:pt x="93" y="0"/>
                  </a:lnTo>
                  <a:lnTo>
                    <a:pt x="265" y="0"/>
                  </a:lnTo>
                  <a:lnTo>
                    <a:pt x="273" y="238"/>
                  </a:lnTo>
                  <a:lnTo>
                    <a:pt x="385" y="0"/>
                  </a:lnTo>
                  <a:lnTo>
                    <a:pt x="557" y="0"/>
                  </a:lnTo>
                  <a:lnTo>
                    <a:pt x="459" y="428"/>
                  </a:lnTo>
                  <a:lnTo>
                    <a:pt x="339" y="428"/>
                  </a:lnTo>
                  <a:lnTo>
                    <a:pt x="389" y="199"/>
                  </a:lnTo>
                  <a:lnTo>
                    <a:pt x="273" y="428"/>
                  </a:lnTo>
                  <a:lnTo>
                    <a:pt x="187" y="428"/>
                  </a:lnTo>
                  <a:lnTo>
                    <a:pt x="179" y="199"/>
                  </a:lnTo>
                  <a:lnTo>
                    <a:pt x="125" y="428"/>
                  </a:lnTo>
                  <a:lnTo>
                    <a:pt x="0" y="428"/>
                  </a:lnTo>
                  <a:lnTo>
                    <a:pt x="0" y="428"/>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19" name="Freeform 18"/>
            <p:cNvSpPr>
              <a:spLocks/>
            </p:cNvSpPr>
            <p:nvPr/>
          </p:nvSpPr>
          <p:spPr bwMode="auto">
            <a:xfrm>
              <a:off x="4510088" y="1074738"/>
              <a:ext cx="204788" cy="111125"/>
            </a:xfrm>
            <a:custGeom>
              <a:avLst/>
              <a:gdLst>
                <a:gd name="T0" fmla="*/ 0 w 129"/>
                <a:gd name="T1" fmla="*/ 70 h 70"/>
                <a:gd name="T2" fmla="*/ 113 w 129"/>
                <a:gd name="T3" fmla="*/ 70 h 70"/>
                <a:gd name="T4" fmla="*/ 129 w 129"/>
                <a:gd name="T5" fmla="*/ 0 h 70"/>
                <a:gd name="T6" fmla="*/ 16 w 129"/>
                <a:gd name="T7" fmla="*/ 0 h 70"/>
                <a:gd name="T8" fmla="*/ 0 w 129"/>
                <a:gd name="T9" fmla="*/ 70 h 70"/>
                <a:gd name="T10" fmla="*/ 0 w 129"/>
                <a:gd name="T11" fmla="*/ 70 h 70"/>
              </a:gdLst>
              <a:ahLst/>
              <a:cxnLst>
                <a:cxn ang="0">
                  <a:pos x="T0" y="T1"/>
                </a:cxn>
                <a:cxn ang="0">
                  <a:pos x="T2" y="T3"/>
                </a:cxn>
                <a:cxn ang="0">
                  <a:pos x="T4" y="T5"/>
                </a:cxn>
                <a:cxn ang="0">
                  <a:pos x="T6" y="T7"/>
                </a:cxn>
                <a:cxn ang="0">
                  <a:pos x="T8" y="T9"/>
                </a:cxn>
                <a:cxn ang="0">
                  <a:pos x="T10" y="T11"/>
                </a:cxn>
              </a:cxnLst>
              <a:rect l="0" t="0" r="r" b="b"/>
              <a:pathLst>
                <a:path w="129" h="70">
                  <a:moveTo>
                    <a:pt x="0" y="70"/>
                  </a:moveTo>
                  <a:lnTo>
                    <a:pt x="113" y="70"/>
                  </a:lnTo>
                  <a:lnTo>
                    <a:pt x="129" y="0"/>
                  </a:lnTo>
                  <a:lnTo>
                    <a:pt x="16" y="0"/>
                  </a:lnTo>
                  <a:lnTo>
                    <a:pt x="0" y="70"/>
                  </a:lnTo>
                  <a:lnTo>
                    <a:pt x="0" y="70"/>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0" name="Freeform 19"/>
            <p:cNvSpPr>
              <a:spLocks/>
            </p:cNvSpPr>
            <p:nvPr/>
          </p:nvSpPr>
          <p:spPr bwMode="auto">
            <a:xfrm>
              <a:off x="4381501" y="1247776"/>
              <a:ext cx="296863" cy="506413"/>
            </a:xfrm>
            <a:custGeom>
              <a:avLst/>
              <a:gdLst>
                <a:gd name="T0" fmla="*/ 116 w 187"/>
                <a:gd name="T1" fmla="*/ 319 h 319"/>
                <a:gd name="T2" fmla="*/ 0 w 187"/>
                <a:gd name="T3" fmla="*/ 319 h 319"/>
                <a:gd name="T4" fmla="*/ 70 w 187"/>
                <a:gd name="T5" fmla="*/ 0 h 319"/>
                <a:gd name="T6" fmla="*/ 187 w 187"/>
                <a:gd name="T7" fmla="*/ 0 h 319"/>
                <a:gd name="T8" fmla="*/ 116 w 187"/>
                <a:gd name="T9" fmla="*/ 319 h 319"/>
                <a:gd name="T10" fmla="*/ 116 w 187"/>
                <a:gd name="T11" fmla="*/ 319 h 319"/>
              </a:gdLst>
              <a:ahLst/>
              <a:cxnLst>
                <a:cxn ang="0">
                  <a:pos x="T0" y="T1"/>
                </a:cxn>
                <a:cxn ang="0">
                  <a:pos x="T2" y="T3"/>
                </a:cxn>
                <a:cxn ang="0">
                  <a:pos x="T4" y="T5"/>
                </a:cxn>
                <a:cxn ang="0">
                  <a:pos x="T6" y="T7"/>
                </a:cxn>
                <a:cxn ang="0">
                  <a:pos x="T8" y="T9"/>
                </a:cxn>
                <a:cxn ang="0">
                  <a:pos x="T10" y="T11"/>
                </a:cxn>
              </a:cxnLst>
              <a:rect l="0" t="0" r="r" b="b"/>
              <a:pathLst>
                <a:path w="187" h="319">
                  <a:moveTo>
                    <a:pt x="116" y="319"/>
                  </a:moveTo>
                  <a:lnTo>
                    <a:pt x="0" y="319"/>
                  </a:lnTo>
                  <a:lnTo>
                    <a:pt x="70" y="0"/>
                  </a:lnTo>
                  <a:lnTo>
                    <a:pt x="187" y="0"/>
                  </a:lnTo>
                  <a:lnTo>
                    <a:pt x="116" y="319"/>
                  </a:lnTo>
                  <a:lnTo>
                    <a:pt x="116" y="319"/>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1" name="Freeform 20"/>
            <p:cNvSpPr>
              <a:spLocks/>
            </p:cNvSpPr>
            <p:nvPr/>
          </p:nvSpPr>
          <p:spPr bwMode="auto">
            <a:xfrm>
              <a:off x="5148263" y="1241426"/>
              <a:ext cx="431800" cy="512763"/>
            </a:xfrm>
            <a:custGeom>
              <a:avLst/>
              <a:gdLst>
                <a:gd name="T0" fmla="*/ 19 w 70"/>
                <a:gd name="T1" fmla="*/ 1 h 83"/>
                <a:gd name="T2" fmla="*/ 45 w 70"/>
                <a:gd name="T3" fmla="*/ 1 h 83"/>
                <a:gd name="T4" fmla="*/ 43 w 70"/>
                <a:gd name="T5" fmla="*/ 12 h 83"/>
                <a:gd name="T6" fmla="*/ 56 w 70"/>
                <a:gd name="T7" fmla="*/ 2 h 83"/>
                <a:gd name="T8" fmla="*/ 70 w 70"/>
                <a:gd name="T9" fmla="*/ 0 h 83"/>
                <a:gd name="T10" fmla="*/ 64 w 70"/>
                <a:gd name="T11" fmla="*/ 27 h 83"/>
                <a:gd name="T12" fmla="*/ 35 w 70"/>
                <a:gd name="T13" fmla="*/ 54 h 83"/>
                <a:gd name="T14" fmla="*/ 28 w 70"/>
                <a:gd name="T15" fmla="*/ 83 h 83"/>
                <a:gd name="T16" fmla="*/ 0 w 70"/>
                <a:gd name="T17" fmla="*/ 83 h 83"/>
                <a:gd name="T18" fmla="*/ 19 w 70"/>
                <a:gd name="T19"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83">
                  <a:moveTo>
                    <a:pt x="19" y="1"/>
                  </a:moveTo>
                  <a:cubicBezTo>
                    <a:pt x="45" y="1"/>
                    <a:pt x="45" y="1"/>
                    <a:pt x="45" y="1"/>
                  </a:cubicBezTo>
                  <a:cubicBezTo>
                    <a:pt x="43" y="12"/>
                    <a:pt x="43" y="12"/>
                    <a:pt x="43" y="12"/>
                  </a:cubicBezTo>
                  <a:cubicBezTo>
                    <a:pt x="46" y="7"/>
                    <a:pt x="51" y="4"/>
                    <a:pt x="56" y="2"/>
                  </a:cubicBezTo>
                  <a:cubicBezTo>
                    <a:pt x="61" y="1"/>
                    <a:pt x="65" y="0"/>
                    <a:pt x="70" y="0"/>
                  </a:cubicBezTo>
                  <a:cubicBezTo>
                    <a:pt x="64" y="27"/>
                    <a:pt x="64" y="27"/>
                    <a:pt x="64" y="27"/>
                  </a:cubicBezTo>
                  <a:cubicBezTo>
                    <a:pt x="62" y="27"/>
                    <a:pt x="41" y="23"/>
                    <a:pt x="35" y="54"/>
                  </a:cubicBezTo>
                  <a:cubicBezTo>
                    <a:pt x="28" y="83"/>
                    <a:pt x="28" y="83"/>
                    <a:pt x="28" y="83"/>
                  </a:cubicBezTo>
                  <a:cubicBezTo>
                    <a:pt x="0" y="83"/>
                    <a:pt x="0" y="83"/>
                    <a:pt x="0" y="83"/>
                  </a:cubicBezTo>
                  <a:cubicBezTo>
                    <a:pt x="19" y="1"/>
                    <a:pt x="19" y="1"/>
                    <a:pt x="19" y="1"/>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2" name="Freeform 21"/>
            <p:cNvSpPr>
              <a:spLocks/>
            </p:cNvSpPr>
            <p:nvPr/>
          </p:nvSpPr>
          <p:spPr bwMode="auto">
            <a:xfrm>
              <a:off x="4510088" y="1217613"/>
              <a:ext cx="700088" cy="555625"/>
            </a:xfrm>
            <a:custGeom>
              <a:avLst/>
              <a:gdLst>
                <a:gd name="T0" fmla="*/ 106 w 113"/>
                <a:gd name="T1" fmla="*/ 57 h 90"/>
                <a:gd name="T2" fmla="*/ 56 w 113"/>
                <a:gd name="T3" fmla="*/ 90 h 90"/>
                <a:gd name="T4" fmla="*/ 77 w 113"/>
                <a:gd name="T5" fmla="*/ 3 h 90"/>
                <a:gd name="T6" fmla="*/ 111 w 113"/>
                <a:gd name="T7" fmla="*/ 36 h 90"/>
                <a:gd name="T8" fmla="*/ 80 w 113"/>
                <a:gd name="T9" fmla="*/ 36 h 90"/>
                <a:gd name="T10" fmla="*/ 72 w 113"/>
                <a:gd name="T11" fmla="*/ 23 h 90"/>
                <a:gd name="T12" fmla="*/ 61 w 113"/>
                <a:gd name="T13" fmla="*/ 69 h 90"/>
                <a:gd name="T14" fmla="*/ 75 w 113"/>
                <a:gd name="T15" fmla="*/ 57 h 90"/>
                <a:gd name="T16" fmla="*/ 106 w 113"/>
                <a:gd name="T17"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90">
                  <a:moveTo>
                    <a:pt x="106" y="57"/>
                  </a:moveTo>
                  <a:cubicBezTo>
                    <a:pt x="106" y="58"/>
                    <a:pt x="97" y="90"/>
                    <a:pt x="56" y="90"/>
                  </a:cubicBezTo>
                  <a:cubicBezTo>
                    <a:pt x="0" y="88"/>
                    <a:pt x="15" y="0"/>
                    <a:pt x="77" y="3"/>
                  </a:cubicBezTo>
                  <a:cubicBezTo>
                    <a:pt x="113" y="5"/>
                    <a:pt x="111" y="35"/>
                    <a:pt x="111" y="36"/>
                  </a:cubicBezTo>
                  <a:cubicBezTo>
                    <a:pt x="80" y="36"/>
                    <a:pt x="80" y="36"/>
                    <a:pt x="80" y="36"/>
                  </a:cubicBezTo>
                  <a:cubicBezTo>
                    <a:pt x="80" y="35"/>
                    <a:pt x="81" y="22"/>
                    <a:pt x="72" y="23"/>
                  </a:cubicBezTo>
                  <a:cubicBezTo>
                    <a:pt x="54" y="23"/>
                    <a:pt x="41" y="68"/>
                    <a:pt x="61" y="69"/>
                  </a:cubicBezTo>
                  <a:cubicBezTo>
                    <a:pt x="70" y="69"/>
                    <a:pt x="74" y="58"/>
                    <a:pt x="75" y="57"/>
                  </a:cubicBezTo>
                  <a:cubicBezTo>
                    <a:pt x="106" y="57"/>
                    <a:pt x="106" y="57"/>
                    <a:pt x="106" y="5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3" name="Freeform 22"/>
            <p:cNvSpPr>
              <a:spLocks noEditPoints="1"/>
            </p:cNvSpPr>
            <p:nvPr/>
          </p:nvSpPr>
          <p:spPr bwMode="auto">
            <a:xfrm>
              <a:off x="6427788" y="1211263"/>
              <a:ext cx="846138" cy="574675"/>
            </a:xfrm>
            <a:custGeom>
              <a:avLst/>
              <a:gdLst>
                <a:gd name="T0" fmla="*/ 60 w 137"/>
                <a:gd name="T1" fmla="*/ 91 h 93"/>
                <a:gd name="T2" fmla="*/ 79 w 137"/>
                <a:gd name="T3" fmla="*/ 3 h 93"/>
                <a:gd name="T4" fmla="*/ 60 w 137"/>
                <a:gd name="T5" fmla="*/ 91 h 93"/>
                <a:gd name="T6" fmla="*/ 77 w 137"/>
                <a:gd name="T7" fmla="*/ 22 h 93"/>
                <a:gd name="T8" fmla="*/ 61 w 137"/>
                <a:gd name="T9" fmla="*/ 70 h 93"/>
                <a:gd name="T10" fmla="*/ 77 w 137"/>
                <a:gd name="T11" fmla="*/ 22 h 93"/>
              </a:gdLst>
              <a:ahLst/>
              <a:cxnLst>
                <a:cxn ang="0">
                  <a:pos x="T0" y="T1"/>
                </a:cxn>
                <a:cxn ang="0">
                  <a:pos x="T2" y="T3"/>
                </a:cxn>
                <a:cxn ang="0">
                  <a:pos x="T4" y="T5"/>
                </a:cxn>
                <a:cxn ang="0">
                  <a:pos x="T6" y="T7"/>
                </a:cxn>
                <a:cxn ang="0">
                  <a:pos x="T8" y="T9"/>
                </a:cxn>
                <a:cxn ang="0">
                  <a:pos x="T10" y="T11"/>
                </a:cxn>
              </a:cxnLst>
              <a:rect l="0" t="0" r="r" b="b"/>
              <a:pathLst>
                <a:path w="137" h="93">
                  <a:moveTo>
                    <a:pt x="60" y="91"/>
                  </a:moveTo>
                  <a:cubicBezTo>
                    <a:pt x="0" y="88"/>
                    <a:pt x="18" y="0"/>
                    <a:pt x="79" y="3"/>
                  </a:cubicBezTo>
                  <a:cubicBezTo>
                    <a:pt x="137" y="6"/>
                    <a:pt x="120" y="93"/>
                    <a:pt x="60" y="91"/>
                  </a:cubicBezTo>
                  <a:close/>
                  <a:moveTo>
                    <a:pt x="77" y="22"/>
                  </a:moveTo>
                  <a:cubicBezTo>
                    <a:pt x="57" y="18"/>
                    <a:pt x="43" y="66"/>
                    <a:pt x="61" y="70"/>
                  </a:cubicBezTo>
                  <a:cubicBezTo>
                    <a:pt x="82"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4" name="Freeform 23"/>
            <p:cNvSpPr>
              <a:spLocks/>
            </p:cNvSpPr>
            <p:nvPr/>
          </p:nvSpPr>
          <p:spPr bwMode="auto">
            <a:xfrm>
              <a:off x="7126288" y="1063626"/>
              <a:ext cx="655638" cy="703263"/>
            </a:xfrm>
            <a:custGeom>
              <a:avLst/>
              <a:gdLst>
                <a:gd name="T0" fmla="*/ 59 w 106"/>
                <a:gd name="T1" fmla="*/ 18 h 114"/>
                <a:gd name="T2" fmla="*/ 48 w 106"/>
                <a:gd name="T3" fmla="*/ 28 h 114"/>
                <a:gd name="T4" fmla="*/ 47 w 106"/>
                <a:gd name="T5" fmla="*/ 30 h 114"/>
                <a:gd name="T6" fmla="*/ 64 w 106"/>
                <a:gd name="T7" fmla="*/ 30 h 114"/>
                <a:gd name="T8" fmla="*/ 69 w 106"/>
                <a:gd name="T9" fmla="*/ 11 h 114"/>
                <a:gd name="T10" fmla="*/ 96 w 106"/>
                <a:gd name="T11" fmla="*/ 11 h 114"/>
                <a:gd name="T12" fmla="*/ 92 w 106"/>
                <a:gd name="T13" fmla="*/ 30 h 114"/>
                <a:gd name="T14" fmla="*/ 106 w 106"/>
                <a:gd name="T15" fmla="*/ 30 h 114"/>
                <a:gd name="T16" fmla="*/ 101 w 106"/>
                <a:gd name="T17" fmla="*/ 49 h 114"/>
                <a:gd name="T18" fmla="*/ 87 w 106"/>
                <a:gd name="T19" fmla="*/ 49 h 114"/>
                <a:gd name="T20" fmla="*/ 80 w 106"/>
                <a:gd name="T21" fmla="*/ 85 h 114"/>
                <a:gd name="T22" fmla="*/ 79 w 106"/>
                <a:gd name="T23" fmla="*/ 91 h 114"/>
                <a:gd name="T24" fmla="*/ 92 w 106"/>
                <a:gd name="T25" fmla="*/ 93 h 114"/>
                <a:gd name="T26" fmla="*/ 88 w 106"/>
                <a:gd name="T27" fmla="*/ 112 h 114"/>
                <a:gd name="T28" fmla="*/ 56 w 106"/>
                <a:gd name="T29" fmla="*/ 109 h 114"/>
                <a:gd name="T30" fmla="*/ 51 w 106"/>
                <a:gd name="T31" fmla="*/ 91 h 114"/>
                <a:gd name="T32" fmla="*/ 60 w 106"/>
                <a:gd name="T33" fmla="*/ 49 h 114"/>
                <a:gd name="T34" fmla="*/ 44 w 106"/>
                <a:gd name="T35" fmla="*/ 49 h 114"/>
                <a:gd name="T36" fmla="*/ 30 w 106"/>
                <a:gd name="T37" fmla="*/ 112 h 114"/>
                <a:gd name="T38" fmla="*/ 1 w 106"/>
                <a:gd name="T39" fmla="*/ 112 h 114"/>
                <a:gd name="T40" fmla="*/ 15 w 106"/>
                <a:gd name="T41" fmla="*/ 49 h 114"/>
                <a:gd name="T42" fmla="*/ 0 w 106"/>
                <a:gd name="T43" fmla="*/ 49 h 114"/>
                <a:gd name="T44" fmla="*/ 4 w 106"/>
                <a:gd name="T45" fmla="*/ 30 h 114"/>
                <a:gd name="T46" fmla="*/ 18 w 106"/>
                <a:gd name="T47" fmla="*/ 30 h 114"/>
                <a:gd name="T48" fmla="*/ 30 w 106"/>
                <a:gd name="T49" fmla="*/ 7 h 114"/>
                <a:gd name="T50" fmla="*/ 62 w 106"/>
                <a:gd name="T51" fmla="*/ 3 h 114"/>
                <a:gd name="T52" fmla="*/ 59 w 106"/>
                <a:gd name="T53" fmla="*/ 1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14">
                  <a:moveTo>
                    <a:pt x="59" y="18"/>
                  </a:moveTo>
                  <a:cubicBezTo>
                    <a:pt x="50" y="18"/>
                    <a:pt x="49" y="22"/>
                    <a:pt x="48" y="28"/>
                  </a:cubicBezTo>
                  <a:cubicBezTo>
                    <a:pt x="47" y="30"/>
                    <a:pt x="47" y="30"/>
                    <a:pt x="47" y="30"/>
                  </a:cubicBezTo>
                  <a:cubicBezTo>
                    <a:pt x="64" y="30"/>
                    <a:pt x="64" y="30"/>
                    <a:pt x="64" y="30"/>
                  </a:cubicBezTo>
                  <a:cubicBezTo>
                    <a:pt x="69" y="11"/>
                    <a:pt x="69" y="11"/>
                    <a:pt x="69" y="11"/>
                  </a:cubicBezTo>
                  <a:cubicBezTo>
                    <a:pt x="96" y="11"/>
                    <a:pt x="96" y="11"/>
                    <a:pt x="96" y="11"/>
                  </a:cubicBezTo>
                  <a:cubicBezTo>
                    <a:pt x="92" y="30"/>
                    <a:pt x="92" y="30"/>
                    <a:pt x="92" y="30"/>
                  </a:cubicBezTo>
                  <a:cubicBezTo>
                    <a:pt x="106" y="30"/>
                    <a:pt x="106" y="30"/>
                    <a:pt x="106" y="30"/>
                  </a:cubicBezTo>
                  <a:cubicBezTo>
                    <a:pt x="101" y="49"/>
                    <a:pt x="101" y="49"/>
                    <a:pt x="101" y="49"/>
                  </a:cubicBezTo>
                  <a:cubicBezTo>
                    <a:pt x="87" y="49"/>
                    <a:pt x="87" y="49"/>
                    <a:pt x="87" y="49"/>
                  </a:cubicBezTo>
                  <a:cubicBezTo>
                    <a:pt x="80" y="85"/>
                    <a:pt x="80" y="85"/>
                    <a:pt x="80" y="85"/>
                  </a:cubicBezTo>
                  <a:cubicBezTo>
                    <a:pt x="79" y="87"/>
                    <a:pt x="79" y="89"/>
                    <a:pt x="79" y="91"/>
                  </a:cubicBezTo>
                  <a:cubicBezTo>
                    <a:pt x="81" y="94"/>
                    <a:pt x="92" y="93"/>
                    <a:pt x="92" y="93"/>
                  </a:cubicBezTo>
                  <a:cubicBezTo>
                    <a:pt x="88" y="112"/>
                    <a:pt x="88" y="112"/>
                    <a:pt x="88" y="112"/>
                  </a:cubicBezTo>
                  <a:cubicBezTo>
                    <a:pt x="88" y="112"/>
                    <a:pt x="64" y="114"/>
                    <a:pt x="56" y="109"/>
                  </a:cubicBezTo>
                  <a:cubicBezTo>
                    <a:pt x="52" y="106"/>
                    <a:pt x="49" y="101"/>
                    <a:pt x="51" y="91"/>
                  </a:cubicBezTo>
                  <a:cubicBezTo>
                    <a:pt x="60" y="49"/>
                    <a:pt x="60" y="49"/>
                    <a:pt x="60" y="49"/>
                  </a:cubicBezTo>
                  <a:cubicBezTo>
                    <a:pt x="44" y="49"/>
                    <a:pt x="44" y="49"/>
                    <a:pt x="44" y="49"/>
                  </a:cubicBezTo>
                  <a:cubicBezTo>
                    <a:pt x="30" y="112"/>
                    <a:pt x="30" y="112"/>
                    <a:pt x="30" y="112"/>
                  </a:cubicBezTo>
                  <a:cubicBezTo>
                    <a:pt x="1" y="112"/>
                    <a:pt x="1" y="112"/>
                    <a:pt x="1" y="112"/>
                  </a:cubicBezTo>
                  <a:cubicBezTo>
                    <a:pt x="15" y="49"/>
                    <a:pt x="15" y="49"/>
                    <a:pt x="15" y="49"/>
                  </a:cubicBezTo>
                  <a:cubicBezTo>
                    <a:pt x="0" y="49"/>
                    <a:pt x="0" y="49"/>
                    <a:pt x="0" y="49"/>
                  </a:cubicBezTo>
                  <a:cubicBezTo>
                    <a:pt x="4" y="30"/>
                    <a:pt x="4" y="30"/>
                    <a:pt x="4" y="30"/>
                  </a:cubicBezTo>
                  <a:cubicBezTo>
                    <a:pt x="18" y="30"/>
                    <a:pt x="18" y="30"/>
                    <a:pt x="18" y="30"/>
                  </a:cubicBezTo>
                  <a:cubicBezTo>
                    <a:pt x="21" y="20"/>
                    <a:pt x="23" y="13"/>
                    <a:pt x="30" y="7"/>
                  </a:cubicBezTo>
                  <a:cubicBezTo>
                    <a:pt x="39" y="0"/>
                    <a:pt x="62" y="3"/>
                    <a:pt x="62" y="3"/>
                  </a:cubicBezTo>
                  <a:cubicBezTo>
                    <a:pt x="59" y="18"/>
                    <a:pt x="59" y="18"/>
                    <a:pt x="59" y="18"/>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5" name="Freeform 24"/>
            <p:cNvSpPr>
              <a:spLocks noEditPoints="1"/>
            </p:cNvSpPr>
            <p:nvPr/>
          </p:nvSpPr>
          <p:spPr bwMode="auto">
            <a:xfrm>
              <a:off x="5338763" y="1211263"/>
              <a:ext cx="1274763" cy="568325"/>
            </a:xfrm>
            <a:custGeom>
              <a:avLst/>
              <a:gdLst>
                <a:gd name="T0" fmla="*/ 85 w 206"/>
                <a:gd name="T1" fmla="*/ 60 h 92"/>
                <a:gd name="T2" fmla="*/ 141 w 206"/>
                <a:gd name="T3" fmla="*/ 60 h 92"/>
                <a:gd name="T4" fmla="*/ 154 w 206"/>
                <a:gd name="T5" fmla="*/ 72 h 92"/>
                <a:gd name="T6" fmla="*/ 154 w 206"/>
                <a:gd name="T7" fmla="*/ 56 h 92"/>
                <a:gd name="T8" fmla="*/ 121 w 206"/>
                <a:gd name="T9" fmla="*/ 27 h 92"/>
                <a:gd name="T10" fmla="*/ 164 w 206"/>
                <a:gd name="T11" fmla="*/ 3 h 92"/>
                <a:gd name="T12" fmla="*/ 199 w 206"/>
                <a:gd name="T13" fmla="*/ 30 h 92"/>
                <a:gd name="T14" fmla="*/ 170 w 206"/>
                <a:gd name="T15" fmla="*/ 30 h 92"/>
                <a:gd name="T16" fmla="*/ 161 w 206"/>
                <a:gd name="T17" fmla="*/ 20 h 92"/>
                <a:gd name="T18" fmla="*/ 159 w 206"/>
                <a:gd name="T19" fmla="*/ 33 h 92"/>
                <a:gd name="T20" fmla="*/ 196 w 206"/>
                <a:gd name="T21" fmla="*/ 59 h 92"/>
                <a:gd name="T22" fmla="*/ 150 w 206"/>
                <a:gd name="T23" fmla="*/ 91 h 92"/>
                <a:gd name="T24" fmla="*/ 109 w 206"/>
                <a:gd name="T25" fmla="*/ 63 h 92"/>
                <a:gd name="T26" fmla="*/ 60 w 206"/>
                <a:gd name="T27" fmla="*/ 91 h 92"/>
                <a:gd name="T28" fmla="*/ 79 w 206"/>
                <a:gd name="T29" fmla="*/ 3 h 92"/>
                <a:gd name="T30" fmla="*/ 115 w 206"/>
                <a:gd name="T31" fmla="*/ 47 h 92"/>
                <a:gd name="T32" fmla="*/ 113 w 206"/>
                <a:gd name="T33" fmla="*/ 51 h 92"/>
                <a:gd name="T34" fmla="*/ 85 w 206"/>
                <a:gd name="T35" fmla="*/ 60 h 92"/>
                <a:gd name="T36" fmla="*/ 77 w 206"/>
                <a:gd name="T37" fmla="*/ 22 h 92"/>
                <a:gd name="T38" fmla="*/ 62 w 206"/>
                <a:gd name="T39" fmla="*/ 70 h 92"/>
                <a:gd name="T40" fmla="*/ 77 w 206"/>
                <a:gd name="T41" fmla="*/ 2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6" h="92">
                  <a:moveTo>
                    <a:pt x="85" y="60"/>
                  </a:moveTo>
                  <a:cubicBezTo>
                    <a:pt x="141" y="60"/>
                    <a:pt x="141" y="60"/>
                    <a:pt x="141" y="60"/>
                  </a:cubicBezTo>
                  <a:cubicBezTo>
                    <a:pt x="141" y="60"/>
                    <a:pt x="136" y="72"/>
                    <a:pt x="154" y="72"/>
                  </a:cubicBezTo>
                  <a:cubicBezTo>
                    <a:pt x="166" y="72"/>
                    <a:pt x="170" y="59"/>
                    <a:pt x="154" y="56"/>
                  </a:cubicBezTo>
                  <a:cubicBezTo>
                    <a:pt x="147" y="54"/>
                    <a:pt x="118" y="50"/>
                    <a:pt x="121" y="27"/>
                  </a:cubicBezTo>
                  <a:cubicBezTo>
                    <a:pt x="124" y="9"/>
                    <a:pt x="143" y="3"/>
                    <a:pt x="164" y="3"/>
                  </a:cubicBezTo>
                  <a:cubicBezTo>
                    <a:pt x="206" y="4"/>
                    <a:pt x="198" y="29"/>
                    <a:pt x="199" y="30"/>
                  </a:cubicBezTo>
                  <a:cubicBezTo>
                    <a:pt x="170" y="30"/>
                    <a:pt x="170" y="30"/>
                    <a:pt x="170" y="30"/>
                  </a:cubicBezTo>
                  <a:cubicBezTo>
                    <a:pt x="170" y="30"/>
                    <a:pt x="173" y="20"/>
                    <a:pt x="161" y="20"/>
                  </a:cubicBezTo>
                  <a:cubicBezTo>
                    <a:pt x="149" y="20"/>
                    <a:pt x="146" y="30"/>
                    <a:pt x="159" y="33"/>
                  </a:cubicBezTo>
                  <a:cubicBezTo>
                    <a:pt x="176" y="37"/>
                    <a:pt x="195" y="37"/>
                    <a:pt x="196" y="59"/>
                  </a:cubicBezTo>
                  <a:cubicBezTo>
                    <a:pt x="196" y="64"/>
                    <a:pt x="193" y="92"/>
                    <a:pt x="150" y="91"/>
                  </a:cubicBezTo>
                  <a:cubicBezTo>
                    <a:pt x="110" y="90"/>
                    <a:pt x="108" y="72"/>
                    <a:pt x="109" y="63"/>
                  </a:cubicBezTo>
                  <a:cubicBezTo>
                    <a:pt x="102" y="78"/>
                    <a:pt x="84" y="92"/>
                    <a:pt x="60" y="91"/>
                  </a:cubicBezTo>
                  <a:cubicBezTo>
                    <a:pt x="0" y="89"/>
                    <a:pt x="18" y="0"/>
                    <a:pt x="79" y="3"/>
                  </a:cubicBezTo>
                  <a:cubicBezTo>
                    <a:pt x="107" y="5"/>
                    <a:pt x="118" y="26"/>
                    <a:pt x="115" y="47"/>
                  </a:cubicBezTo>
                  <a:cubicBezTo>
                    <a:pt x="114" y="50"/>
                    <a:pt x="114" y="51"/>
                    <a:pt x="113" y="51"/>
                  </a:cubicBezTo>
                  <a:cubicBezTo>
                    <a:pt x="85" y="60"/>
                    <a:pt x="85" y="60"/>
                    <a:pt x="85" y="60"/>
                  </a:cubicBezTo>
                  <a:close/>
                  <a:moveTo>
                    <a:pt x="77" y="22"/>
                  </a:moveTo>
                  <a:cubicBezTo>
                    <a:pt x="58" y="18"/>
                    <a:pt x="43" y="66"/>
                    <a:pt x="62" y="70"/>
                  </a:cubicBezTo>
                  <a:cubicBezTo>
                    <a:pt x="83"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6" name="Freeform 25"/>
            <p:cNvSpPr>
              <a:spLocks noEditPoints="1"/>
            </p:cNvSpPr>
            <p:nvPr/>
          </p:nvSpPr>
          <p:spPr bwMode="auto">
            <a:xfrm>
              <a:off x="7794626" y="1247776"/>
              <a:ext cx="173038" cy="130175"/>
            </a:xfrm>
            <a:custGeom>
              <a:avLst/>
              <a:gdLst>
                <a:gd name="T0" fmla="*/ 14 w 28"/>
                <a:gd name="T1" fmla="*/ 0 h 21"/>
                <a:gd name="T2" fmla="*/ 14 w 28"/>
                <a:gd name="T3" fmla="*/ 21 h 21"/>
                <a:gd name="T4" fmla="*/ 14 w 28"/>
                <a:gd name="T5" fmla="*/ 0 h 21"/>
                <a:gd name="T6" fmla="*/ 14 w 28"/>
                <a:gd name="T7" fmla="*/ 2 h 21"/>
                <a:gd name="T8" fmla="*/ 14 w 28"/>
                <a:gd name="T9" fmla="*/ 19 h 21"/>
                <a:gd name="T10" fmla="*/ 14 w 28"/>
                <a:gd name="T11" fmla="*/ 2 h 21"/>
                <a:gd name="T12" fmla="*/ 16 w 28"/>
                <a:gd name="T13" fmla="*/ 12 h 21"/>
                <a:gd name="T14" fmla="*/ 18 w 28"/>
                <a:gd name="T15" fmla="*/ 16 h 21"/>
                <a:gd name="T16" fmla="*/ 15 w 28"/>
                <a:gd name="T17" fmla="*/ 16 h 21"/>
                <a:gd name="T18" fmla="*/ 14 w 28"/>
                <a:gd name="T19" fmla="*/ 12 h 21"/>
                <a:gd name="T20" fmla="*/ 12 w 28"/>
                <a:gd name="T21" fmla="*/ 12 h 21"/>
                <a:gd name="T22" fmla="*/ 12 w 28"/>
                <a:gd name="T23" fmla="*/ 17 h 21"/>
                <a:gd name="T24" fmla="*/ 9 w 28"/>
                <a:gd name="T25" fmla="*/ 17 h 21"/>
                <a:gd name="T26" fmla="*/ 11 w 28"/>
                <a:gd name="T27" fmla="*/ 5 h 21"/>
                <a:gd name="T28" fmla="*/ 16 w 28"/>
                <a:gd name="T29" fmla="*/ 5 h 21"/>
                <a:gd name="T30" fmla="*/ 19 w 28"/>
                <a:gd name="T31" fmla="*/ 9 h 21"/>
                <a:gd name="T32" fmla="*/ 16 w 28"/>
                <a:gd name="T33" fmla="*/ 12 h 21"/>
                <a:gd name="T34" fmla="*/ 15 w 28"/>
                <a:gd name="T35" fmla="*/ 7 h 21"/>
                <a:gd name="T36" fmla="*/ 13 w 28"/>
                <a:gd name="T37" fmla="*/ 7 h 21"/>
                <a:gd name="T38" fmla="*/ 13 w 28"/>
                <a:gd name="T39" fmla="*/ 11 h 21"/>
                <a:gd name="T40" fmla="*/ 15 w 28"/>
                <a:gd name="T41" fmla="*/ 11 h 21"/>
                <a:gd name="T42" fmla="*/ 17 w 28"/>
                <a:gd name="T43" fmla="*/ 9 h 21"/>
                <a:gd name="T44" fmla="*/ 15 w 28"/>
                <a:gd name="T4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1">
                  <a:moveTo>
                    <a:pt x="14" y="0"/>
                  </a:moveTo>
                  <a:cubicBezTo>
                    <a:pt x="28" y="0"/>
                    <a:pt x="28" y="21"/>
                    <a:pt x="14" y="21"/>
                  </a:cubicBezTo>
                  <a:cubicBezTo>
                    <a:pt x="0" y="21"/>
                    <a:pt x="0" y="0"/>
                    <a:pt x="14" y="0"/>
                  </a:cubicBezTo>
                  <a:close/>
                  <a:moveTo>
                    <a:pt x="14" y="2"/>
                  </a:moveTo>
                  <a:cubicBezTo>
                    <a:pt x="2" y="2"/>
                    <a:pt x="2" y="19"/>
                    <a:pt x="14" y="19"/>
                  </a:cubicBezTo>
                  <a:cubicBezTo>
                    <a:pt x="26" y="19"/>
                    <a:pt x="26" y="2"/>
                    <a:pt x="14" y="2"/>
                  </a:cubicBezTo>
                  <a:close/>
                  <a:moveTo>
                    <a:pt x="16" y="12"/>
                  </a:moveTo>
                  <a:cubicBezTo>
                    <a:pt x="18" y="16"/>
                    <a:pt x="18" y="16"/>
                    <a:pt x="18" y="16"/>
                  </a:cubicBezTo>
                  <a:cubicBezTo>
                    <a:pt x="15" y="16"/>
                    <a:pt x="15" y="16"/>
                    <a:pt x="15" y="16"/>
                  </a:cubicBezTo>
                  <a:cubicBezTo>
                    <a:pt x="14" y="12"/>
                    <a:pt x="14" y="12"/>
                    <a:pt x="14" y="12"/>
                  </a:cubicBezTo>
                  <a:cubicBezTo>
                    <a:pt x="12" y="12"/>
                    <a:pt x="12" y="12"/>
                    <a:pt x="12" y="12"/>
                  </a:cubicBezTo>
                  <a:cubicBezTo>
                    <a:pt x="12" y="17"/>
                    <a:pt x="12" y="17"/>
                    <a:pt x="12" y="17"/>
                  </a:cubicBezTo>
                  <a:cubicBezTo>
                    <a:pt x="9" y="17"/>
                    <a:pt x="9" y="17"/>
                    <a:pt x="9" y="17"/>
                  </a:cubicBezTo>
                  <a:cubicBezTo>
                    <a:pt x="11" y="5"/>
                    <a:pt x="11" y="5"/>
                    <a:pt x="11" y="5"/>
                  </a:cubicBezTo>
                  <a:cubicBezTo>
                    <a:pt x="16" y="5"/>
                    <a:pt x="16" y="5"/>
                    <a:pt x="16" y="5"/>
                  </a:cubicBezTo>
                  <a:cubicBezTo>
                    <a:pt x="16" y="5"/>
                    <a:pt x="19" y="6"/>
                    <a:pt x="19" y="9"/>
                  </a:cubicBezTo>
                  <a:cubicBezTo>
                    <a:pt x="19" y="12"/>
                    <a:pt x="16" y="12"/>
                    <a:pt x="16" y="12"/>
                  </a:cubicBezTo>
                  <a:close/>
                  <a:moveTo>
                    <a:pt x="15" y="7"/>
                  </a:moveTo>
                  <a:cubicBezTo>
                    <a:pt x="13" y="7"/>
                    <a:pt x="13" y="7"/>
                    <a:pt x="13" y="7"/>
                  </a:cubicBezTo>
                  <a:cubicBezTo>
                    <a:pt x="13" y="11"/>
                    <a:pt x="13" y="11"/>
                    <a:pt x="13" y="11"/>
                  </a:cubicBezTo>
                  <a:cubicBezTo>
                    <a:pt x="15" y="11"/>
                    <a:pt x="15" y="11"/>
                    <a:pt x="15" y="11"/>
                  </a:cubicBezTo>
                  <a:cubicBezTo>
                    <a:pt x="15" y="11"/>
                    <a:pt x="17" y="11"/>
                    <a:pt x="17" y="9"/>
                  </a:cubicBezTo>
                  <a:cubicBezTo>
                    <a:pt x="17" y="7"/>
                    <a:pt x="15" y="7"/>
                    <a:pt x="15" y="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grpSp>
      <p:pic>
        <p:nvPicPr>
          <p:cNvPr id="27" name="Picture 2" descr="D:\User\Pictures\WinAzure_rg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72482" y="7631525"/>
            <a:ext cx="2411540" cy="373372"/>
          </a:xfrm>
          <a:prstGeom prst="rect">
            <a:avLst/>
          </a:prstGeom>
          <a:noFill/>
          <a:extLst>
            <a:ext uri="{909E8E84-426E-40DD-AFC4-6F175D3DCCD1}">
              <a14:hiddenFill xmlns:a14="http://schemas.microsoft.com/office/drawing/2010/main">
                <a:solidFill>
                  <a:srgbClr val="FFFFFF"/>
                </a:solidFill>
              </a14:hiddenFill>
            </a:ext>
          </a:extLst>
        </p:spPr>
      </p:pic>
      <p:sp>
        <p:nvSpPr>
          <p:cNvPr id="30" name="Content Placeholder 2"/>
          <p:cNvSpPr>
            <a:spLocks noGrp="1"/>
          </p:cNvSpPr>
          <p:nvPr>
            <p:ph sz="half" idx="10"/>
          </p:nvPr>
        </p:nvSpPr>
        <p:spPr>
          <a:xfrm>
            <a:off x="2200546" y="4114809"/>
            <a:ext cx="5015267" cy="1601977"/>
          </a:xfrm>
        </p:spPr>
        <p:txBody>
          <a:bodyPr/>
          <a:lstStyle>
            <a:lvl1pPr marL="407576" indent="-407576">
              <a:lnSpc>
                <a:spcPct val="90000"/>
              </a:lnSpc>
              <a:defRPr sz="2400"/>
            </a:lvl1pPr>
            <a:lvl2pPr marL="807225" indent="-390130">
              <a:lnSpc>
                <a:spcPct val="90000"/>
              </a:lnSpc>
              <a:defRPr sz="2200"/>
            </a:lvl2pPr>
            <a:lvl3pPr marL="1143437" indent="-345727">
              <a:lnSpc>
                <a:spcPct val="90000"/>
              </a:lnSpc>
              <a:defRPr sz="1900"/>
            </a:lvl3pPr>
            <a:lvl4pPr marL="1471716" indent="-328282">
              <a:lnSpc>
                <a:spcPct val="90000"/>
              </a:lnSpc>
              <a:defRPr sz="1700"/>
            </a:lvl4pPr>
            <a:lvl5pPr marL="1817442" indent="-336210">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Content Placeholder 3"/>
          <p:cNvSpPr>
            <a:spLocks noGrp="1"/>
          </p:cNvSpPr>
          <p:nvPr>
            <p:ph sz="half" idx="11"/>
          </p:nvPr>
        </p:nvSpPr>
        <p:spPr>
          <a:xfrm>
            <a:off x="9130460" y="4114809"/>
            <a:ext cx="5065177" cy="1601977"/>
          </a:xfrm>
        </p:spPr>
        <p:txBody>
          <a:bodyPr/>
          <a:lstStyle>
            <a:lvl1pPr marL="417086" indent="-417086">
              <a:lnSpc>
                <a:spcPct val="90000"/>
              </a:lnSpc>
              <a:defRPr sz="2400"/>
            </a:lvl1pPr>
            <a:lvl2pPr marL="807225" indent="-407576">
              <a:lnSpc>
                <a:spcPct val="90000"/>
              </a:lnSpc>
              <a:defRPr sz="2200"/>
            </a:lvl2pPr>
            <a:lvl3pPr marL="1152951" indent="-363167">
              <a:lnSpc>
                <a:spcPct val="90000"/>
              </a:lnSpc>
              <a:defRPr sz="1900"/>
            </a:lvl3pPr>
            <a:lvl4pPr marL="1471716" indent="-318768">
              <a:lnSpc>
                <a:spcPct val="90000"/>
              </a:lnSpc>
              <a:defRPr sz="1700"/>
            </a:lvl4pPr>
            <a:lvl5pPr marL="1817442" indent="-328282">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806151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23097" y="3401568"/>
            <a:ext cx="13390303" cy="1218796"/>
          </a:xfrm>
        </p:spPr>
        <p:txBody>
          <a:bodyPr anchor="b" anchorCtr="0">
            <a:spAutoFit/>
          </a:bodyPr>
          <a:lstStyle>
            <a:lvl1pPr>
              <a:lnSpc>
                <a:spcPct val="100000"/>
              </a:lnSpc>
              <a:defRPr sz="7920" baseline="0">
                <a:solidFill>
                  <a:schemeClr val="bg1">
                    <a:alpha val="99000"/>
                  </a:schemeClr>
                </a:solidFill>
                <a:latin typeface="Segoe UI Light" pitchFamily="34" charset="0"/>
              </a:defRPr>
            </a:lvl1pPr>
          </a:lstStyle>
          <a:p>
            <a:r>
              <a:rPr lang="en-US" dirty="0"/>
              <a:t>Title Here</a:t>
            </a:r>
          </a:p>
        </p:txBody>
      </p:sp>
      <p:sp>
        <p:nvSpPr>
          <p:cNvPr id="7" name="Text Placeholder 6"/>
          <p:cNvSpPr>
            <a:spLocks noGrp="1"/>
          </p:cNvSpPr>
          <p:nvPr>
            <p:ph type="body" sz="quarter" idx="11" hasCustomPrompt="1"/>
          </p:nvPr>
        </p:nvSpPr>
        <p:spPr>
          <a:xfrm>
            <a:off x="623098" y="5157216"/>
            <a:ext cx="6546905" cy="1514261"/>
          </a:xfrm>
        </p:spPr>
        <p:txBody>
          <a:bodyPr/>
          <a:lstStyle>
            <a:lvl1pPr marL="0" indent="0">
              <a:lnSpc>
                <a:spcPct val="100000"/>
              </a:lnSpc>
              <a:spcBef>
                <a:spcPts val="720"/>
              </a:spcBef>
              <a:buFont typeface="Arial" pitchFamily="34" charset="0"/>
              <a:buNone/>
              <a:defRPr sz="2880">
                <a:solidFill>
                  <a:schemeClr val="bg1">
                    <a:alpha val="98000"/>
                  </a:schemeClr>
                </a:solidFill>
                <a:latin typeface="+mj-lt"/>
              </a:defRPr>
            </a:lvl1pPr>
            <a:lvl2pPr marL="552450" indent="0">
              <a:buFont typeface="Arial" pitchFamily="34" charset="0"/>
              <a:buNone/>
              <a:defRPr/>
            </a:lvl2pPr>
            <a:lvl3pPr marL="1026796" indent="0">
              <a:buFont typeface="Arial" pitchFamily="34" charset="0"/>
              <a:buNone/>
              <a:defRPr/>
            </a:lvl3pPr>
            <a:lvl4pPr marL="1510666" indent="0">
              <a:buFont typeface="Arial" pitchFamily="34" charset="0"/>
              <a:buNone/>
              <a:defRPr/>
            </a:lvl4pPr>
            <a:lvl5pPr marL="1925956" indent="0">
              <a:buFont typeface="Arial" pitchFamily="34" charset="0"/>
              <a:buNone/>
              <a:defRPr/>
            </a:lvl5pPr>
          </a:lstStyle>
          <a:p>
            <a:pPr lvl="0"/>
            <a:r>
              <a:rPr lang="en-US" dirty="0"/>
              <a:t>Name </a:t>
            </a:r>
          </a:p>
          <a:p>
            <a:pPr lvl="0"/>
            <a:r>
              <a:rPr lang="en-US" dirty="0"/>
              <a:t>Title</a:t>
            </a:r>
          </a:p>
          <a:p>
            <a:pPr lvl="0"/>
            <a:r>
              <a:rPr lang="en-US" dirty="0"/>
              <a:t>Microsoft Corporation</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3099" y="274320"/>
            <a:ext cx="2998173" cy="348406"/>
          </a:xfrm>
          <a:prstGeom prst="rect">
            <a:avLst/>
          </a:prstGeom>
        </p:spPr>
      </p:pic>
    </p:spTree>
    <p:extLst>
      <p:ext uri="{BB962C8B-B14F-4D97-AF65-F5344CB8AC3E}">
        <p14:creationId xmlns:p14="http://schemas.microsoft.com/office/powerpoint/2010/main" val="347873365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20048" y="3401542"/>
            <a:ext cx="13390303" cy="1462580"/>
          </a:xfrm>
        </p:spPr>
        <p:txBody>
          <a:bodyPr anchor="b"/>
          <a:lstStyle>
            <a:lvl1pPr marL="0" indent="0">
              <a:lnSpc>
                <a:spcPct val="100000"/>
              </a:lnSpc>
              <a:buNone/>
              <a:defRPr lang="en-US" sz="10560" i="0" kern="1200" spc="-120" baseline="0" dirty="0" smtClean="0">
                <a:solidFill>
                  <a:schemeClr val="bg1">
                    <a:alpha val="99000"/>
                  </a:schemeClr>
                </a:solidFill>
                <a:latin typeface="Segoe UI Light" pitchFamily="34" charset="0"/>
                <a:ea typeface="+mn-ea"/>
                <a:cs typeface="+mn-cs"/>
              </a:defRPr>
            </a:lvl1pPr>
          </a:lstStyle>
          <a:p>
            <a:pPr marL="0" lvl="0" indent="0" algn="l" defTabSz="1097236"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76" y="5157216"/>
            <a:ext cx="9018713" cy="531812"/>
          </a:xfrm>
        </p:spPr>
        <p:txBody>
          <a:bodyPr/>
          <a:lstStyle>
            <a:lvl1pPr marL="0" indent="0">
              <a:lnSpc>
                <a:spcPct val="100000"/>
              </a:lnSpc>
              <a:buNone/>
              <a:defRPr lang="en-US" sz="3840" kern="1200" spc="-120" baseline="0" dirty="0">
                <a:solidFill>
                  <a:schemeClr val="bg1">
                    <a:alpha val="99000"/>
                  </a:schemeClr>
                </a:solidFill>
                <a:latin typeface="+mj-lt"/>
                <a:ea typeface="+mn-ea"/>
                <a:cs typeface="+mn-cs"/>
              </a:defRPr>
            </a:lvl1pPr>
          </a:lstStyle>
          <a:p>
            <a:pPr marL="0" lvl="0" indent="0" algn="l" defTabSz="1097236"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a:stretch/>
        </p:blipFill>
        <p:spPr bwMode="black">
          <a:xfrm>
            <a:off x="641817" y="7637581"/>
            <a:ext cx="1915281" cy="322039"/>
          </a:xfrm>
          <a:prstGeom prst="rect">
            <a:avLst/>
          </a:prstGeom>
          <a:noFill/>
          <a:ln>
            <a:noFill/>
          </a:ln>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23099" y="274320"/>
            <a:ext cx="2998173" cy="348406"/>
          </a:xfrm>
          <a:prstGeom prst="rect">
            <a:avLst/>
          </a:prstGeom>
        </p:spPr>
      </p:pic>
    </p:spTree>
    <p:extLst>
      <p:ext uri="{BB962C8B-B14F-4D97-AF65-F5344CB8AC3E}">
        <p14:creationId xmlns:p14="http://schemas.microsoft.com/office/powerpoint/2010/main" val="69632406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0048" y="2304288"/>
            <a:ext cx="13390303" cy="3250121"/>
          </a:xfrm>
        </p:spPr>
        <p:txBody>
          <a:bodyPr anchor="ctr" anchorCtr="0">
            <a:spAutoFit/>
            <a:scene3d>
              <a:camera prst="orthographicFront"/>
              <a:lightRig rig="flat" dir="t"/>
            </a:scene3d>
            <a:sp3d>
              <a:contourClr>
                <a:schemeClr val="bg2"/>
              </a:contourClr>
            </a:sp3d>
          </a:bodyPr>
          <a:lstStyle>
            <a:lvl1pPr marL="0" indent="0" algn="l">
              <a:buFont typeface="Arial" pitchFamily="34" charset="0"/>
              <a:buNone/>
              <a:defRPr kumimoji="0" lang="en-US" sz="10560" b="0" i="0" u="none" strike="noStrike" kern="1200" cap="none" spc="-144"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96741" y="7605657"/>
            <a:ext cx="3008657" cy="349624"/>
          </a:xfrm>
          <a:prstGeom prst="rect">
            <a:avLst/>
          </a:prstGeom>
        </p:spPr>
      </p:pic>
    </p:spTree>
    <p:extLst>
      <p:ext uri="{BB962C8B-B14F-4D97-AF65-F5344CB8AC3E}">
        <p14:creationId xmlns:p14="http://schemas.microsoft.com/office/powerpoint/2010/main" val="1847351589"/>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623098" y="1737360"/>
            <a:ext cx="13382299" cy="62179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9685" tIns="54844" rIns="109685" bIns="54844" numCol="1" spcCol="0" rtlCol="0" anchor="ctr" anchorCtr="0" compatLnSpc="1">
            <a:prstTxWarp prst="textNoShape">
              <a:avLst/>
            </a:prstTxWarp>
          </a:bodyPr>
          <a:lstStyle/>
          <a:p>
            <a:pPr algn="ctr" defTabSz="1096546" fontAlgn="base">
              <a:spcBef>
                <a:spcPct val="0"/>
              </a:spcBef>
              <a:spcAft>
                <a:spcPct val="0"/>
              </a:spcAft>
            </a:pPr>
            <a:endParaRPr lang="en-US" sz="264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1097236" rtl="0" eaLnBrk="1" latinLnBrk="0" hangingPunct="1">
              <a:lnSpc>
                <a:spcPct val="90000"/>
              </a:lnSpc>
              <a:spcBef>
                <a:spcPct val="0"/>
              </a:spcBef>
              <a:buNone/>
              <a:defRPr lang="en-US" sz="6480" b="0" kern="1200" cap="none" spc="-12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a:t>Click to edit Master title style</a:t>
            </a:r>
            <a:endParaRPr lang="en-US" dirty="0"/>
          </a:p>
        </p:txBody>
      </p:sp>
      <p:sp>
        <p:nvSpPr>
          <p:cNvPr id="5" name="Text Placeholder 4"/>
          <p:cNvSpPr>
            <a:spLocks noGrp="1"/>
          </p:cNvSpPr>
          <p:nvPr>
            <p:ph type="body" sz="quarter" idx="11"/>
          </p:nvPr>
        </p:nvSpPr>
        <p:spPr>
          <a:xfrm>
            <a:off x="4169651" y="4118364"/>
            <a:ext cx="8336545" cy="1455911"/>
          </a:xfrm>
        </p:spPr>
        <p:txBody>
          <a:bodyPr lIns="182880" tIns="182880" anchor="ctr" anchorCtr="0"/>
          <a:lstStyle>
            <a:lvl1pPr marL="689610" indent="-685800">
              <a:spcAft>
                <a:spcPts val="1440"/>
              </a:spcAft>
              <a:buNone/>
              <a:defRPr lang="en-US" sz="5280" kern="1200" spc="-120" baseline="0" dirty="0" smtClean="0">
                <a:gradFill>
                  <a:gsLst>
                    <a:gs pos="0">
                      <a:srgbClr val="595959"/>
                    </a:gs>
                    <a:gs pos="86000">
                      <a:srgbClr val="595959"/>
                    </a:gs>
                  </a:gsLst>
                  <a:lin ang="5400000" scaled="0"/>
                </a:gradFill>
                <a:latin typeface="Segoe UI Light" pitchFamily="34" charset="0"/>
                <a:ea typeface="+mn-ea"/>
                <a:cs typeface="+mn-cs"/>
              </a:defRPr>
            </a:lvl1pPr>
            <a:lvl2pPr marL="415290" indent="-411480">
              <a:buFont typeface="Arial" pitchFamily="34" charset="0"/>
              <a:buNone/>
              <a:defRPr lang="en-US" sz="2880" kern="1200" spc="-60" baseline="0" dirty="0">
                <a:gradFill>
                  <a:gsLst>
                    <a:gs pos="0">
                      <a:srgbClr val="595959"/>
                    </a:gs>
                    <a:gs pos="86000">
                      <a:srgbClr val="595959"/>
                    </a:gs>
                  </a:gsLst>
                  <a:lin ang="5400000" scaled="0"/>
                </a:gradFill>
                <a:latin typeface="+mn-lt"/>
                <a:ea typeface="+mn-ea"/>
                <a:cs typeface="+mn-cs"/>
              </a:defRPr>
            </a:lvl2pPr>
          </a:lstStyle>
          <a:p>
            <a:pPr marL="3810" lvl="0" indent="0" algn="l" defTabSz="1097236" rtl="0" eaLnBrk="1" latinLnBrk="0" hangingPunct="1">
              <a:lnSpc>
                <a:spcPct val="90000"/>
              </a:lnSpc>
              <a:spcBef>
                <a:spcPts val="0"/>
              </a:spcBef>
              <a:spcAft>
                <a:spcPts val="1080"/>
              </a:spcAft>
              <a:buSzPct val="80000"/>
            </a:pPr>
            <a:r>
              <a:rPr lang="en-US"/>
              <a:t>Click to edit Master text styles</a:t>
            </a:r>
          </a:p>
          <a:p>
            <a:pPr marL="3810" lvl="1" indent="0" algn="l" defTabSz="1097236" rtl="0" eaLnBrk="1" latinLnBrk="0" hangingPunct="1">
              <a:lnSpc>
                <a:spcPct val="90000"/>
              </a:lnSpc>
              <a:spcBef>
                <a:spcPts val="0"/>
              </a:spcBef>
              <a:spcAft>
                <a:spcPts val="1080"/>
              </a:spcAft>
              <a:buSzPct val="80000"/>
            </a:pPr>
            <a:r>
              <a:rPr lang="en-US"/>
              <a:t>Second level</a:t>
            </a:r>
          </a:p>
        </p:txBody>
      </p:sp>
      <p:sp>
        <p:nvSpPr>
          <p:cNvPr id="18" name="Freeform 105"/>
          <p:cNvSpPr>
            <a:spLocks/>
          </p:cNvSpPr>
          <p:nvPr userDrawn="1"/>
        </p:nvSpPr>
        <p:spPr bwMode="black">
          <a:xfrm>
            <a:off x="1440583" y="2560320"/>
            <a:ext cx="2238655" cy="45720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a:extLst/>
        </p:spPr>
        <p:txBody>
          <a:bodyPr vert="horz" wrap="square" lIns="98766" tIns="49384" rIns="98766" bIns="49384" numCol="1" anchor="t" anchorCtr="0" compatLnSpc="1">
            <a:prstTxWarp prst="textNoShape">
              <a:avLst/>
            </a:prstTxWarp>
          </a:bodyPr>
          <a:lstStyle/>
          <a:p>
            <a:pPr defTabSz="1462784"/>
            <a:endParaRPr lang="en-US" sz="1920" dirty="0">
              <a:solidFill>
                <a:srgbClr val="292929"/>
              </a:solidFill>
            </a:endParaRPr>
          </a:p>
        </p:txBody>
      </p:sp>
    </p:spTree>
    <p:extLst>
      <p:ext uri="{BB962C8B-B14F-4D97-AF65-F5344CB8AC3E}">
        <p14:creationId xmlns:p14="http://schemas.microsoft.com/office/powerpoint/2010/main" val="178001913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
        <p:nvSpPr>
          <p:cNvPr id="4" name="Content Placeholder 3"/>
          <p:cNvSpPr>
            <a:spLocks noGrp="1"/>
          </p:cNvSpPr>
          <p:nvPr>
            <p:ph sz="quarter" idx="10"/>
          </p:nvPr>
        </p:nvSpPr>
        <p:spPr>
          <a:xfrm>
            <a:off x="623098" y="1756411"/>
            <a:ext cx="13390303" cy="249504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090569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lgn="l" defTabSz="1097236" rtl="0" eaLnBrk="1" latinLnBrk="0" hangingPunct="1">
              <a:lnSpc>
                <a:spcPct val="90000"/>
              </a:lnSpc>
              <a:spcBef>
                <a:spcPct val="0"/>
              </a:spcBef>
              <a:buNone/>
              <a:defRPr lang="en-US" sz="6480" b="0" kern="1200" cap="none" spc="-12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a:t>Click to edit Master title style</a:t>
            </a:r>
            <a:endParaRPr lang="en-US" dirty="0"/>
          </a:p>
        </p:txBody>
      </p:sp>
      <p:sp>
        <p:nvSpPr>
          <p:cNvPr id="4" name="Content Placeholder 3"/>
          <p:cNvSpPr>
            <a:spLocks noGrp="1"/>
          </p:cNvSpPr>
          <p:nvPr>
            <p:ph sz="quarter" idx="10"/>
          </p:nvPr>
        </p:nvSpPr>
        <p:spPr>
          <a:xfrm>
            <a:off x="623098" y="1756411"/>
            <a:ext cx="13390303" cy="2495042"/>
          </a:xfrm>
        </p:spPr>
        <p:txBody>
          <a:bodyPr>
            <a:spAutoFit/>
          </a:bodyPr>
          <a:lstStyle>
            <a:lvl1pPr marL="0" indent="0">
              <a:buFontTx/>
              <a:buNone/>
              <a:defRPr/>
            </a:lvl1pPr>
            <a:lvl2pPr marL="552450" indent="0">
              <a:buFontTx/>
              <a:buNone/>
              <a:defRPr/>
            </a:lvl2pPr>
            <a:lvl3pPr marL="1097280" indent="0">
              <a:buFontTx/>
              <a:buNone/>
              <a:defRPr/>
            </a:lvl3pPr>
            <a:lvl4pPr marL="1644016" indent="0">
              <a:buFontTx/>
              <a:buNone/>
              <a:defRPr/>
            </a:lvl4pPr>
            <a:lvl5pPr marL="2204086"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04974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Tree>
    <p:extLst>
      <p:ext uri="{BB962C8B-B14F-4D97-AF65-F5344CB8AC3E}">
        <p14:creationId xmlns:p14="http://schemas.microsoft.com/office/powerpoint/2010/main" val="2182218030"/>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46371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9" name="Group 8"/>
          <p:cNvGrpSpPr/>
          <p:nvPr userDrawn="1"/>
        </p:nvGrpSpPr>
        <p:grpSpPr>
          <a:xfrm>
            <a:off x="9258473" y="2563256"/>
            <a:ext cx="4200047" cy="2536870"/>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grpSp>
    </p:spTree>
    <p:extLst>
      <p:ext uri="{BB962C8B-B14F-4D97-AF65-F5344CB8AC3E}">
        <p14:creationId xmlns:p14="http://schemas.microsoft.com/office/powerpoint/2010/main" val="2654240383"/>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sp>
        <p:nvSpPr>
          <p:cNvPr id="8" name="Freeform 6"/>
          <p:cNvSpPr>
            <a:spLocks noEditPoints="1"/>
          </p:cNvSpPr>
          <p:nvPr userDrawn="1"/>
        </p:nvSpPr>
        <p:spPr bwMode="auto">
          <a:xfrm>
            <a:off x="9952936" y="2409713"/>
            <a:ext cx="2723602" cy="2603532"/>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defTabSz="1097236"/>
            <a:endParaRPr lang="en-US" sz="2160" dirty="0">
              <a:solidFill>
                <a:srgbClr val="292929"/>
              </a:solidFill>
            </a:endParaRPr>
          </a:p>
        </p:txBody>
      </p:sp>
    </p:spTree>
    <p:extLst>
      <p:ext uri="{BB962C8B-B14F-4D97-AF65-F5344CB8AC3E}">
        <p14:creationId xmlns:p14="http://schemas.microsoft.com/office/powerpoint/2010/main" val="360361728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8" name="Group 7"/>
          <p:cNvGrpSpPr/>
          <p:nvPr userDrawn="1"/>
        </p:nvGrpSpPr>
        <p:grpSpPr bwMode="black">
          <a:xfrm>
            <a:off x="9487957" y="2691517"/>
            <a:ext cx="3813290" cy="2321546"/>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grpSp>
    </p:spTree>
    <p:extLst>
      <p:ext uri="{BB962C8B-B14F-4D97-AF65-F5344CB8AC3E}">
        <p14:creationId xmlns:p14="http://schemas.microsoft.com/office/powerpoint/2010/main" val="2709337023"/>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rgbClr val="FFE497"/>
                </a:solidFill>
                <a:effectLst/>
                <a:uLnTx/>
                <a:uFillTx/>
                <a:latin typeface="Segoe UI Light" pitchFamily="34" charset="0"/>
                <a:ea typeface="+mn-ea"/>
                <a:cs typeface="+mn-cs"/>
              </a:defRPr>
            </a:lvl1pPr>
          </a:lstStyle>
          <a:p>
            <a:pPr lvl="0"/>
            <a:r>
              <a:rPr lang="en-US" dirty="0"/>
              <a:t>click to…</a:t>
            </a:r>
          </a:p>
        </p:txBody>
      </p:sp>
      <p:sp>
        <p:nvSpPr>
          <p:cNvPr id="25" name="Freeform 64"/>
          <p:cNvSpPr>
            <a:spLocks noEditPoints="1"/>
          </p:cNvSpPr>
          <p:nvPr userDrawn="1"/>
        </p:nvSpPr>
        <p:spPr bwMode="black">
          <a:xfrm>
            <a:off x="9510808" y="2319125"/>
            <a:ext cx="3616940" cy="277709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98766" tIns="49384" rIns="98766" bIns="49384" numCol="1" anchor="t" anchorCtr="0" compatLnSpc="1">
            <a:prstTxWarp prst="textNoShape">
              <a:avLst/>
            </a:prstTxWarp>
          </a:bodyPr>
          <a:lstStyle/>
          <a:p>
            <a:pPr defTabSz="1097236"/>
            <a:endParaRPr lang="en-US" sz="1920" dirty="0">
              <a:solidFill>
                <a:srgbClr val="292929"/>
              </a:solidFill>
            </a:endParaRPr>
          </a:p>
        </p:txBody>
      </p:sp>
    </p:spTree>
    <p:extLst>
      <p:ext uri="{BB962C8B-B14F-4D97-AF65-F5344CB8AC3E}">
        <p14:creationId xmlns:p14="http://schemas.microsoft.com/office/powerpoint/2010/main" val="902302213"/>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9" name="Group 8"/>
          <p:cNvGrpSpPr/>
          <p:nvPr userDrawn="1"/>
        </p:nvGrpSpPr>
        <p:grpSpPr>
          <a:xfrm>
            <a:off x="10662086" y="2286000"/>
            <a:ext cx="1533515" cy="3894442"/>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grpSp>
    </p:spTree>
    <p:extLst>
      <p:ext uri="{BB962C8B-B14F-4D97-AF65-F5344CB8AC3E}">
        <p14:creationId xmlns:p14="http://schemas.microsoft.com/office/powerpoint/2010/main" val="4202784423"/>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5186759" y="3768329"/>
            <a:ext cx="4256880" cy="692942"/>
          </a:xfrm>
          <a:prstGeom prst="rect">
            <a:avLst/>
          </a:prstGeom>
          <a:noFill/>
          <a:ln>
            <a:noFill/>
          </a:ln>
        </p:spPr>
      </p:pic>
      <p:sp>
        <p:nvSpPr>
          <p:cNvPr id="3" name="Text Box 3"/>
          <p:cNvSpPr txBox="1">
            <a:spLocks noChangeArrowheads="1"/>
          </p:cNvSpPr>
          <p:nvPr userDrawn="1"/>
        </p:nvSpPr>
        <p:spPr bwMode="blackWhite">
          <a:xfrm>
            <a:off x="609600" y="7300288"/>
            <a:ext cx="13411201" cy="498582"/>
          </a:xfrm>
          <a:prstGeom prst="rect">
            <a:avLst/>
          </a:prstGeom>
          <a:noFill/>
          <a:ln w="12700">
            <a:noFill/>
            <a:miter lim="800000"/>
            <a:headEnd type="none" w="sm" len="sm"/>
            <a:tailEnd type="none" w="sm" len="sm"/>
          </a:ln>
          <a:effectLst/>
        </p:spPr>
        <p:txBody>
          <a:bodyPr vert="horz" wrap="square" lIns="109710" tIns="54856" rIns="109710" bIns="54856" numCol="1" anchor="t" anchorCtr="0" compatLnSpc="1">
            <a:prstTxWarp prst="textNoShape">
              <a:avLst/>
            </a:prstTxWarp>
            <a:spAutoFit/>
          </a:bodyPr>
          <a:lstStyle/>
          <a:p>
            <a:pPr algn="ctr" defTabSz="1096919" eaLnBrk="0" hangingPunct="0"/>
            <a:r>
              <a:rPr lang="en-US" sz="840" dirty="0">
                <a:solidFill>
                  <a:srgbClr val="FFFFFF">
                    <a:alpha val="99000"/>
                  </a:srgbClr>
                </a:solidFill>
                <a:cs typeface="Arial" charset="0"/>
              </a:rPr>
              <a:t>© 2011 Microsoft Corporation. All rights reserved. Microsoft, Windows, Windows Vista and other product names are or may be registered trademarks and/or trademarks in the U.S. and/or other countries.</a:t>
            </a:r>
          </a:p>
          <a:p>
            <a:pPr algn="ctr" defTabSz="1096919" eaLnBrk="0" hangingPunct="0"/>
            <a:r>
              <a:rPr lang="en-US" sz="84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66624562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097" y="1737359"/>
            <a:ext cx="13382301" cy="2495042"/>
          </a:xfrm>
        </p:spPr>
        <p:txBody>
          <a:bodyPr/>
          <a:lstStyle>
            <a:lvl1pPr marL="552450" indent="-552450">
              <a:buClr>
                <a:srgbClr val="FFFFFF"/>
              </a:buClr>
              <a:buSzPct val="70000"/>
              <a:buFontTx/>
              <a:buBlip>
                <a:blip r:embed="rId2"/>
              </a:buBlip>
              <a:defRPr>
                <a:gradFill>
                  <a:gsLst>
                    <a:gs pos="0">
                      <a:srgbClr val="FFFFFF"/>
                    </a:gs>
                    <a:gs pos="86000">
                      <a:srgbClr val="FFFFFF"/>
                    </a:gs>
                  </a:gsLst>
                  <a:lin ang="5400000" scaled="0"/>
                </a:gradFill>
              </a:defRPr>
            </a:lvl1pPr>
            <a:lvl2pPr marL="1026796" indent="-474346">
              <a:buClr>
                <a:srgbClr val="FFFFFF"/>
              </a:buClr>
              <a:buSzPct val="70000"/>
              <a:buFontTx/>
              <a:buBlip>
                <a:blip r:embed="rId2"/>
              </a:buBlip>
              <a:defRPr>
                <a:gradFill>
                  <a:gsLst>
                    <a:gs pos="0">
                      <a:srgbClr val="FFFFFF"/>
                    </a:gs>
                    <a:gs pos="86000">
                      <a:srgbClr val="FFFFFF"/>
                    </a:gs>
                  </a:gsLst>
                  <a:lin ang="5400000" scaled="0"/>
                </a:gradFill>
              </a:defRPr>
            </a:lvl2pPr>
            <a:lvl3pPr marL="1510666" indent="-483870">
              <a:buClr>
                <a:srgbClr val="FFFFFF"/>
              </a:buClr>
              <a:buSzPct val="70000"/>
              <a:buFontTx/>
              <a:buBlip>
                <a:blip r:embed="rId2"/>
              </a:buBlip>
              <a:defRPr>
                <a:gradFill>
                  <a:gsLst>
                    <a:gs pos="0">
                      <a:srgbClr val="FFFFFF"/>
                    </a:gs>
                    <a:gs pos="86000">
                      <a:srgbClr val="FFFFFF"/>
                    </a:gs>
                  </a:gsLst>
                  <a:lin ang="5400000" scaled="0"/>
                </a:gradFill>
              </a:defRPr>
            </a:lvl3pPr>
            <a:lvl4pPr marL="1925956" indent="-415290">
              <a:buClr>
                <a:srgbClr val="FFFFFF"/>
              </a:buClr>
              <a:buSzPct val="70000"/>
              <a:buFontTx/>
              <a:buBlip>
                <a:blip r:embed="rId2"/>
              </a:buBlip>
              <a:defRPr>
                <a:gradFill>
                  <a:gsLst>
                    <a:gs pos="0">
                      <a:srgbClr val="FFFFFF"/>
                    </a:gs>
                    <a:gs pos="86000">
                      <a:srgbClr val="FFFFFF"/>
                    </a:gs>
                  </a:gsLst>
                  <a:lin ang="5400000" scaled="0"/>
                </a:gradFill>
              </a:defRPr>
            </a:lvl4pPr>
            <a:lvl5pPr marL="2329816" indent="-40386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5389857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097" y="1737359"/>
            <a:ext cx="13382301" cy="2495042"/>
          </a:xfrm>
        </p:spPr>
        <p:txBody>
          <a:bodyPr/>
          <a:lstStyle>
            <a:lvl1pPr marL="552450" indent="-552450">
              <a:buClr>
                <a:srgbClr val="FFFFFF"/>
              </a:buClr>
              <a:buSzPct val="70000"/>
              <a:buFontTx/>
              <a:buBlip>
                <a:blip r:embed="rId2"/>
              </a:buBlip>
              <a:defRPr>
                <a:gradFill>
                  <a:gsLst>
                    <a:gs pos="0">
                      <a:srgbClr val="FFFFFF"/>
                    </a:gs>
                    <a:gs pos="86000">
                      <a:srgbClr val="FFFFFF"/>
                    </a:gs>
                  </a:gsLst>
                  <a:lin ang="5400000" scaled="0"/>
                </a:gradFill>
              </a:defRPr>
            </a:lvl1pPr>
            <a:lvl2pPr marL="1026796" indent="-474346">
              <a:buClr>
                <a:srgbClr val="FFFFFF"/>
              </a:buClr>
              <a:buSzPct val="70000"/>
              <a:buFontTx/>
              <a:buBlip>
                <a:blip r:embed="rId2"/>
              </a:buBlip>
              <a:defRPr>
                <a:gradFill>
                  <a:gsLst>
                    <a:gs pos="0">
                      <a:srgbClr val="FFFFFF"/>
                    </a:gs>
                    <a:gs pos="86000">
                      <a:srgbClr val="FFFFFF"/>
                    </a:gs>
                  </a:gsLst>
                  <a:lin ang="5400000" scaled="0"/>
                </a:gradFill>
              </a:defRPr>
            </a:lvl2pPr>
            <a:lvl3pPr marL="1510666" indent="-483870">
              <a:buClr>
                <a:srgbClr val="FFFFFF"/>
              </a:buClr>
              <a:buSzPct val="70000"/>
              <a:buFontTx/>
              <a:buBlip>
                <a:blip r:embed="rId2"/>
              </a:buBlip>
              <a:defRPr>
                <a:gradFill>
                  <a:gsLst>
                    <a:gs pos="0">
                      <a:srgbClr val="FFFFFF"/>
                    </a:gs>
                    <a:gs pos="86000">
                      <a:srgbClr val="FFFFFF"/>
                    </a:gs>
                  </a:gsLst>
                  <a:lin ang="5400000" scaled="0"/>
                </a:gradFill>
              </a:defRPr>
            </a:lvl3pPr>
            <a:lvl4pPr marL="1925956" indent="-415290">
              <a:buClr>
                <a:srgbClr val="FFFFFF"/>
              </a:buClr>
              <a:buSzPct val="70000"/>
              <a:buFontTx/>
              <a:buBlip>
                <a:blip r:embed="rId2"/>
              </a:buBlip>
              <a:defRPr>
                <a:gradFill>
                  <a:gsLst>
                    <a:gs pos="0">
                      <a:srgbClr val="FFFFFF"/>
                    </a:gs>
                    <a:gs pos="86000">
                      <a:srgbClr val="FFFFFF"/>
                    </a:gs>
                  </a:gsLst>
                  <a:lin ang="5400000" scaled="0"/>
                </a:gradFill>
              </a:defRPr>
            </a:lvl4pPr>
            <a:lvl5pPr marL="2329816" indent="-40386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7486652"/>
            <a:ext cx="14630401" cy="742950"/>
          </a:xfrm>
          <a:solidFill>
            <a:srgbClr val="FFFF99"/>
          </a:solidFill>
        </p:spPr>
        <p:txBody>
          <a:bodyPr wrap="square" lIns="152394" tIns="76197" rIns="152394" bIns="76197" anchor="b" anchorCtr="0">
            <a:noAutofit/>
          </a:bodyPr>
          <a:lstStyle>
            <a:lvl1pPr algn="r">
              <a:buFont typeface="Arial" pitchFamily="34" charset="0"/>
              <a:buNone/>
              <a:defRPr spc="-60"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3157197543"/>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
        <p:nvSpPr>
          <p:cNvPr id="5" name="Text Placeholder 4"/>
          <p:cNvSpPr>
            <a:spLocks noGrp="1"/>
          </p:cNvSpPr>
          <p:nvPr>
            <p:ph type="body" sz="quarter" idx="10"/>
          </p:nvPr>
        </p:nvSpPr>
        <p:spPr>
          <a:xfrm>
            <a:off x="623097" y="1737359"/>
            <a:ext cx="13382301" cy="1249060"/>
          </a:xfrm>
        </p:spPr>
        <p:txBody>
          <a:bodyPr/>
          <a:lstStyle>
            <a:lvl1pPr marL="3810"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0"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666" indent="-48387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5956" indent="-41529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816" indent="-40386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a:t>Click to edit Master text styles</a:t>
            </a:r>
          </a:p>
          <a:p>
            <a:pPr lvl="1"/>
            <a:r>
              <a:rPr lang="en-US" dirty="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22564" y="7647056"/>
            <a:ext cx="2018831" cy="234601"/>
          </a:xfrm>
          <a:prstGeom prst="rect">
            <a:avLst/>
          </a:prstGeom>
        </p:spPr>
      </p:pic>
    </p:spTree>
    <p:extLst>
      <p:ext uri="{BB962C8B-B14F-4D97-AF65-F5344CB8AC3E}">
        <p14:creationId xmlns:p14="http://schemas.microsoft.com/office/powerpoint/2010/main" val="3352917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theme" Target="../theme/theme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10" Type="http://schemas.openxmlformats.org/officeDocument/2006/relationships/theme" Target="../theme/theme6.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18" Type="http://schemas.openxmlformats.org/officeDocument/2006/relationships/theme" Target="../theme/theme7.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17" Type="http://schemas.openxmlformats.org/officeDocument/2006/relationships/slideLayout" Target="../slideLayouts/slideLayout90.xml"/><Relationship Id="rId2" Type="http://schemas.openxmlformats.org/officeDocument/2006/relationships/slideLayout" Target="../slideLayouts/slideLayout75.xml"/><Relationship Id="rId16" Type="http://schemas.openxmlformats.org/officeDocument/2006/relationships/slideLayout" Target="../slideLayouts/slideLayout89.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10" Type="http://schemas.openxmlformats.org/officeDocument/2006/relationships/slideLayout" Target="../slideLayouts/slideLayout83.xml"/><Relationship Id="rId19" Type="http://schemas.openxmlformats.org/officeDocument/2006/relationships/image" Target="../media/image6.png"/><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4"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4693855"/>
      </p:ext>
    </p:extLst>
  </p:cSld>
  <p:clrMap bg1="dk1" tx1="lt1" bg2="dk2" tx2="lt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935" r:id="rId8"/>
    <p:sldLayoutId id="2147484087" r:id="rId9"/>
    <p:sldLayoutId id="2147484088" r:id="rId10"/>
    <p:sldLayoutId id="2147484178" r:id="rId11"/>
    <p:sldLayoutId id="2147484181" r:id="rId12"/>
  </p:sldLayoutIdLst>
  <p:transition>
    <p:wipe dir="r"/>
  </p:transition>
  <p:txStyles>
    <p:titleStyle>
      <a:lvl1pPr algn="l" defTabSz="1096796"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20" indent="-415120" algn="l" defTabSz="1096796"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984" indent="-340857" algn="l" defTabSz="1096796" rtl="0" eaLnBrk="1" latinLnBrk="0" hangingPunct="1">
        <a:lnSpc>
          <a:spcPct val="90000"/>
        </a:lnSpc>
        <a:spcBef>
          <a:spcPct val="20000"/>
        </a:spcBef>
        <a:buSzPct val="90000"/>
        <a:buFont typeface="Arial" pitchFamily="34" charset="0"/>
        <a:buChar char="•"/>
        <a:tabLst>
          <a:tab pos="755984"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840" indent="-340857" algn="l" defTabSz="1096796"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558" indent="-268498" algn="l" defTabSz="1096796" rtl="0" eaLnBrk="1" latinLnBrk="0" hangingPunct="1">
        <a:lnSpc>
          <a:spcPct val="90000"/>
        </a:lnSpc>
        <a:spcBef>
          <a:spcPct val="20000"/>
        </a:spcBef>
        <a:buSzPct val="90000"/>
        <a:buFont typeface="Arial" pitchFamily="34" charset="0"/>
        <a:buChar char="•"/>
        <a:tabLst>
          <a:tab pos="1096840"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675" indent="-276116" algn="l" defTabSz="1096796"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193"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5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988"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3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796" rtl="0" eaLnBrk="1" latinLnBrk="0" hangingPunct="1">
        <a:defRPr sz="2200" kern="1200">
          <a:solidFill>
            <a:schemeClr val="tx1"/>
          </a:solidFill>
          <a:latin typeface="+mn-lt"/>
          <a:ea typeface="+mn-ea"/>
          <a:cs typeface="+mn-cs"/>
        </a:defRPr>
      </a:lvl1pPr>
      <a:lvl2pPr marL="548399" algn="l" defTabSz="1096796" rtl="0" eaLnBrk="1" latinLnBrk="0" hangingPunct="1">
        <a:defRPr sz="2200" kern="1200">
          <a:solidFill>
            <a:schemeClr val="tx1"/>
          </a:solidFill>
          <a:latin typeface="+mn-lt"/>
          <a:ea typeface="+mn-ea"/>
          <a:cs typeface="+mn-cs"/>
        </a:defRPr>
      </a:lvl2pPr>
      <a:lvl3pPr marL="1096796" algn="l" defTabSz="1096796" rtl="0" eaLnBrk="1" latinLnBrk="0" hangingPunct="1">
        <a:defRPr sz="2200" kern="1200">
          <a:solidFill>
            <a:schemeClr val="tx1"/>
          </a:solidFill>
          <a:latin typeface="+mn-lt"/>
          <a:ea typeface="+mn-ea"/>
          <a:cs typeface="+mn-cs"/>
        </a:defRPr>
      </a:lvl3pPr>
      <a:lvl4pPr marL="1645196" algn="l" defTabSz="1096796" rtl="0" eaLnBrk="1" latinLnBrk="0" hangingPunct="1">
        <a:defRPr sz="2200" kern="1200">
          <a:solidFill>
            <a:schemeClr val="tx1"/>
          </a:solidFill>
          <a:latin typeface="+mn-lt"/>
          <a:ea typeface="+mn-ea"/>
          <a:cs typeface="+mn-cs"/>
        </a:defRPr>
      </a:lvl4pPr>
      <a:lvl5pPr marL="2193595" algn="l" defTabSz="1096796" rtl="0" eaLnBrk="1" latinLnBrk="0" hangingPunct="1">
        <a:defRPr sz="2200" kern="1200">
          <a:solidFill>
            <a:schemeClr val="tx1"/>
          </a:solidFill>
          <a:latin typeface="+mn-lt"/>
          <a:ea typeface="+mn-ea"/>
          <a:cs typeface="+mn-cs"/>
        </a:defRPr>
      </a:lvl5pPr>
      <a:lvl6pPr marL="2741993" algn="l" defTabSz="1096796" rtl="0" eaLnBrk="1" latinLnBrk="0" hangingPunct="1">
        <a:defRPr sz="2200" kern="1200">
          <a:solidFill>
            <a:schemeClr val="tx1"/>
          </a:solidFill>
          <a:latin typeface="+mn-lt"/>
          <a:ea typeface="+mn-ea"/>
          <a:cs typeface="+mn-cs"/>
        </a:defRPr>
      </a:lvl6pPr>
      <a:lvl7pPr marL="3290392" algn="l" defTabSz="1096796" rtl="0" eaLnBrk="1" latinLnBrk="0" hangingPunct="1">
        <a:defRPr sz="2200" kern="1200">
          <a:solidFill>
            <a:schemeClr val="tx1"/>
          </a:solidFill>
          <a:latin typeface="+mn-lt"/>
          <a:ea typeface="+mn-ea"/>
          <a:cs typeface="+mn-cs"/>
        </a:defRPr>
      </a:lvl7pPr>
      <a:lvl8pPr marL="3838789" algn="l" defTabSz="1096796" rtl="0" eaLnBrk="1" latinLnBrk="0" hangingPunct="1">
        <a:defRPr sz="2200" kern="1200">
          <a:solidFill>
            <a:schemeClr val="tx1"/>
          </a:solidFill>
          <a:latin typeface="+mn-lt"/>
          <a:ea typeface="+mn-ea"/>
          <a:cs typeface="+mn-cs"/>
        </a:defRPr>
      </a:lvl8pPr>
      <a:lvl9pPr marL="4387187" algn="l" defTabSz="1096796" rtl="0" eaLnBrk="1" latinLnBrk="0" hangingPunct="1">
        <a:defRPr sz="2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2"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8055336"/>
      </p:ext>
    </p:extLst>
  </p:cSld>
  <p:clrMap bg1="dk1" tx1="lt1" bg2="dk2" tx2="lt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7" r:id="rId9"/>
    <p:sldLayoutId id="2147484118" r:id="rId10"/>
    <p:sldLayoutId id="2147484119" r:id="rId11"/>
  </p:sldLayoutIdLst>
  <p:transition>
    <p:wipe dir="r"/>
  </p:transition>
  <p:txStyles>
    <p:titleStyle>
      <a:lvl1pPr algn="l" defTabSz="1096920"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68" indent="-415168" algn="l" defTabSz="1096920"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6070" indent="-340896" algn="l" defTabSz="1096920" rtl="0" eaLnBrk="1" latinLnBrk="0" hangingPunct="1">
        <a:lnSpc>
          <a:spcPct val="90000"/>
        </a:lnSpc>
        <a:spcBef>
          <a:spcPct val="20000"/>
        </a:spcBef>
        <a:buSzPct val="90000"/>
        <a:buFont typeface="Arial" pitchFamily="34" charset="0"/>
        <a:buChar char="•"/>
        <a:tabLst>
          <a:tab pos="756070"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964" indent="-340896" algn="l" defTabSz="1096920"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760" indent="-268528" algn="l" defTabSz="1096920" rtl="0" eaLnBrk="1" latinLnBrk="0" hangingPunct="1">
        <a:lnSpc>
          <a:spcPct val="90000"/>
        </a:lnSpc>
        <a:spcBef>
          <a:spcPct val="20000"/>
        </a:spcBef>
        <a:buSzPct val="90000"/>
        <a:buFont typeface="Arial" pitchFamily="34" charset="0"/>
        <a:buChar char="•"/>
        <a:tabLst>
          <a:tab pos="1096964"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907" indent="-276148" algn="l" defTabSz="1096920"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533"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994"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455"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918"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920" rtl="0" eaLnBrk="1" latinLnBrk="0" hangingPunct="1">
        <a:defRPr sz="2200" kern="1200">
          <a:solidFill>
            <a:schemeClr val="tx1"/>
          </a:solidFill>
          <a:latin typeface="+mn-lt"/>
          <a:ea typeface="+mn-ea"/>
          <a:cs typeface="+mn-cs"/>
        </a:defRPr>
      </a:lvl1pPr>
      <a:lvl2pPr marL="548461" algn="l" defTabSz="1096920" rtl="0" eaLnBrk="1" latinLnBrk="0" hangingPunct="1">
        <a:defRPr sz="2200" kern="1200">
          <a:solidFill>
            <a:schemeClr val="tx1"/>
          </a:solidFill>
          <a:latin typeface="+mn-lt"/>
          <a:ea typeface="+mn-ea"/>
          <a:cs typeface="+mn-cs"/>
        </a:defRPr>
      </a:lvl2pPr>
      <a:lvl3pPr marL="1096920" algn="l" defTabSz="1096920" rtl="0" eaLnBrk="1" latinLnBrk="0" hangingPunct="1">
        <a:defRPr sz="2200" kern="1200">
          <a:solidFill>
            <a:schemeClr val="tx1"/>
          </a:solidFill>
          <a:latin typeface="+mn-lt"/>
          <a:ea typeface="+mn-ea"/>
          <a:cs typeface="+mn-cs"/>
        </a:defRPr>
      </a:lvl3pPr>
      <a:lvl4pPr marL="1645382" algn="l" defTabSz="1096920" rtl="0" eaLnBrk="1" latinLnBrk="0" hangingPunct="1">
        <a:defRPr sz="2200" kern="1200">
          <a:solidFill>
            <a:schemeClr val="tx1"/>
          </a:solidFill>
          <a:latin typeface="+mn-lt"/>
          <a:ea typeface="+mn-ea"/>
          <a:cs typeface="+mn-cs"/>
        </a:defRPr>
      </a:lvl4pPr>
      <a:lvl5pPr marL="2193843" algn="l" defTabSz="1096920" rtl="0" eaLnBrk="1" latinLnBrk="0" hangingPunct="1">
        <a:defRPr sz="2200" kern="1200">
          <a:solidFill>
            <a:schemeClr val="tx1"/>
          </a:solidFill>
          <a:latin typeface="+mn-lt"/>
          <a:ea typeface="+mn-ea"/>
          <a:cs typeface="+mn-cs"/>
        </a:defRPr>
      </a:lvl5pPr>
      <a:lvl6pPr marL="2742305" algn="l" defTabSz="1096920" rtl="0" eaLnBrk="1" latinLnBrk="0" hangingPunct="1">
        <a:defRPr sz="2200" kern="1200">
          <a:solidFill>
            <a:schemeClr val="tx1"/>
          </a:solidFill>
          <a:latin typeface="+mn-lt"/>
          <a:ea typeface="+mn-ea"/>
          <a:cs typeface="+mn-cs"/>
        </a:defRPr>
      </a:lvl6pPr>
      <a:lvl7pPr marL="3290764" algn="l" defTabSz="1096920" rtl="0" eaLnBrk="1" latinLnBrk="0" hangingPunct="1">
        <a:defRPr sz="2200" kern="1200">
          <a:solidFill>
            <a:schemeClr val="tx1"/>
          </a:solidFill>
          <a:latin typeface="+mn-lt"/>
          <a:ea typeface="+mn-ea"/>
          <a:cs typeface="+mn-cs"/>
        </a:defRPr>
      </a:lvl7pPr>
      <a:lvl8pPr marL="3839223" algn="l" defTabSz="1096920" rtl="0" eaLnBrk="1" latinLnBrk="0" hangingPunct="1">
        <a:defRPr sz="2200" kern="1200">
          <a:solidFill>
            <a:schemeClr val="tx1"/>
          </a:solidFill>
          <a:latin typeface="+mn-lt"/>
          <a:ea typeface="+mn-ea"/>
          <a:cs typeface="+mn-cs"/>
        </a:defRPr>
      </a:lvl8pPr>
      <a:lvl9pPr marL="4387684" algn="l" defTabSz="1096920" rtl="0" eaLnBrk="1" latinLnBrk="0" hangingPunct="1">
        <a:defRPr sz="2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6861" y="523700"/>
            <a:ext cx="13681464" cy="664798"/>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06862" y="1438101"/>
            <a:ext cx="13681463" cy="1591820"/>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p:cNvSpPr>
            <a:spLocks noGrp="1"/>
          </p:cNvSpPr>
          <p:nvPr>
            <p:ph type="sldNum" sz="quarter" idx="4"/>
          </p:nvPr>
        </p:nvSpPr>
        <p:spPr>
          <a:xfrm>
            <a:off x="347666" y="7525085"/>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pPr defTabSz="1096991"/>
            <a:fld id="{B60359E2-F1E6-40F3-81C3-5A646FA87138}" type="slidenum">
              <a:rPr lang="en-US" smtClean="0">
                <a:solidFill>
                  <a:prstClr val="black">
                    <a:tint val="75000"/>
                  </a:prstClr>
                </a:solidFill>
              </a:rPr>
              <a:pPr defTabSz="1096991"/>
              <a:t>‹#›</a:t>
            </a:fld>
            <a:endParaRPr lang="en-US" dirty="0">
              <a:solidFill>
                <a:prstClr val="black">
                  <a:tint val="75000"/>
                </a:prstClr>
              </a:solidFill>
            </a:endParaRPr>
          </a:p>
        </p:txBody>
      </p:sp>
      <p:sp>
        <p:nvSpPr>
          <p:cNvPr id="4" name="Footer Placeholder 3"/>
          <p:cNvSpPr>
            <a:spLocks noGrp="1"/>
          </p:cNvSpPr>
          <p:nvPr>
            <p:ph type="ftr" sz="quarter" idx="3"/>
          </p:nvPr>
        </p:nvSpPr>
        <p:spPr>
          <a:xfrm>
            <a:off x="9759723" y="42547"/>
            <a:ext cx="4632326" cy="303950"/>
          </a:xfrm>
          <a:prstGeom prst="rect">
            <a:avLst/>
          </a:prstGeom>
        </p:spPr>
        <p:txBody>
          <a:bodyPr vert="horz" lIns="91408" tIns="45702" rIns="91408" bIns="45702" rtlCol="0" anchor="ctr"/>
          <a:lstStyle>
            <a:lvl1pPr algn="r">
              <a:defRPr sz="1200">
                <a:solidFill>
                  <a:schemeClr val="tx1">
                    <a:tint val="75000"/>
                  </a:schemeClr>
                </a:solidFill>
              </a:defRPr>
            </a:lvl1pPr>
          </a:lstStyle>
          <a:p>
            <a:pPr defTabSz="1096991"/>
            <a:r>
              <a:rPr lang="en-US">
                <a:solidFill>
                  <a:prstClr val="black">
                    <a:tint val="75000"/>
                  </a:prstClr>
                </a:solidFill>
              </a:rPr>
              <a:t>Microsoft Confidential - Signed NDA Required</a:t>
            </a:r>
            <a:endParaRPr lang="en-US" dirty="0">
              <a:solidFill>
                <a:prstClr val="black">
                  <a:tint val="75000"/>
                </a:prstClr>
              </a:solidFill>
            </a:endParaRPr>
          </a:p>
        </p:txBody>
      </p:sp>
      <p:sp>
        <p:nvSpPr>
          <p:cNvPr id="8" name="Footer Placeholder 3"/>
          <p:cNvSpPr txBox="1">
            <a:spLocks/>
          </p:cNvSpPr>
          <p:nvPr userDrawn="1"/>
        </p:nvSpPr>
        <p:spPr>
          <a:xfrm>
            <a:off x="9759723" y="158659"/>
            <a:ext cx="4632326" cy="303950"/>
          </a:xfrm>
          <a:prstGeom prst="rect">
            <a:avLst/>
          </a:prstGeom>
        </p:spPr>
        <p:txBody>
          <a:bodyPr vert="horz" lIns="91408" tIns="45702" rIns="91408" bIns="45702" rtlCol="0" anchor="ctr"/>
          <a:lstStyle>
            <a:defPPr>
              <a:defRPr lang="en-US"/>
            </a:defPPr>
            <a:lvl1pPr marL="0" algn="r" defTabSz="1097364" rtl="0" eaLnBrk="1" latinLnBrk="0" hangingPunct="1">
              <a:defRPr sz="1200" kern="1200">
                <a:solidFill>
                  <a:schemeClr val="tx1">
                    <a:tint val="75000"/>
                  </a:schemeClr>
                </a:solidFill>
                <a:latin typeface="+mn-lt"/>
                <a:ea typeface="+mn-ea"/>
                <a:cs typeface="+mn-cs"/>
              </a:defRPr>
            </a:lvl1pPr>
            <a:lvl2pPr marL="548683" algn="l" defTabSz="1097364" rtl="0" eaLnBrk="1" latinLnBrk="0" hangingPunct="1">
              <a:defRPr sz="2100" kern="1200">
                <a:solidFill>
                  <a:schemeClr val="tx1"/>
                </a:solidFill>
                <a:latin typeface="+mn-lt"/>
                <a:ea typeface="+mn-ea"/>
                <a:cs typeface="+mn-cs"/>
              </a:defRPr>
            </a:lvl2pPr>
            <a:lvl3pPr marL="1097364" algn="l" defTabSz="1097364" rtl="0" eaLnBrk="1" latinLnBrk="0" hangingPunct="1">
              <a:defRPr sz="2100" kern="1200">
                <a:solidFill>
                  <a:schemeClr val="tx1"/>
                </a:solidFill>
                <a:latin typeface="+mn-lt"/>
                <a:ea typeface="+mn-ea"/>
                <a:cs typeface="+mn-cs"/>
              </a:defRPr>
            </a:lvl3pPr>
            <a:lvl4pPr marL="1646046" algn="l" defTabSz="1097364" rtl="0" eaLnBrk="1" latinLnBrk="0" hangingPunct="1">
              <a:defRPr sz="2100" kern="1200">
                <a:solidFill>
                  <a:schemeClr val="tx1"/>
                </a:solidFill>
                <a:latin typeface="+mn-lt"/>
                <a:ea typeface="+mn-ea"/>
                <a:cs typeface="+mn-cs"/>
              </a:defRPr>
            </a:lvl4pPr>
            <a:lvl5pPr marL="2194729" algn="l" defTabSz="1097364" rtl="0" eaLnBrk="1" latinLnBrk="0" hangingPunct="1">
              <a:defRPr sz="2100" kern="1200">
                <a:solidFill>
                  <a:schemeClr val="tx1"/>
                </a:solidFill>
                <a:latin typeface="+mn-lt"/>
                <a:ea typeface="+mn-ea"/>
                <a:cs typeface="+mn-cs"/>
              </a:defRPr>
            </a:lvl5pPr>
            <a:lvl6pPr marL="2743411" algn="l" defTabSz="1097364" rtl="0" eaLnBrk="1" latinLnBrk="0" hangingPunct="1">
              <a:defRPr sz="2100" kern="1200">
                <a:solidFill>
                  <a:schemeClr val="tx1"/>
                </a:solidFill>
                <a:latin typeface="+mn-lt"/>
                <a:ea typeface="+mn-ea"/>
                <a:cs typeface="+mn-cs"/>
              </a:defRPr>
            </a:lvl6pPr>
            <a:lvl7pPr marL="3292093" algn="l" defTabSz="1097364" rtl="0" eaLnBrk="1" latinLnBrk="0" hangingPunct="1">
              <a:defRPr sz="2100" kern="1200">
                <a:solidFill>
                  <a:schemeClr val="tx1"/>
                </a:solidFill>
                <a:latin typeface="+mn-lt"/>
                <a:ea typeface="+mn-ea"/>
                <a:cs typeface="+mn-cs"/>
              </a:defRPr>
            </a:lvl7pPr>
            <a:lvl8pPr marL="3840774" algn="l" defTabSz="1097364" rtl="0" eaLnBrk="1" latinLnBrk="0" hangingPunct="1">
              <a:defRPr sz="2100" kern="1200">
                <a:solidFill>
                  <a:schemeClr val="tx1"/>
                </a:solidFill>
                <a:latin typeface="+mn-lt"/>
                <a:ea typeface="+mn-ea"/>
                <a:cs typeface="+mn-cs"/>
              </a:defRPr>
            </a:lvl8pPr>
            <a:lvl9pPr marL="4389456" algn="l" defTabSz="1097364" rtl="0" eaLnBrk="1" latinLnBrk="0" hangingPunct="1">
              <a:defRPr sz="2100" kern="1200">
                <a:solidFill>
                  <a:schemeClr val="tx1"/>
                </a:solidFill>
                <a:latin typeface="+mn-lt"/>
                <a:ea typeface="+mn-ea"/>
                <a:cs typeface="+mn-cs"/>
              </a:defRPr>
            </a:lvl9pPr>
          </a:lstStyle>
          <a:p>
            <a:r>
              <a:rPr lang="en-US">
                <a:solidFill>
                  <a:prstClr val="black">
                    <a:tint val="75000"/>
                  </a:prstClr>
                </a:solidFill>
              </a:rPr>
              <a:t>Microsoft Confidential - Signed NDA Required</a:t>
            </a:r>
            <a:endParaRPr lang="en-US" dirty="0">
              <a:solidFill>
                <a:prstClr val="black">
                  <a:tint val="75000"/>
                </a:prstClr>
              </a:solidFill>
            </a:endParaRPr>
          </a:p>
        </p:txBody>
      </p:sp>
    </p:spTree>
    <p:extLst>
      <p:ext uri="{BB962C8B-B14F-4D97-AF65-F5344CB8AC3E}">
        <p14:creationId xmlns:p14="http://schemas.microsoft.com/office/powerpoint/2010/main" val="2866218939"/>
      </p:ext>
    </p:extLst>
  </p:cSld>
  <p:clrMap bg1="lt1" tx1="dk1" bg2="lt2" tx2="dk2" accent1="accent1" accent2="accent2" accent3="accent3" accent4="accent4" accent5="accent5" accent6="accent6" hlink="hlink" folHlink="folHlink"/>
  <p:sldLayoutIdLst>
    <p:sldLayoutId id="2147484123" r:id="rId1"/>
    <p:sldLayoutId id="2147484124" r:id="rId2"/>
    <p:sldLayoutId id="2147484125" r:id="rId3"/>
    <p:sldLayoutId id="2147484126" r:id="rId4"/>
    <p:sldLayoutId id="2147484127" r:id="rId5"/>
    <p:sldLayoutId id="2147484128" r:id="rId6"/>
    <p:sldLayoutId id="2147484129" r:id="rId7"/>
    <p:sldLayoutId id="2147484130" r:id="rId8"/>
    <p:sldLayoutId id="2147484131" r:id="rId9"/>
    <p:sldLayoutId id="2147484132" r:id="rId10"/>
    <p:sldLayoutId id="2147484133" r:id="rId11"/>
    <p:sldLayoutId id="2147484134" r:id="rId12"/>
    <p:sldLayoutId id="2147484135" r:id="rId13"/>
    <p:sldLayoutId id="2147484136" r:id="rId14"/>
    <p:sldLayoutId id="2147484137" r:id="rId15"/>
    <p:sldLayoutId id="2147484138" r:id="rId16"/>
    <p:sldLayoutId id="2147484139" r:id="rId17"/>
    <p:sldLayoutId id="2147484140" r:id="rId18"/>
  </p:sldLayoutIdLst>
  <p:transition>
    <p:fade/>
  </p:transition>
  <p:hf hdr="0" dt="0"/>
  <p:txStyles>
    <p:titleStyle>
      <a:lvl1pPr algn="l" defTabSz="1097045" rtl="0" eaLnBrk="1" latinLnBrk="0" hangingPunct="1">
        <a:lnSpc>
          <a:spcPct val="90000"/>
        </a:lnSpc>
        <a:spcBef>
          <a:spcPct val="0"/>
        </a:spcBef>
        <a:buNone/>
        <a:defRPr lang="en-US" sz="4800" b="0" kern="1200" cap="none" spc="-120" baseline="0" dirty="0" smtClean="0">
          <a:ln w="3175">
            <a:noFill/>
          </a:ln>
          <a:solidFill>
            <a:schemeClr val="tx2">
              <a:alpha val="99000"/>
            </a:schemeClr>
          </a:solidFill>
          <a:effectLst/>
          <a:latin typeface="+mj-lt"/>
          <a:ea typeface="+mn-ea"/>
          <a:cs typeface="Arial" charset="0"/>
        </a:defRPr>
      </a:lvl1pPr>
    </p:titleStyle>
    <p:bodyStyle>
      <a:lvl1pPr marL="348555" indent="-348555" algn="l" defTabSz="1097045" rtl="0" eaLnBrk="1" latinLnBrk="0" hangingPunct="1">
        <a:lnSpc>
          <a:spcPct val="90000"/>
        </a:lnSpc>
        <a:spcBef>
          <a:spcPct val="20000"/>
        </a:spcBef>
        <a:buClr>
          <a:srgbClr val="525051"/>
        </a:buClr>
        <a:buSzPct val="90000"/>
        <a:buFont typeface="Arial" pitchFamily="34" charset="0"/>
        <a:buChar char="•"/>
        <a:defRPr sz="2400" kern="1200">
          <a:solidFill>
            <a:srgbClr val="A1A1A1"/>
          </a:solidFill>
          <a:latin typeface="+mn-lt"/>
          <a:ea typeface="+mn-ea"/>
          <a:cs typeface="+mn-cs"/>
        </a:defRPr>
      </a:lvl1pPr>
      <a:lvl2pPr marL="681873" indent="-333318" algn="l" defTabSz="1097045" rtl="0" eaLnBrk="1" latinLnBrk="0" hangingPunct="1">
        <a:lnSpc>
          <a:spcPct val="90000"/>
        </a:lnSpc>
        <a:spcBef>
          <a:spcPct val="20000"/>
        </a:spcBef>
        <a:buClr>
          <a:srgbClr val="525051"/>
        </a:buClr>
        <a:buSzPct val="90000"/>
        <a:buFont typeface="Arial" pitchFamily="34" charset="0"/>
        <a:buChar char="•"/>
        <a:defRPr sz="2200" kern="1200">
          <a:solidFill>
            <a:srgbClr val="A1A1A1"/>
          </a:solidFill>
          <a:latin typeface="+mn-lt"/>
          <a:ea typeface="+mn-ea"/>
          <a:cs typeface="+mn-cs"/>
        </a:defRPr>
      </a:lvl2pPr>
      <a:lvl3pPr marL="1030426" indent="-348555" algn="l" defTabSz="1097045" rtl="0" eaLnBrk="1" latinLnBrk="0" hangingPunct="1">
        <a:lnSpc>
          <a:spcPct val="90000"/>
        </a:lnSpc>
        <a:spcBef>
          <a:spcPct val="20000"/>
        </a:spcBef>
        <a:buClr>
          <a:srgbClr val="525051"/>
        </a:buClr>
        <a:buSzPct val="90000"/>
        <a:buFont typeface="Arial" pitchFamily="34" charset="0"/>
        <a:buChar char="•"/>
        <a:defRPr sz="1900" kern="1200">
          <a:solidFill>
            <a:srgbClr val="A1A1A1"/>
          </a:solidFill>
          <a:latin typeface="+mn-lt"/>
          <a:ea typeface="+mn-ea"/>
          <a:cs typeface="+mn-cs"/>
        </a:defRPr>
      </a:lvl3pPr>
      <a:lvl4pPr marL="1378982" indent="-348555" algn="l" defTabSz="1097045" rtl="0" eaLnBrk="1" latinLnBrk="0" hangingPunct="1">
        <a:lnSpc>
          <a:spcPct val="90000"/>
        </a:lnSpc>
        <a:spcBef>
          <a:spcPct val="20000"/>
        </a:spcBef>
        <a:buClr>
          <a:srgbClr val="525051"/>
        </a:buClr>
        <a:buSzPct val="90000"/>
        <a:buFont typeface="Arial" pitchFamily="34" charset="0"/>
        <a:buChar char="•"/>
        <a:defRPr sz="1700" kern="1200">
          <a:solidFill>
            <a:srgbClr val="A1A1A1"/>
          </a:solidFill>
          <a:latin typeface="+mn-lt"/>
          <a:ea typeface="+mn-ea"/>
          <a:cs typeface="+mn-cs"/>
        </a:defRPr>
      </a:lvl4pPr>
      <a:lvl5pPr marL="1712299" indent="-333318" algn="l" defTabSz="1097045" rtl="0" eaLnBrk="1" latinLnBrk="0" hangingPunct="1">
        <a:lnSpc>
          <a:spcPct val="90000"/>
        </a:lnSpc>
        <a:spcBef>
          <a:spcPct val="20000"/>
        </a:spcBef>
        <a:buClr>
          <a:srgbClr val="525051"/>
        </a:buClr>
        <a:buSzPct val="90000"/>
        <a:buFont typeface="Arial" pitchFamily="34" charset="0"/>
        <a:buChar char="•"/>
        <a:tabLst/>
        <a:defRPr sz="1700" kern="1200">
          <a:solidFill>
            <a:srgbClr val="A1A1A1"/>
          </a:solidFill>
          <a:latin typeface="+mn-lt"/>
          <a:ea typeface="+mn-ea"/>
          <a:cs typeface="+mn-cs"/>
        </a:defRPr>
      </a:lvl5pPr>
      <a:lvl6pPr marL="3016876"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5398"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922"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2446"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045" rtl="0" eaLnBrk="1" latinLnBrk="0" hangingPunct="1">
        <a:defRPr sz="2200" kern="1200">
          <a:solidFill>
            <a:schemeClr val="tx1"/>
          </a:solidFill>
          <a:latin typeface="+mn-lt"/>
          <a:ea typeface="+mn-ea"/>
          <a:cs typeface="+mn-cs"/>
        </a:defRPr>
      </a:lvl1pPr>
      <a:lvl2pPr marL="548523" algn="l" defTabSz="1097045" rtl="0" eaLnBrk="1" latinLnBrk="0" hangingPunct="1">
        <a:defRPr sz="2200" kern="1200">
          <a:solidFill>
            <a:schemeClr val="tx1"/>
          </a:solidFill>
          <a:latin typeface="+mn-lt"/>
          <a:ea typeface="+mn-ea"/>
          <a:cs typeface="+mn-cs"/>
        </a:defRPr>
      </a:lvl2pPr>
      <a:lvl3pPr marL="1097045" algn="l" defTabSz="1097045" rtl="0" eaLnBrk="1" latinLnBrk="0" hangingPunct="1">
        <a:defRPr sz="2200" kern="1200">
          <a:solidFill>
            <a:schemeClr val="tx1"/>
          </a:solidFill>
          <a:latin typeface="+mn-lt"/>
          <a:ea typeface="+mn-ea"/>
          <a:cs typeface="+mn-cs"/>
        </a:defRPr>
      </a:lvl3pPr>
      <a:lvl4pPr marL="1645568" algn="l" defTabSz="1097045" rtl="0" eaLnBrk="1" latinLnBrk="0" hangingPunct="1">
        <a:defRPr sz="2200" kern="1200">
          <a:solidFill>
            <a:schemeClr val="tx1"/>
          </a:solidFill>
          <a:latin typeface="+mn-lt"/>
          <a:ea typeface="+mn-ea"/>
          <a:cs typeface="+mn-cs"/>
        </a:defRPr>
      </a:lvl4pPr>
      <a:lvl5pPr marL="2194092" algn="l" defTabSz="1097045" rtl="0" eaLnBrk="1" latinLnBrk="0" hangingPunct="1">
        <a:defRPr sz="2200" kern="1200">
          <a:solidFill>
            <a:schemeClr val="tx1"/>
          </a:solidFill>
          <a:latin typeface="+mn-lt"/>
          <a:ea typeface="+mn-ea"/>
          <a:cs typeface="+mn-cs"/>
        </a:defRPr>
      </a:lvl5pPr>
      <a:lvl6pPr marL="2742615" algn="l" defTabSz="1097045" rtl="0" eaLnBrk="1" latinLnBrk="0" hangingPunct="1">
        <a:defRPr sz="2200" kern="1200">
          <a:solidFill>
            <a:schemeClr val="tx1"/>
          </a:solidFill>
          <a:latin typeface="+mn-lt"/>
          <a:ea typeface="+mn-ea"/>
          <a:cs typeface="+mn-cs"/>
        </a:defRPr>
      </a:lvl6pPr>
      <a:lvl7pPr marL="3291137" algn="l" defTabSz="1097045" rtl="0" eaLnBrk="1" latinLnBrk="0" hangingPunct="1">
        <a:defRPr sz="2200" kern="1200">
          <a:solidFill>
            <a:schemeClr val="tx1"/>
          </a:solidFill>
          <a:latin typeface="+mn-lt"/>
          <a:ea typeface="+mn-ea"/>
          <a:cs typeface="+mn-cs"/>
        </a:defRPr>
      </a:lvl7pPr>
      <a:lvl8pPr marL="3839659" algn="l" defTabSz="1097045" rtl="0" eaLnBrk="1" latinLnBrk="0" hangingPunct="1">
        <a:defRPr sz="2200" kern="1200">
          <a:solidFill>
            <a:schemeClr val="tx1"/>
          </a:solidFill>
          <a:latin typeface="+mn-lt"/>
          <a:ea typeface="+mn-ea"/>
          <a:cs typeface="+mn-cs"/>
        </a:defRPr>
      </a:lvl8pPr>
      <a:lvl9pPr marL="4388182" algn="l" defTabSz="1097045" rtl="0" eaLnBrk="1" latinLnBrk="0" hangingPunct="1">
        <a:defRPr sz="22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4"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4772838"/>
      </p:ext>
    </p:extLst>
  </p:cSld>
  <p:clrMap bg1="dk1" tx1="lt1" bg2="dk2" tx2="lt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3" r:id="rId11"/>
    <p:sldLayoutId id="2147484154" r:id="rId12"/>
  </p:sldLayoutIdLst>
  <p:transition>
    <p:wipe dir="r"/>
  </p:transition>
  <p:txStyles>
    <p:titleStyle>
      <a:lvl1pPr algn="l" defTabSz="1096796"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20" indent="-415120" algn="l" defTabSz="1096796"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984" indent="-340857" algn="l" defTabSz="1096796" rtl="0" eaLnBrk="1" latinLnBrk="0" hangingPunct="1">
        <a:lnSpc>
          <a:spcPct val="90000"/>
        </a:lnSpc>
        <a:spcBef>
          <a:spcPct val="20000"/>
        </a:spcBef>
        <a:buSzPct val="90000"/>
        <a:buFont typeface="Arial" pitchFamily="34" charset="0"/>
        <a:buChar char="•"/>
        <a:tabLst>
          <a:tab pos="755984"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840" indent="-340857" algn="l" defTabSz="1096796"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558" indent="-268498" algn="l" defTabSz="1096796" rtl="0" eaLnBrk="1" latinLnBrk="0" hangingPunct="1">
        <a:lnSpc>
          <a:spcPct val="90000"/>
        </a:lnSpc>
        <a:spcBef>
          <a:spcPct val="20000"/>
        </a:spcBef>
        <a:buSzPct val="90000"/>
        <a:buFont typeface="Arial" pitchFamily="34" charset="0"/>
        <a:buChar char="•"/>
        <a:tabLst>
          <a:tab pos="1096840"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675" indent="-276116" algn="l" defTabSz="1096796"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193"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5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988"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3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796" rtl="0" eaLnBrk="1" latinLnBrk="0" hangingPunct="1">
        <a:defRPr sz="2200" kern="1200">
          <a:solidFill>
            <a:schemeClr val="tx1"/>
          </a:solidFill>
          <a:latin typeface="+mn-lt"/>
          <a:ea typeface="+mn-ea"/>
          <a:cs typeface="+mn-cs"/>
        </a:defRPr>
      </a:lvl1pPr>
      <a:lvl2pPr marL="548399" algn="l" defTabSz="1096796" rtl="0" eaLnBrk="1" latinLnBrk="0" hangingPunct="1">
        <a:defRPr sz="2200" kern="1200">
          <a:solidFill>
            <a:schemeClr val="tx1"/>
          </a:solidFill>
          <a:latin typeface="+mn-lt"/>
          <a:ea typeface="+mn-ea"/>
          <a:cs typeface="+mn-cs"/>
        </a:defRPr>
      </a:lvl2pPr>
      <a:lvl3pPr marL="1096796" algn="l" defTabSz="1096796" rtl="0" eaLnBrk="1" latinLnBrk="0" hangingPunct="1">
        <a:defRPr sz="2200" kern="1200">
          <a:solidFill>
            <a:schemeClr val="tx1"/>
          </a:solidFill>
          <a:latin typeface="+mn-lt"/>
          <a:ea typeface="+mn-ea"/>
          <a:cs typeface="+mn-cs"/>
        </a:defRPr>
      </a:lvl3pPr>
      <a:lvl4pPr marL="1645196" algn="l" defTabSz="1096796" rtl="0" eaLnBrk="1" latinLnBrk="0" hangingPunct="1">
        <a:defRPr sz="2200" kern="1200">
          <a:solidFill>
            <a:schemeClr val="tx1"/>
          </a:solidFill>
          <a:latin typeface="+mn-lt"/>
          <a:ea typeface="+mn-ea"/>
          <a:cs typeface="+mn-cs"/>
        </a:defRPr>
      </a:lvl4pPr>
      <a:lvl5pPr marL="2193595" algn="l" defTabSz="1096796" rtl="0" eaLnBrk="1" latinLnBrk="0" hangingPunct="1">
        <a:defRPr sz="2200" kern="1200">
          <a:solidFill>
            <a:schemeClr val="tx1"/>
          </a:solidFill>
          <a:latin typeface="+mn-lt"/>
          <a:ea typeface="+mn-ea"/>
          <a:cs typeface="+mn-cs"/>
        </a:defRPr>
      </a:lvl5pPr>
      <a:lvl6pPr marL="2741993" algn="l" defTabSz="1096796" rtl="0" eaLnBrk="1" latinLnBrk="0" hangingPunct="1">
        <a:defRPr sz="2200" kern="1200">
          <a:solidFill>
            <a:schemeClr val="tx1"/>
          </a:solidFill>
          <a:latin typeface="+mn-lt"/>
          <a:ea typeface="+mn-ea"/>
          <a:cs typeface="+mn-cs"/>
        </a:defRPr>
      </a:lvl6pPr>
      <a:lvl7pPr marL="3290392" algn="l" defTabSz="1096796" rtl="0" eaLnBrk="1" latinLnBrk="0" hangingPunct="1">
        <a:defRPr sz="2200" kern="1200">
          <a:solidFill>
            <a:schemeClr val="tx1"/>
          </a:solidFill>
          <a:latin typeface="+mn-lt"/>
          <a:ea typeface="+mn-ea"/>
          <a:cs typeface="+mn-cs"/>
        </a:defRPr>
      </a:lvl7pPr>
      <a:lvl8pPr marL="3838789" algn="l" defTabSz="1096796" rtl="0" eaLnBrk="1" latinLnBrk="0" hangingPunct="1">
        <a:defRPr sz="2200" kern="1200">
          <a:solidFill>
            <a:schemeClr val="tx1"/>
          </a:solidFill>
          <a:latin typeface="+mn-lt"/>
          <a:ea typeface="+mn-ea"/>
          <a:cs typeface="+mn-cs"/>
        </a:defRPr>
      </a:lvl8pPr>
      <a:lvl9pPr marL="4387187" algn="l" defTabSz="1096796" rtl="0" eaLnBrk="1" latinLnBrk="0" hangingPunct="1">
        <a:defRPr sz="22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2"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4593916"/>
      </p:ext>
    </p:extLst>
  </p:cSld>
  <p:clrMap bg1="dk1" tx1="lt1" bg2="dk2" tx2="lt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4" r:id="rId8"/>
    <p:sldLayoutId id="2147484165" r:id="rId9"/>
    <p:sldLayoutId id="2147484166" r:id="rId10"/>
    <p:sldLayoutId id="2147484167" r:id="rId11"/>
  </p:sldLayoutIdLst>
  <p:transition>
    <p:wipe dir="r"/>
  </p:transition>
  <p:txStyles>
    <p:titleStyle>
      <a:lvl1pPr algn="l" defTabSz="1096920"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68" indent="-415168" algn="l" defTabSz="1096920"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6070" indent="-340896" algn="l" defTabSz="1096920" rtl="0" eaLnBrk="1" latinLnBrk="0" hangingPunct="1">
        <a:lnSpc>
          <a:spcPct val="90000"/>
        </a:lnSpc>
        <a:spcBef>
          <a:spcPct val="20000"/>
        </a:spcBef>
        <a:buSzPct val="90000"/>
        <a:buFont typeface="Arial" pitchFamily="34" charset="0"/>
        <a:buChar char="•"/>
        <a:tabLst>
          <a:tab pos="756070"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964" indent="-340896" algn="l" defTabSz="1096920"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760" indent="-268528" algn="l" defTabSz="1096920" rtl="0" eaLnBrk="1" latinLnBrk="0" hangingPunct="1">
        <a:lnSpc>
          <a:spcPct val="90000"/>
        </a:lnSpc>
        <a:spcBef>
          <a:spcPct val="20000"/>
        </a:spcBef>
        <a:buSzPct val="90000"/>
        <a:buFont typeface="Arial" pitchFamily="34" charset="0"/>
        <a:buChar char="•"/>
        <a:tabLst>
          <a:tab pos="1096964"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907" indent="-276148" algn="l" defTabSz="1096920"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533"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994"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455"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918"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920" rtl="0" eaLnBrk="1" latinLnBrk="0" hangingPunct="1">
        <a:defRPr sz="2200" kern="1200">
          <a:solidFill>
            <a:schemeClr val="tx1"/>
          </a:solidFill>
          <a:latin typeface="+mn-lt"/>
          <a:ea typeface="+mn-ea"/>
          <a:cs typeface="+mn-cs"/>
        </a:defRPr>
      </a:lvl1pPr>
      <a:lvl2pPr marL="548461" algn="l" defTabSz="1096920" rtl="0" eaLnBrk="1" latinLnBrk="0" hangingPunct="1">
        <a:defRPr sz="2200" kern="1200">
          <a:solidFill>
            <a:schemeClr val="tx1"/>
          </a:solidFill>
          <a:latin typeface="+mn-lt"/>
          <a:ea typeface="+mn-ea"/>
          <a:cs typeface="+mn-cs"/>
        </a:defRPr>
      </a:lvl2pPr>
      <a:lvl3pPr marL="1096920" algn="l" defTabSz="1096920" rtl="0" eaLnBrk="1" latinLnBrk="0" hangingPunct="1">
        <a:defRPr sz="2200" kern="1200">
          <a:solidFill>
            <a:schemeClr val="tx1"/>
          </a:solidFill>
          <a:latin typeface="+mn-lt"/>
          <a:ea typeface="+mn-ea"/>
          <a:cs typeface="+mn-cs"/>
        </a:defRPr>
      </a:lvl3pPr>
      <a:lvl4pPr marL="1645382" algn="l" defTabSz="1096920" rtl="0" eaLnBrk="1" latinLnBrk="0" hangingPunct="1">
        <a:defRPr sz="2200" kern="1200">
          <a:solidFill>
            <a:schemeClr val="tx1"/>
          </a:solidFill>
          <a:latin typeface="+mn-lt"/>
          <a:ea typeface="+mn-ea"/>
          <a:cs typeface="+mn-cs"/>
        </a:defRPr>
      </a:lvl4pPr>
      <a:lvl5pPr marL="2193843" algn="l" defTabSz="1096920" rtl="0" eaLnBrk="1" latinLnBrk="0" hangingPunct="1">
        <a:defRPr sz="2200" kern="1200">
          <a:solidFill>
            <a:schemeClr val="tx1"/>
          </a:solidFill>
          <a:latin typeface="+mn-lt"/>
          <a:ea typeface="+mn-ea"/>
          <a:cs typeface="+mn-cs"/>
        </a:defRPr>
      </a:lvl5pPr>
      <a:lvl6pPr marL="2742305" algn="l" defTabSz="1096920" rtl="0" eaLnBrk="1" latinLnBrk="0" hangingPunct="1">
        <a:defRPr sz="2200" kern="1200">
          <a:solidFill>
            <a:schemeClr val="tx1"/>
          </a:solidFill>
          <a:latin typeface="+mn-lt"/>
          <a:ea typeface="+mn-ea"/>
          <a:cs typeface="+mn-cs"/>
        </a:defRPr>
      </a:lvl6pPr>
      <a:lvl7pPr marL="3290764" algn="l" defTabSz="1096920" rtl="0" eaLnBrk="1" latinLnBrk="0" hangingPunct="1">
        <a:defRPr sz="2200" kern="1200">
          <a:solidFill>
            <a:schemeClr val="tx1"/>
          </a:solidFill>
          <a:latin typeface="+mn-lt"/>
          <a:ea typeface="+mn-ea"/>
          <a:cs typeface="+mn-cs"/>
        </a:defRPr>
      </a:lvl7pPr>
      <a:lvl8pPr marL="3839223" algn="l" defTabSz="1096920" rtl="0" eaLnBrk="1" latinLnBrk="0" hangingPunct="1">
        <a:defRPr sz="2200" kern="1200">
          <a:solidFill>
            <a:schemeClr val="tx1"/>
          </a:solidFill>
          <a:latin typeface="+mn-lt"/>
          <a:ea typeface="+mn-ea"/>
          <a:cs typeface="+mn-cs"/>
        </a:defRPr>
      </a:lvl8pPr>
      <a:lvl9pPr marL="4387684" algn="l" defTabSz="1096920" rtl="0" eaLnBrk="1" latinLnBrk="0" hangingPunct="1">
        <a:defRPr sz="22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5" y="274327"/>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352170"/>
      </p:ext>
    </p:extLst>
  </p:cSld>
  <p:clrMap bg1="dk1" tx1="lt1" bg2="dk2" tx2="lt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Lst>
  <p:transition>
    <p:wipe dir="r"/>
  </p:transition>
  <p:txStyles>
    <p:titleStyle>
      <a:lvl1pPr algn="l" defTabSz="1096672"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072" indent="-415072" algn="l" defTabSz="1096672"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898" indent="-340818" algn="l" defTabSz="1096672" rtl="0" eaLnBrk="1" latinLnBrk="0" hangingPunct="1">
        <a:lnSpc>
          <a:spcPct val="90000"/>
        </a:lnSpc>
        <a:spcBef>
          <a:spcPct val="20000"/>
        </a:spcBef>
        <a:buSzPct val="90000"/>
        <a:buFont typeface="Arial" pitchFamily="34" charset="0"/>
        <a:buChar char="•"/>
        <a:tabLst>
          <a:tab pos="755898"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715" indent="-340818" algn="l" defTabSz="1096672"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357" indent="-268468" algn="l" defTabSz="1096672" rtl="0" eaLnBrk="1" latinLnBrk="0" hangingPunct="1">
        <a:lnSpc>
          <a:spcPct val="90000"/>
        </a:lnSpc>
        <a:spcBef>
          <a:spcPct val="20000"/>
        </a:spcBef>
        <a:buSzPct val="90000"/>
        <a:buFont typeface="Arial" pitchFamily="34" charset="0"/>
        <a:buChar char="•"/>
        <a:tabLst>
          <a:tab pos="1096715"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442" indent="-276084" algn="l" defTabSz="1096672"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585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186"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52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086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672" rtl="0" eaLnBrk="1" latinLnBrk="0" hangingPunct="1">
        <a:defRPr sz="2200" kern="1200">
          <a:solidFill>
            <a:schemeClr val="tx1"/>
          </a:solidFill>
          <a:latin typeface="+mn-lt"/>
          <a:ea typeface="+mn-ea"/>
          <a:cs typeface="+mn-cs"/>
        </a:defRPr>
      </a:lvl1pPr>
      <a:lvl2pPr marL="548337" algn="l" defTabSz="1096672" rtl="0" eaLnBrk="1" latinLnBrk="0" hangingPunct="1">
        <a:defRPr sz="2200" kern="1200">
          <a:solidFill>
            <a:schemeClr val="tx1"/>
          </a:solidFill>
          <a:latin typeface="+mn-lt"/>
          <a:ea typeface="+mn-ea"/>
          <a:cs typeface="+mn-cs"/>
        </a:defRPr>
      </a:lvl2pPr>
      <a:lvl3pPr marL="1096672" algn="l" defTabSz="1096672" rtl="0" eaLnBrk="1" latinLnBrk="0" hangingPunct="1">
        <a:defRPr sz="2200" kern="1200">
          <a:solidFill>
            <a:schemeClr val="tx1"/>
          </a:solidFill>
          <a:latin typeface="+mn-lt"/>
          <a:ea typeface="+mn-ea"/>
          <a:cs typeface="+mn-cs"/>
        </a:defRPr>
      </a:lvl3pPr>
      <a:lvl4pPr marL="1645010" algn="l" defTabSz="1096672" rtl="0" eaLnBrk="1" latinLnBrk="0" hangingPunct="1">
        <a:defRPr sz="2200" kern="1200">
          <a:solidFill>
            <a:schemeClr val="tx1"/>
          </a:solidFill>
          <a:latin typeface="+mn-lt"/>
          <a:ea typeface="+mn-ea"/>
          <a:cs typeface="+mn-cs"/>
        </a:defRPr>
      </a:lvl4pPr>
      <a:lvl5pPr marL="2193346" algn="l" defTabSz="1096672" rtl="0" eaLnBrk="1" latinLnBrk="0" hangingPunct="1">
        <a:defRPr sz="2200" kern="1200">
          <a:solidFill>
            <a:schemeClr val="tx1"/>
          </a:solidFill>
          <a:latin typeface="+mn-lt"/>
          <a:ea typeface="+mn-ea"/>
          <a:cs typeface="+mn-cs"/>
        </a:defRPr>
      </a:lvl5pPr>
      <a:lvl6pPr marL="2741682" algn="l" defTabSz="1096672" rtl="0" eaLnBrk="1" latinLnBrk="0" hangingPunct="1">
        <a:defRPr sz="2200" kern="1200">
          <a:solidFill>
            <a:schemeClr val="tx1"/>
          </a:solidFill>
          <a:latin typeface="+mn-lt"/>
          <a:ea typeface="+mn-ea"/>
          <a:cs typeface="+mn-cs"/>
        </a:defRPr>
      </a:lvl6pPr>
      <a:lvl7pPr marL="3290019" algn="l" defTabSz="1096672" rtl="0" eaLnBrk="1" latinLnBrk="0" hangingPunct="1">
        <a:defRPr sz="2200" kern="1200">
          <a:solidFill>
            <a:schemeClr val="tx1"/>
          </a:solidFill>
          <a:latin typeface="+mn-lt"/>
          <a:ea typeface="+mn-ea"/>
          <a:cs typeface="+mn-cs"/>
        </a:defRPr>
      </a:lvl7pPr>
      <a:lvl8pPr marL="3838354" algn="l" defTabSz="1096672" rtl="0" eaLnBrk="1" latinLnBrk="0" hangingPunct="1">
        <a:defRPr sz="2200" kern="1200">
          <a:solidFill>
            <a:schemeClr val="tx1"/>
          </a:solidFill>
          <a:latin typeface="+mn-lt"/>
          <a:ea typeface="+mn-ea"/>
          <a:cs typeface="+mn-cs"/>
        </a:defRPr>
      </a:lvl8pPr>
      <a:lvl9pPr marL="4386689" algn="l" defTabSz="1096672" rtl="0" eaLnBrk="1" latinLnBrk="0" hangingPunct="1">
        <a:defRPr sz="22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0048" y="274321"/>
            <a:ext cx="13390303" cy="897476"/>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620048" y="1755648"/>
            <a:ext cx="13390303" cy="2474524"/>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p:nvPicPr>
        <p:blipFill>
          <a:blip r:embed="rId19"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22564" y="7647056"/>
            <a:ext cx="2018831" cy="234601"/>
          </a:xfrm>
          <a:prstGeom prst="rect">
            <a:avLst/>
          </a:prstGeom>
        </p:spPr>
      </p:pic>
    </p:spTree>
    <p:extLst>
      <p:ext uri="{BB962C8B-B14F-4D97-AF65-F5344CB8AC3E}">
        <p14:creationId xmlns:p14="http://schemas.microsoft.com/office/powerpoint/2010/main" val="2748958351"/>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198" r:id="rId12"/>
    <p:sldLayoutId id="2147484199" r:id="rId13"/>
    <p:sldLayoutId id="2147484200" r:id="rId14"/>
    <p:sldLayoutId id="2147484201" r:id="rId15"/>
    <p:sldLayoutId id="2147484202" r:id="rId16"/>
    <p:sldLayoutId id="2147484203" r:id="rId17"/>
  </p:sldLayoutIdLst>
  <p:transition>
    <p:fade/>
  </p:transition>
  <p:txStyles>
    <p:titleStyle>
      <a:lvl1pPr algn="l" defTabSz="1097236" rtl="0" eaLnBrk="1" latinLnBrk="0" hangingPunct="1">
        <a:lnSpc>
          <a:spcPct val="90000"/>
        </a:lnSpc>
        <a:spcBef>
          <a:spcPct val="0"/>
        </a:spcBef>
        <a:buNone/>
        <a:defRPr lang="en-US" sz="6480" b="0" kern="1200" cap="none" spc="-120" baseline="0" dirty="0" smtClean="0">
          <a:ln w="3175">
            <a:solidFill>
              <a:schemeClr val="bg1">
                <a:alpha val="0"/>
              </a:schemeClr>
            </a:solid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13386" indent="-413386" algn="l" defTabSz="1097236" rtl="0" eaLnBrk="1" latinLnBrk="0" hangingPunct="1">
        <a:lnSpc>
          <a:spcPct val="100000"/>
        </a:lnSpc>
        <a:spcBef>
          <a:spcPts val="1440"/>
        </a:spcBef>
        <a:buSzPct val="80000"/>
        <a:buFont typeface="Arial" pitchFamily="34" charset="0"/>
        <a:buChar char="•"/>
        <a:defRPr sz="384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962026" indent="-409576" algn="l" defTabSz="1097236" rtl="0" eaLnBrk="1" latinLnBrk="0" hangingPunct="1">
        <a:lnSpc>
          <a:spcPct val="100000"/>
        </a:lnSpc>
        <a:spcBef>
          <a:spcPts val="360"/>
        </a:spcBef>
        <a:buSzPct val="80000"/>
        <a:buFont typeface="Arial" pitchFamily="34" charset="0"/>
        <a:buChar char="•"/>
        <a:defRPr sz="336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1510666" indent="-413386" algn="l" defTabSz="1097236" rtl="0" eaLnBrk="1" latinLnBrk="0" hangingPunct="1">
        <a:lnSpc>
          <a:spcPct val="100000"/>
        </a:lnSpc>
        <a:spcBef>
          <a:spcPts val="360"/>
        </a:spcBef>
        <a:buSzPct val="80000"/>
        <a:buFont typeface="Arial" pitchFamily="34" charset="0"/>
        <a:buChar char="•"/>
        <a:defRPr sz="288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2059306" indent="-415290" algn="l" defTabSz="1097236" rtl="0" eaLnBrk="1" latinLnBrk="0" hangingPunct="1">
        <a:lnSpc>
          <a:spcPct val="100000"/>
        </a:lnSpc>
        <a:spcBef>
          <a:spcPts val="36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2607946" indent="-403860" algn="l" defTabSz="1097236" rtl="0" eaLnBrk="1" latinLnBrk="0" hangingPunct="1">
        <a:lnSpc>
          <a:spcPct val="100000"/>
        </a:lnSpc>
        <a:spcBef>
          <a:spcPts val="36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3017399"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17"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36"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254"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36" rtl="0" eaLnBrk="1" latinLnBrk="0" hangingPunct="1">
        <a:defRPr sz="2160" kern="1200">
          <a:solidFill>
            <a:schemeClr val="tx1"/>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8" Type="http://schemas.microsoft.com/office/2007/relationships/hdphoto" Target="../media/hdphoto10.wdp"/><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78.xml"/><Relationship Id="rId6" Type="http://schemas.microsoft.com/office/2007/relationships/hdphoto" Target="../media/hdphoto9.wdp"/><Relationship Id="rId5" Type="http://schemas.openxmlformats.org/officeDocument/2006/relationships/image" Target="../media/image19.png"/><Relationship Id="rId4" Type="http://schemas.microsoft.com/office/2007/relationships/hdphoto" Target="../media/hdphoto8.wdp"/></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2" Type="http://schemas.openxmlformats.org/officeDocument/2006/relationships/hyperlink" Target="https://social.msdn.microsoft.com/Forums/azure/en-US/fd53afb7-14b8-41ca-bfcb-305bdeea413e/maintenance-notice-upcoming-changes-to-increase-capacity-for-outbound-network-calls?forum=windowsazurewebsitespreview" TargetMode="External"/><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80.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80.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80.xml"/><Relationship Id="rId6" Type="http://schemas.openxmlformats.org/officeDocument/2006/relationships/image" Target="../media/image25.png"/><Relationship Id="rId5" Type="http://schemas.openxmlformats.org/officeDocument/2006/relationships/image" Target="../media/image22.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80.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8.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0.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0.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32.emf"/><Relationship Id="rId5" Type="http://schemas.openxmlformats.org/officeDocument/2006/relationships/oleObject" Target="../embeddings/oleObject1.bin"/><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15477" y="2582633"/>
            <a:ext cx="14337652" cy="969496"/>
          </a:xfrm>
        </p:spPr>
        <p:txBody>
          <a:bodyPr/>
          <a:lstStyle/>
          <a:p>
            <a:r>
              <a:rPr lang="en-US" altLang="zh-CN" sz="7000" dirty="0"/>
              <a:t>Azure Web App</a:t>
            </a:r>
            <a:r>
              <a:rPr lang="zh-CN" altLang="en-US" sz="7000" dirty="0"/>
              <a:t>服务</a:t>
            </a:r>
            <a:endParaRPr lang="en-US" sz="7000" dirty="0"/>
          </a:p>
        </p:txBody>
      </p:sp>
      <p:sp>
        <p:nvSpPr>
          <p:cNvPr id="3" name="Text Placeholder 2"/>
          <p:cNvSpPr>
            <a:spLocks noGrp="1"/>
          </p:cNvSpPr>
          <p:nvPr>
            <p:ph type="body" sz="quarter" idx="11"/>
          </p:nvPr>
        </p:nvSpPr>
        <p:spPr>
          <a:xfrm>
            <a:off x="615481" y="5260004"/>
            <a:ext cx="9018713" cy="892552"/>
          </a:xfrm>
        </p:spPr>
        <p:txBody>
          <a:bodyPr/>
          <a:lstStyle/>
          <a:p>
            <a:r>
              <a:rPr lang="en-US" sz="2900" dirty="0"/>
              <a:t>Lei Zhang</a:t>
            </a:r>
          </a:p>
          <a:p>
            <a:r>
              <a:rPr lang="en-US" altLang="zh-CN" sz="2900" dirty="0"/>
              <a:t>leizha@microsoft.com</a:t>
            </a:r>
            <a:endParaRPr lang="en-US" sz="2900" dirty="0"/>
          </a:p>
        </p:txBody>
      </p:sp>
    </p:spTree>
    <p:extLst>
      <p:ext uri="{BB962C8B-B14F-4D97-AF65-F5344CB8AC3E}">
        <p14:creationId xmlns:p14="http://schemas.microsoft.com/office/powerpoint/2010/main" val="81759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日程安排</a:t>
            </a:r>
          </a:p>
        </p:txBody>
      </p:sp>
      <p:sp>
        <p:nvSpPr>
          <p:cNvPr id="9" name="内容占位符 8"/>
          <p:cNvSpPr>
            <a:spLocks noGrp="1"/>
          </p:cNvSpPr>
          <p:nvPr>
            <p:ph idx="1"/>
          </p:nvPr>
        </p:nvSpPr>
        <p:spPr>
          <a:xfrm>
            <a:off x="506862" y="1438281"/>
            <a:ext cx="13681462" cy="5318379"/>
          </a:xfrm>
        </p:spPr>
        <p:txBody>
          <a:bodyPr/>
          <a:lstStyle/>
          <a:p>
            <a:r>
              <a:rPr lang="en-US" altLang="zh-CN" sz="3200" dirty="0">
                <a:solidFill>
                  <a:schemeClr val="tx1"/>
                </a:solidFill>
              </a:rPr>
              <a:t>Azure Web App </a:t>
            </a:r>
            <a:r>
              <a:rPr lang="zh-CN" altLang="en-US" sz="3200" dirty="0">
                <a:solidFill>
                  <a:schemeClr val="tx1"/>
                </a:solidFill>
              </a:rPr>
              <a:t>概念</a:t>
            </a:r>
            <a:endParaRPr lang="en-US" altLang="zh-CN" sz="3200" dirty="0">
              <a:solidFill>
                <a:schemeClr val="tx1"/>
              </a:solidFill>
            </a:endParaRPr>
          </a:p>
          <a:p>
            <a:r>
              <a:rPr lang="en-US" altLang="zh-CN" sz="3200" dirty="0">
                <a:solidFill>
                  <a:schemeClr val="tx1"/>
                </a:solidFill>
              </a:rPr>
              <a:t>Azure Web App </a:t>
            </a:r>
            <a:r>
              <a:rPr lang="zh-CN" altLang="en-US" sz="3200" dirty="0">
                <a:solidFill>
                  <a:schemeClr val="tx1"/>
                </a:solidFill>
              </a:rPr>
              <a:t>架构</a:t>
            </a:r>
            <a:endParaRPr lang="en-US" altLang="zh-CN" sz="3200" dirty="0">
              <a:solidFill>
                <a:schemeClr val="tx1"/>
              </a:solidFill>
            </a:endParaRPr>
          </a:p>
          <a:p>
            <a:r>
              <a:rPr lang="en-US" altLang="zh-CN" sz="3200" dirty="0">
                <a:solidFill>
                  <a:schemeClr val="tx1"/>
                </a:solidFill>
              </a:rPr>
              <a:t>Azure Web App </a:t>
            </a:r>
            <a:r>
              <a:rPr lang="zh-CN" altLang="en-US" sz="3200" dirty="0">
                <a:solidFill>
                  <a:schemeClr val="tx1"/>
                </a:solidFill>
              </a:rPr>
              <a:t>实例大小</a:t>
            </a:r>
            <a:endParaRPr lang="en-US" altLang="zh-CN" sz="3200" dirty="0">
              <a:solidFill>
                <a:schemeClr val="tx1"/>
              </a:solidFill>
            </a:endParaRPr>
          </a:p>
          <a:p>
            <a:r>
              <a:rPr lang="en-US" altLang="zh-CN" sz="3200" dirty="0">
                <a:solidFill>
                  <a:schemeClr val="tx1"/>
                </a:solidFill>
              </a:rPr>
              <a:t>Demo: </a:t>
            </a:r>
            <a:r>
              <a:rPr lang="zh-CN" altLang="en-US" sz="3200" dirty="0">
                <a:solidFill>
                  <a:schemeClr val="tx1"/>
                </a:solidFill>
              </a:rPr>
              <a:t>创建</a:t>
            </a:r>
            <a:r>
              <a:rPr lang="en-US" altLang="zh-CN" sz="3200" dirty="0">
                <a:solidFill>
                  <a:schemeClr val="tx1"/>
                </a:solidFill>
              </a:rPr>
              <a:t>Azure Web App</a:t>
            </a:r>
          </a:p>
          <a:p>
            <a:r>
              <a:rPr lang="en-US" altLang="zh-CN" sz="3200" dirty="0">
                <a:solidFill>
                  <a:schemeClr val="tx1"/>
                </a:solidFill>
              </a:rPr>
              <a:t>Demo: </a:t>
            </a:r>
            <a:r>
              <a:rPr lang="zh-CN" altLang="en-US" sz="3200" dirty="0">
                <a:solidFill>
                  <a:schemeClr val="tx1"/>
                </a:solidFill>
              </a:rPr>
              <a:t>使用</a:t>
            </a:r>
            <a:r>
              <a:rPr lang="en-US" altLang="zh-CN" sz="3200" dirty="0">
                <a:solidFill>
                  <a:schemeClr val="tx1"/>
                </a:solidFill>
              </a:rPr>
              <a:t>FTP</a:t>
            </a:r>
            <a:r>
              <a:rPr lang="zh-CN" altLang="en-US" sz="3200" dirty="0">
                <a:solidFill>
                  <a:schemeClr val="tx1"/>
                </a:solidFill>
              </a:rPr>
              <a:t>部署</a:t>
            </a:r>
            <a:endParaRPr lang="en-US" altLang="zh-CN" sz="3200" dirty="0">
              <a:solidFill>
                <a:schemeClr val="tx1"/>
              </a:solidFill>
            </a:endParaRPr>
          </a:p>
          <a:p>
            <a:r>
              <a:rPr lang="en-US" altLang="zh-CN" sz="3200" dirty="0">
                <a:solidFill>
                  <a:schemeClr val="tx1"/>
                </a:solidFill>
              </a:rPr>
              <a:t>Demo: </a:t>
            </a:r>
            <a:r>
              <a:rPr lang="zh-CN" altLang="en-US" sz="3200" dirty="0">
                <a:solidFill>
                  <a:schemeClr val="tx1"/>
                </a:solidFill>
              </a:rPr>
              <a:t>使用</a:t>
            </a:r>
            <a:r>
              <a:rPr lang="en-US" altLang="zh-CN" sz="3200" dirty="0">
                <a:solidFill>
                  <a:schemeClr val="tx1"/>
                </a:solidFill>
              </a:rPr>
              <a:t>Visual Studio</a:t>
            </a:r>
            <a:r>
              <a:rPr lang="zh-CN" altLang="en-US" sz="3200" dirty="0">
                <a:solidFill>
                  <a:schemeClr val="tx1"/>
                </a:solidFill>
              </a:rPr>
              <a:t>部署</a:t>
            </a:r>
            <a:endParaRPr lang="en-US" altLang="zh-CN" sz="3200" dirty="0">
              <a:solidFill>
                <a:schemeClr val="tx1"/>
              </a:solidFill>
            </a:endParaRPr>
          </a:p>
          <a:p>
            <a:r>
              <a:rPr lang="en-US" altLang="zh-CN" sz="3200" dirty="0">
                <a:solidFill>
                  <a:schemeClr val="tx1"/>
                </a:solidFill>
              </a:rPr>
              <a:t>Demo: </a:t>
            </a:r>
            <a:r>
              <a:rPr lang="zh-CN" altLang="en-US" sz="3200" dirty="0">
                <a:solidFill>
                  <a:schemeClr val="tx1"/>
                </a:solidFill>
              </a:rPr>
              <a:t>使用</a:t>
            </a:r>
            <a:r>
              <a:rPr lang="en-US" altLang="zh-CN" sz="3200" dirty="0">
                <a:solidFill>
                  <a:schemeClr val="tx1"/>
                </a:solidFill>
              </a:rPr>
              <a:t>GitHub</a:t>
            </a:r>
            <a:r>
              <a:rPr lang="zh-CN" altLang="en-US" sz="3200" dirty="0">
                <a:solidFill>
                  <a:schemeClr val="tx1"/>
                </a:solidFill>
              </a:rPr>
              <a:t>部署</a:t>
            </a:r>
            <a:endParaRPr lang="en-US" altLang="zh-CN" sz="3200" dirty="0">
              <a:solidFill>
                <a:schemeClr val="tx1"/>
              </a:solidFill>
            </a:endParaRPr>
          </a:p>
          <a:p>
            <a:r>
              <a:rPr lang="en-US" altLang="zh-CN" sz="3200" dirty="0">
                <a:solidFill>
                  <a:schemeClr val="tx1"/>
                </a:solidFill>
              </a:rPr>
              <a:t>Demo: Kudu</a:t>
            </a:r>
          </a:p>
          <a:p>
            <a:r>
              <a:rPr lang="en-US" altLang="zh-CN" sz="3200" dirty="0">
                <a:solidFill>
                  <a:schemeClr val="tx1"/>
                </a:solidFill>
              </a:rPr>
              <a:t>Web App</a:t>
            </a:r>
            <a:r>
              <a:rPr lang="zh-CN" altLang="en-US" sz="3200" dirty="0">
                <a:solidFill>
                  <a:schemeClr val="tx1"/>
                </a:solidFill>
              </a:rPr>
              <a:t>备份</a:t>
            </a:r>
            <a:endParaRPr lang="en-US" altLang="zh-CN" sz="3200" dirty="0">
              <a:solidFill>
                <a:schemeClr val="tx1"/>
              </a:solidFill>
            </a:endParaRPr>
          </a:p>
          <a:p>
            <a:r>
              <a:rPr lang="en-US" altLang="zh-CN" sz="3200" dirty="0">
                <a:solidFill>
                  <a:schemeClr val="tx1"/>
                </a:solidFill>
              </a:rPr>
              <a:t>Web App</a:t>
            </a:r>
            <a:r>
              <a:rPr lang="zh-CN" altLang="en-US" sz="3200" dirty="0">
                <a:solidFill>
                  <a:schemeClr val="tx1"/>
                </a:solidFill>
              </a:rPr>
              <a:t>时区</a:t>
            </a:r>
            <a:endParaRPr lang="en-US" altLang="zh-CN" sz="3200" dirty="0">
              <a:solidFill>
                <a:schemeClr val="tx1"/>
              </a:solidFill>
            </a:endParaRPr>
          </a:p>
        </p:txBody>
      </p:sp>
    </p:spTree>
    <p:extLst>
      <p:ext uri="{BB962C8B-B14F-4D97-AF65-F5344CB8AC3E}">
        <p14:creationId xmlns:p14="http://schemas.microsoft.com/office/powerpoint/2010/main" val="354521441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312831" y="2964453"/>
            <a:ext cx="8800955" cy="5216994"/>
            <a:chOff x="4420923" y="2470374"/>
            <a:chExt cx="7332220" cy="4347494"/>
          </a:xfrm>
        </p:grpSpPr>
        <p:pic>
          <p:nvPicPr>
            <p:cNvPr id="1027" name="Picture 3" descr="C:\Users\Jonahs\Dropbox\Critical Resources\Helveticons Basic\Png\512x512\Cloud 512x512.png"/>
            <p:cNvPicPr>
              <a:picLocks noChangeAspect="1" noChangeArrowheads="1"/>
            </p:cNvPicPr>
            <p:nvPr/>
          </p:nvPicPr>
          <p:blipFill>
            <a:blip r:embed="rId3">
              <a:duotone>
                <a:prstClr val="black"/>
                <a:schemeClr val="bg1">
                  <a:lumMod val="50000"/>
                  <a:tint val="45000"/>
                  <a:satMod val="400000"/>
                </a:schemeClr>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7405649" y="2470374"/>
              <a:ext cx="4347494" cy="4347494"/>
            </a:xfrm>
            <a:prstGeom prst="rect">
              <a:avLst/>
            </a:prstGeom>
            <a:noFill/>
            <a:extLst>
              <a:ext uri="{909E8E84-426E-40dd-AFC4-6F175D3DCCD1}">
                <a14:hiddenFill xmlns:a14="http://schemas.microsoft.com/office/drawing/2010/main" xmlns="">
                  <a:solidFill>
                    <a:srgbClr val="FFFFFF"/>
                  </a:solidFill>
                </a14:hiddenFill>
              </a:ext>
            </a:extLst>
          </p:spPr>
        </p:pic>
        <p:pic>
          <p:nvPicPr>
            <p:cNvPr id="34" name="Picture 3" descr="C:\Users\Jonahs\Dropbox\Critical Resources\Helveticons Basic\Png\512x512\Cloud 512x512.png"/>
            <p:cNvPicPr>
              <a:picLocks noChangeAspect="1" noChangeArrowheads="1"/>
            </p:cNvPicPr>
            <p:nvPr/>
          </p:nvPicPr>
          <p:blipFill>
            <a:blip r:embed="rId3">
              <a:duotone>
                <a:prstClr val="black"/>
                <a:schemeClr val="bg1">
                  <a:lumMod val="50000"/>
                  <a:tint val="45000"/>
                  <a:satMod val="400000"/>
                </a:schemeClr>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629985" y="3595997"/>
              <a:ext cx="2854135" cy="2854135"/>
            </a:xfrm>
            <a:prstGeom prst="rect">
              <a:avLst/>
            </a:prstGeom>
            <a:noFill/>
            <a:extLst>
              <a:ext uri="{909E8E84-426E-40dd-AFC4-6F175D3DCCD1}">
                <a14:hiddenFill xmlns:a14="http://schemas.microsoft.com/office/drawing/2010/main" xmlns="">
                  <a:solidFill>
                    <a:srgbClr val="FFFFFF"/>
                  </a:solidFill>
                </a14:hiddenFill>
              </a:ext>
            </a:extLst>
          </p:spPr>
        </p:pic>
        <p:pic>
          <p:nvPicPr>
            <p:cNvPr id="35" name="Picture 3" descr="C:\Users\Jonahs\Dropbox\Critical Resources\Helveticons Basic\Png\512x512\Cloud 512x512.png"/>
            <p:cNvPicPr>
              <a:picLocks noChangeAspect="1" noChangeArrowheads="1"/>
            </p:cNvPicPr>
            <p:nvPr/>
          </p:nvPicPr>
          <p:blipFill>
            <a:blip r:embed="rId5" cstate="print">
              <a:duotone>
                <a:prstClr val="black"/>
                <a:schemeClr val="bg1">
                  <a:lumMod val="50000"/>
                  <a:tint val="45000"/>
                  <a:satMod val="400000"/>
                </a:schemeClr>
              </a:duotone>
              <a:extLst>
                <a:ext uri="{BEBA8EAE-BF5A-486C-A8C5-ECC9F3942E4B}">
                  <a14:imgProps xmlns:a14="http://schemas.microsoft.com/office/drawing/2010/main">
                    <a14:imgLayer r:embed="rId6">
                      <a14:imgEffect>
                        <a14:colorTemperature colorTemp="11500"/>
                      </a14:imgEffect>
                      <a14:imgEffect>
                        <a14:saturation sat="135000"/>
                      </a14:imgEffect>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4420923" y="4403409"/>
              <a:ext cx="1803636" cy="1803636"/>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24" name="Rectangle 123"/>
          <p:cNvSpPr/>
          <p:nvPr/>
        </p:nvSpPr>
        <p:spPr>
          <a:xfrm>
            <a:off x="2041605" y="1685715"/>
            <a:ext cx="1941974" cy="768096"/>
          </a:xfrm>
          <a:prstGeom prst="rect">
            <a:avLst/>
          </a:prstGeom>
          <a:noFill/>
          <a:ln w="9525" cap="flat" cmpd="sng" algn="ctr">
            <a:noFill/>
            <a:prstDash val="solid"/>
          </a:ln>
          <a:effectLst/>
        </p:spPr>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616" rtl="0" eaLnBrk="1" fontAlgn="base" latinLnBrk="0" hangingPunct="1">
              <a:lnSpc>
                <a:spcPct val="100000"/>
              </a:lnSpc>
              <a:spcBef>
                <a:spcPts val="0"/>
              </a:spcBef>
              <a:spcAft>
                <a:spcPct val="0"/>
              </a:spcAft>
              <a:buClrTx/>
              <a:buSzTx/>
              <a:buFontTx/>
              <a:buNone/>
              <a:tabLst/>
              <a:defRPr/>
            </a:pPr>
            <a: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t>Your Datacenter</a:t>
            </a:r>
          </a:p>
        </p:txBody>
      </p:sp>
      <p:sp>
        <p:nvSpPr>
          <p:cNvPr id="128" name="Rectangle 127"/>
          <p:cNvSpPr/>
          <p:nvPr/>
        </p:nvSpPr>
        <p:spPr>
          <a:xfrm>
            <a:off x="2017185" y="5291032"/>
            <a:ext cx="1966402" cy="457200"/>
          </a:xfrm>
          <a:prstGeom prst="rect">
            <a:avLst/>
          </a:prstGeom>
          <a:solidFill>
            <a:schemeClr val="tx2"/>
          </a:solidFill>
          <a:ln w="9525" cap="flat" cmpd="sng" algn="ctr">
            <a:noFill/>
            <a:prstDash val="solid"/>
          </a:ln>
          <a:effectLst/>
        </p:spPr>
        <p:txBody>
          <a:bodyPr lIns="109728" tIns="54866" rIns="109728"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Virtualization</a:t>
            </a:r>
          </a:p>
        </p:txBody>
      </p:sp>
      <p:sp>
        <p:nvSpPr>
          <p:cNvPr id="129" name="Rectangle 128"/>
          <p:cNvSpPr/>
          <p:nvPr/>
        </p:nvSpPr>
        <p:spPr>
          <a:xfrm>
            <a:off x="2017185" y="4745250"/>
            <a:ext cx="1966402" cy="457200"/>
          </a:xfrm>
          <a:prstGeom prst="rect">
            <a:avLst/>
          </a:prstGeom>
          <a:solidFill>
            <a:schemeClr val="tx2"/>
          </a:solidFill>
          <a:ln w="9525" cap="flat" cmpd="sng" algn="ctr">
            <a:noFill/>
            <a:prstDash val="solid"/>
          </a:ln>
          <a:effectLst/>
        </p:spPr>
        <p:txBody>
          <a:bodyPr lIns="109728" tIns="54866" rIns="109728"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O/S</a:t>
            </a:r>
          </a:p>
        </p:txBody>
      </p:sp>
      <p:sp>
        <p:nvSpPr>
          <p:cNvPr id="130" name="Rectangle 129"/>
          <p:cNvSpPr/>
          <p:nvPr/>
        </p:nvSpPr>
        <p:spPr>
          <a:xfrm>
            <a:off x="2017185" y="5836813"/>
            <a:ext cx="1966402" cy="457200"/>
          </a:xfrm>
          <a:prstGeom prst="rect">
            <a:avLst/>
          </a:prstGeom>
          <a:solidFill>
            <a:schemeClr val="tx2"/>
          </a:solidFill>
          <a:ln w="9525" cap="flat" cmpd="sng" algn="ctr">
            <a:noFill/>
            <a:prstDash val="solid"/>
          </a:ln>
          <a:effectLst/>
        </p:spPr>
        <p:txBody>
          <a:bodyPr lIns="109728" tIns="54866" rIns="109728"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Hardware</a:t>
            </a:r>
          </a:p>
        </p:txBody>
      </p:sp>
      <p:sp>
        <p:nvSpPr>
          <p:cNvPr id="133" name="Rectangle 132"/>
          <p:cNvSpPr/>
          <p:nvPr/>
        </p:nvSpPr>
        <p:spPr>
          <a:xfrm>
            <a:off x="2017185" y="4199466"/>
            <a:ext cx="1966402" cy="457200"/>
          </a:xfrm>
          <a:prstGeom prst="rect">
            <a:avLst/>
          </a:prstGeom>
          <a:solidFill>
            <a:schemeClr val="tx2"/>
          </a:solidFill>
          <a:ln w="9525" cap="flat" cmpd="sng" algn="ctr">
            <a:noFill/>
            <a:prstDash val="solid"/>
          </a:ln>
          <a:effectLst/>
        </p:spPr>
        <p:txBody>
          <a:bodyPr lIns="0" tIns="54866" rIns="0"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Network</a:t>
            </a:r>
          </a:p>
        </p:txBody>
      </p:sp>
      <p:sp>
        <p:nvSpPr>
          <p:cNvPr id="134" name="Rectangle 133"/>
          <p:cNvSpPr/>
          <p:nvPr/>
        </p:nvSpPr>
        <p:spPr>
          <a:xfrm>
            <a:off x="2017185" y="3087517"/>
            <a:ext cx="1966402" cy="457200"/>
          </a:xfrm>
          <a:prstGeom prst="rect">
            <a:avLst/>
          </a:prstGeom>
          <a:solidFill>
            <a:schemeClr val="tx2"/>
          </a:solidFill>
          <a:ln w="9525" cap="flat" cmpd="sng" algn="ctr">
            <a:noFill/>
            <a:prstDash val="solid"/>
          </a:ln>
          <a:effectLst/>
        </p:spPr>
        <p:txBody>
          <a:bodyPr lIns="109728" tIns="54866" rIns="109728"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Data</a:t>
            </a:r>
          </a:p>
        </p:txBody>
      </p:sp>
      <p:sp>
        <p:nvSpPr>
          <p:cNvPr id="135" name="Rectangle 134"/>
          <p:cNvSpPr/>
          <p:nvPr/>
        </p:nvSpPr>
        <p:spPr>
          <a:xfrm>
            <a:off x="2017185" y="2541734"/>
            <a:ext cx="1966402" cy="457200"/>
          </a:xfrm>
          <a:prstGeom prst="rect">
            <a:avLst/>
          </a:prstGeom>
          <a:solidFill>
            <a:schemeClr val="tx2"/>
          </a:solidFill>
          <a:ln w="9525" cap="flat" cmpd="sng" algn="ctr">
            <a:noFill/>
            <a:prstDash val="solid"/>
          </a:ln>
          <a:effectLst/>
        </p:spPr>
        <p:txBody>
          <a:bodyPr lIns="109728" tIns="54866" rIns="109728"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Applications</a:t>
            </a:r>
          </a:p>
        </p:txBody>
      </p:sp>
      <p:sp>
        <p:nvSpPr>
          <p:cNvPr id="136" name="Rectangle 135"/>
          <p:cNvSpPr/>
          <p:nvPr/>
        </p:nvSpPr>
        <p:spPr>
          <a:xfrm>
            <a:off x="2017183" y="3653683"/>
            <a:ext cx="1966402" cy="457200"/>
          </a:xfrm>
          <a:prstGeom prst="rect">
            <a:avLst/>
          </a:prstGeom>
          <a:solidFill>
            <a:schemeClr val="tx2"/>
          </a:solidFill>
          <a:ln w="9525" cap="flat" cmpd="sng" algn="ctr">
            <a:noFill/>
            <a:prstDash val="solid"/>
          </a:ln>
          <a:effectLst/>
        </p:spPr>
        <p:txBody>
          <a:bodyPr lIns="109728" tIns="54866" rIns="109728" bIns="54866"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Firewall</a:t>
            </a:r>
          </a:p>
        </p:txBody>
      </p:sp>
      <p:sp>
        <p:nvSpPr>
          <p:cNvPr id="170" name="Rectangle 169"/>
          <p:cNvSpPr/>
          <p:nvPr/>
        </p:nvSpPr>
        <p:spPr>
          <a:xfrm>
            <a:off x="11237155" y="1687315"/>
            <a:ext cx="1966400" cy="768096"/>
          </a:xfrm>
          <a:prstGeom prst="rect">
            <a:avLst/>
          </a:prstGeom>
          <a:noFill/>
          <a:ln w="9525" cap="flat" cmpd="sng" algn="ctr">
            <a:noFill/>
            <a:prstDash val="solid"/>
          </a:ln>
          <a:effectLst/>
        </p:spPr>
        <p:txBody>
          <a:bodyPr lIns="109728" tIns="0" rIns="109728"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616" rtl="0" eaLnBrk="1" fontAlgn="base" latinLnBrk="0" hangingPunct="1">
              <a:lnSpc>
                <a:spcPct val="100000"/>
              </a:lnSpc>
              <a:spcBef>
                <a:spcPts val="0"/>
              </a:spcBef>
              <a:spcAft>
                <a:spcPct val="0"/>
              </a:spcAft>
              <a:buClrTx/>
              <a:buSzTx/>
              <a:buFontTx/>
              <a:buNone/>
              <a:tabLst/>
              <a:defRPr/>
            </a:pPr>
            <a: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t>Web </a:t>
            </a:r>
            <a:b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br>
            <a: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t>Sites</a:t>
            </a:r>
          </a:p>
        </p:txBody>
      </p:sp>
      <p:sp>
        <p:nvSpPr>
          <p:cNvPr id="180" name="Rectangle 179"/>
          <p:cNvSpPr/>
          <p:nvPr/>
        </p:nvSpPr>
        <p:spPr>
          <a:xfrm>
            <a:off x="11237155" y="2543334"/>
            <a:ext cx="1966400" cy="457200"/>
          </a:xfrm>
          <a:prstGeom prst="rect">
            <a:avLst/>
          </a:prstGeom>
          <a:solidFill>
            <a:schemeClr val="accent2"/>
          </a:solidFill>
          <a:ln w="9525" cap="flat" cmpd="sng" algn="ctr">
            <a:noFill/>
            <a:prstDash val="solid"/>
          </a:ln>
          <a:effectLst/>
        </p:spPr>
        <p:txBody>
          <a:bodyPr lIns="0" tIns="54866" rIns="0"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Applications</a:t>
            </a:r>
          </a:p>
        </p:txBody>
      </p:sp>
      <p:sp>
        <p:nvSpPr>
          <p:cNvPr id="182" name="Rectangle 181"/>
          <p:cNvSpPr/>
          <p:nvPr/>
        </p:nvSpPr>
        <p:spPr>
          <a:xfrm>
            <a:off x="11237155" y="3089117"/>
            <a:ext cx="1966400" cy="457200"/>
          </a:xfrm>
          <a:prstGeom prst="rect">
            <a:avLst/>
          </a:prstGeom>
          <a:solidFill>
            <a:schemeClr val="accent2"/>
          </a:solidFill>
          <a:ln w="9525" cap="flat" cmpd="sng" algn="ctr">
            <a:noFill/>
            <a:prstDash val="solid"/>
          </a:ln>
          <a:effectLst/>
        </p:spPr>
        <p:txBody>
          <a:bodyPr lIns="0" tIns="54866" rIns="0"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Data</a:t>
            </a:r>
          </a:p>
        </p:txBody>
      </p:sp>
      <p:sp>
        <p:nvSpPr>
          <p:cNvPr id="154" name="Rectangle 153"/>
          <p:cNvSpPr/>
          <p:nvPr/>
        </p:nvSpPr>
        <p:spPr>
          <a:xfrm>
            <a:off x="8168475" y="1687315"/>
            <a:ext cx="1966400" cy="768096"/>
          </a:xfrm>
          <a:prstGeom prst="rect">
            <a:avLst/>
          </a:prstGeom>
          <a:noFill/>
          <a:ln w="9525" cap="flat" cmpd="sng" algn="ctr">
            <a:noFill/>
            <a:prstDash val="solid"/>
          </a:ln>
          <a:effectLst/>
        </p:spPr>
        <p:txBody>
          <a:bodyPr lIns="109728" tIns="0" rIns="109728"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616" rtl="0" eaLnBrk="1" fontAlgn="base" latinLnBrk="0" hangingPunct="1">
              <a:lnSpc>
                <a:spcPct val="100000"/>
              </a:lnSpc>
              <a:spcBef>
                <a:spcPts val="0"/>
              </a:spcBef>
              <a:spcAft>
                <a:spcPct val="0"/>
              </a:spcAft>
              <a:buClrTx/>
              <a:buSzTx/>
              <a:buFontTx/>
              <a:buNone/>
              <a:tabLst/>
              <a:defRPr/>
            </a:pPr>
            <a: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t>Cloud Services</a:t>
            </a:r>
            <a:endParaRPr kumimoji="0" lang="en-US" sz="192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endParaRPr>
          </a:p>
        </p:txBody>
      </p:sp>
      <p:sp>
        <p:nvSpPr>
          <p:cNvPr id="166" name="Rectangle 165"/>
          <p:cNvSpPr/>
          <p:nvPr/>
        </p:nvSpPr>
        <p:spPr>
          <a:xfrm>
            <a:off x="8168474" y="2543338"/>
            <a:ext cx="1966400" cy="457200"/>
          </a:xfrm>
          <a:prstGeom prst="rect">
            <a:avLst/>
          </a:prstGeom>
          <a:solidFill>
            <a:schemeClr val="accent1"/>
          </a:solidFill>
          <a:ln w="9525" cap="flat" cmpd="sng" algn="ctr">
            <a:noFill/>
            <a:prstDash val="solid"/>
          </a:ln>
          <a:effectLst/>
        </p:spPr>
        <p:txBody>
          <a:bodyPr lIns="109728" tIns="54866" rIns="109728"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Applications</a:t>
            </a:r>
          </a:p>
        </p:txBody>
      </p:sp>
      <p:sp>
        <p:nvSpPr>
          <p:cNvPr id="167" name="Rectangle 166"/>
          <p:cNvSpPr/>
          <p:nvPr/>
        </p:nvSpPr>
        <p:spPr>
          <a:xfrm>
            <a:off x="8168474" y="3662342"/>
            <a:ext cx="1966400" cy="457200"/>
          </a:xfrm>
          <a:prstGeom prst="rect">
            <a:avLst/>
          </a:prstGeom>
          <a:solidFill>
            <a:schemeClr val="accent1"/>
          </a:solidFill>
          <a:ln w="9525" cap="flat" cmpd="sng" algn="ctr">
            <a:noFill/>
            <a:prstDash val="solid"/>
          </a:ln>
          <a:effectLst/>
        </p:spPr>
        <p:txBody>
          <a:bodyPr lIns="0" tIns="54866" rIns="0"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Firewall Rules</a:t>
            </a:r>
          </a:p>
        </p:txBody>
      </p:sp>
      <p:sp>
        <p:nvSpPr>
          <p:cNvPr id="168" name="Rectangle 167"/>
          <p:cNvSpPr/>
          <p:nvPr/>
        </p:nvSpPr>
        <p:spPr>
          <a:xfrm>
            <a:off x="8168474" y="3089120"/>
            <a:ext cx="1966400" cy="457200"/>
          </a:xfrm>
          <a:prstGeom prst="rect">
            <a:avLst/>
          </a:prstGeom>
          <a:solidFill>
            <a:schemeClr val="accent1"/>
          </a:solidFill>
          <a:ln w="9525" cap="flat" cmpd="sng" algn="ctr">
            <a:noFill/>
            <a:prstDash val="solid"/>
          </a:ln>
          <a:effectLst/>
        </p:spPr>
        <p:txBody>
          <a:bodyPr lIns="109728" tIns="54866" rIns="109728"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Data</a:t>
            </a:r>
          </a:p>
        </p:txBody>
      </p:sp>
      <p:sp>
        <p:nvSpPr>
          <p:cNvPr id="77" name="Rectangle 76"/>
          <p:cNvSpPr/>
          <p:nvPr/>
        </p:nvSpPr>
        <p:spPr>
          <a:xfrm>
            <a:off x="8168474" y="4222810"/>
            <a:ext cx="1966400" cy="457200"/>
          </a:xfrm>
          <a:prstGeom prst="rect">
            <a:avLst/>
          </a:prstGeom>
          <a:solidFill>
            <a:schemeClr val="accent1"/>
          </a:solidFill>
          <a:ln w="9525" cap="flat" cmpd="sng" algn="ctr">
            <a:noFill/>
            <a:prstDash val="solid"/>
          </a:ln>
          <a:effectLst/>
        </p:spPr>
        <p:txBody>
          <a:bodyPr lIns="0" tIns="54866" rIns="0"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Virtual Network</a:t>
            </a:r>
          </a:p>
        </p:txBody>
      </p:sp>
      <p:sp>
        <p:nvSpPr>
          <p:cNvPr id="138" name="Rectangle 137"/>
          <p:cNvSpPr/>
          <p:nvPr/>
        </p:nvSpPr>
        <p:spPr>
          <a:xfrm>
            <a:off x="5108181" y="1687315"/>
            <a:ext cx="1966402" cy="768096"/>
          </a:xfrm>
          <a:prstGeom prst="rect">
            <a:avLst/>
          </a:prstGeom>
          <a:noFill/>
          <a:ln w="9525" cap="flat" cmpd="sng" algn="ctr">
            <a:noFill/>
            <a:prstDash val="solid"/>
          </a:ln>
          <a:effectLst/>
        </p:spPr>
        <p:txBody>
          <a:bodyPr lIns="109728" tIns="0" rIns="109728"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616" rtl="0" eaLnBrk="1" fontAlgn="base" latinLnBrk="0" hangingPunct="1">
              <a:lnSpc>
                <a:spcPct val="100000"/>
              </a:lnSpc>
              <a:spcBef>
                <a:spcPts val="0"/>
              </a:spcBef>
              <a:spcAft>
                <a:spcPct val="0"/>
              </a:spcAft>
              <a:buClrTx/>
              <a:buSzTx/>
              <a:buFontTx/>
              <a:buNone/>
              <a:tabLst/>
              <a:defRPr/>
            </a:pPr>
            <a: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t>Virtual Machines</a:t>
            </a:r>
            <a:endParaRPr kumimoji="0" lang="en-US" sz="192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endParaRPr>
          </a:p>
        </p:txBody>
      </p:sp>
      <p:sp>
        <p:nvSpPr>
          <p:cNvPr id="149" name="Rectangle 148"/>
          <p:cNvSpPr/>
          <p:nvPr/>
        </p:nvSpPr>
        <p:spPr>
          <a:xfrm>
            <a:off x="5108181" y="4201064"/>
            <a:ext cx="1966402" cy="457200"/>
          </a:xfrm>
          <a:prstGeom prst="rect">
            <a:avLst/>
          </a:prstGeom>
          <a:solidFill>
            <a:schemeClr val="accent5"/>
          </a:solidFill>
          <a:ln w="9525" cap="flat" cmpd="sng" algn="ctr">
            <a:noFill/>
            <a:prstDash val="solid"/>
          </a:ln>
          <a:effectLst/>
        </p:spPr>
        <p:txBody>
          <a:bodyPr lIns="0" tIns="54866" rIns="0" bIns="54866" rtlCol="0" anchor="ctr"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462736" rtl="0" eaLnBrk="1" fontAlgn="auto" latinLnBrk="0" hangingPunct="1">
              <a:lnSpc>
                <a:spcPct val="100000"/>
              </a:lnSpc>
              <a:spcBef>
                <a:spcPts val="0"/>
              </a:spcBef>
              <a:spcAft>
                <a:spcPts val="0"/>
              </a:spcAft>
              <a:buClrTx/>
              <a:buSzTx/>
              <a:buFontTx/>
              <a:buNone/>
              <a:tabLst/>
              <a:defRPr/>
            </a:pPr>
            <a:r>
              <a:rPr kumimoji="0" lang="en-US" sz="1760" b="0" i="0" u="none" strike="noStrike" kern="1200" cap="none" spc="0" normalizeH="0" baseline="0" noProof="0" dirty="0">
                <a:ln>
                  <a:noFill/>
                </a:ln>
                <a:gradFill>
                  <a:gsLst>
                    <a:gs pos="0">
                      <a:srgbClr val="FFFFFF"/>
                    </a:gs>
                    <a:gs pos="100000">
                      <a:srgbClr val="FFFFFF"/>
                    </a:gs>
                  </a:gsLst>
                  <a:lin ang="5400000" scaled="0"/>
                </a:gradFill>
                <a:effectLst/>
                <a:uLnTx/>
                <a:uFillTx/>
                <a:latin typeface="+mn-lt"/>
                <a:ea typeface="Segoe UI" pitchFamily="34" charset="0"/>
                <a:cs typeface="Segoe UI" pitchFamily="34" charset="0"/>
              </a:rPr>
              <a:t>Virtual Network</a:t>
            </a:r>
          </a:p>
        </p:txBody>
      </p:sp>
      <p:sp>
        <p:nvSpPr>
          <p:cNvPr id="150" name="Rectangle 149"/>
          <p:cNvSpPr/>
          <p:nvPr/>
        </p:nvSpPr>
        <p:spPr>
          <a:xfrm>
            <a:off x="5108181" y="3089120"/>
            <a:ext cx="1966402" cy="457200"/>
          </a:xfrm>
          <a:prstGeom prst="rect">
            <a:avLst/>
          </a:prstGeom>
          <a:solidFill>
            <a:schemeClr val="accent5"/>
          </a:solidFill>
          <a:ln w="9525" cap="flat" cmpd="sng" algn="ctr">
            <a:noFill/>
            <a:prstDash val="solid"/>
          </a:ln>
          <a:effectLst/>
        </p:spPr>
        <p:txBody>
          <a:bodyPr lIns="109728" tIns="54866" rIns="109728"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Data</a:t>
            </a:r>
          </a:p>
        </p:txBody>
      </p:sp>
      <p:sp>
        <p:nvSpPr>
          <p:cNvPr id="151" name="Rectangle 150"/>
          <p:cNvSpPr/>
          <p:nvPr/>
        </p:nvSpPr>
        <p:spPr>
          <a:xfrm>
            <a:off x="5108181" y="2543339"/>
            <a:ext cx="1966402" cy="457200"/>
          </a:xfrm>
          <a:prstGeom prst="rect">
            <a:avLst/>
          </a:prstGeom>
          <a:solidFill>
            <a:schemeClr val="accent5"/>
          </a:solidFill>
          <a:ln w="9525" cap="flat" cmpd="sng" algn="ctr">
            <a:noFill/>
            <a:prstDash val="solid"/>
          </a:ln>
          <a:effectLst/>
        </p:spPr>
        <p:txBody>
          <a:bodyPr lIns="109728" tIns="54866" rIns="109728"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Applications</a:t>
            </a:r>
          </a:p>
        </p:txBody>
      </p:sp>
      <p:sp>
        <p:nvSpPr>
          <p:cNvPr id="152" name="Rectangle 151"/>
          <p:cNvSpPr/>
          <p:nvPr/>
        </p:nvSpPr>
        <p:spPr>
          <a:xfrm>
            <a:off x="5108181" y="3655283"/>
            <a:ext cx="1966402" cy="457200"/>
          </a:xfrm>
          <a:prstGeom prst="rect">
            <a:avLst/>
          </a:prstGeom>
          <a:solidFill>
            <a:schemeClr val="accent5"/>
          </a:solidFill>
          <a:ln w="9525" cap="flat" cmpd="sng" algn="ctr">
            <a:noFill/>
            <a:prstDash val="solid"/>
          </a:ln>
          <a:effectLst/>
        </p:spPr>
        <p:txBody>
          <a:bodyPr lIns="109728" tIns="54866" rIns="109728"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Firewall Rules</a:t>
            </a:r>
          </a:p>
        </p:txBody>
      </p:sp>
      <p:sp>
        <p:nvSpPr>
          <p:cNvPr id="71" name="Rectangle 70"/>
          <p:cNvSpPr/>
          <p:nvPr/>
        </p:nvSpPr>
        <p:spPr>
          <a:xfrm>
            <a:off x="5108181" y="4746848"/>
            <a:ext cx="1966402" cy="457200"/>
          </a:xfrm>
          <a:prstGeom prst="rect">
            <a:avLst/>
          </a:prstGeom>
          <a:solidFill>
            <a:schemeClr val="accent5"/>
          </a:solidFill>
          <a:ln w="9525" cap="flat" cmpd="sng" algn="ctr">
            <a:noFill/>
            <a:prstDash val="solid"/>
          </a:ln>
          <a:effectLst/>
        </p:spPr>
        <p:txBody>
          <a:bodyPr lIns="109728" tIns="54866" rIns="109728" bIns="54866" rtlCol="0" anchor="ctr" anchorCtr="0"/>
          <a:lstStyle/>
          <a:p>
            <a:pPr marL="0" marR="0" lvl="0" indent="0" algn="ctr" defTabSz="1462736" eaLnBrk="1" fontAlgn="auto" latinLnBrk="0" hangingPunct="1">
              <a:lnSpc>
                <a:spcPct val="100000"/>
              </a:lnSpc>
              <a:spcBef>
                <a:spcPts val="0"/>
              </a:spcBef>
              <a:spcAft>
                <a:spcPts val="0"/>
              </a:spcAft>
              <a:buClrTx/>
              <a:buSzTx/>
              <a:buFontTx/>
              <a:buNone/>
              <a:tabLst/>
              <a:defRPr/>
            </a:pPr>
            <a:r>
              <a:rPr kumimoji="0" lang="en-US" sz="176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O/S</a:t>
            </a:r>
          </a:p>
        </p:txBody>
      </p:sp>
      <p:sp>
        <p:nvSpPr>
          <p:cNvPr id="41" name="Pentagon 40"/>
          <p:cNvSpPr/>
          <p:nvPr/>
        </p:nvSpPr>
        <p:spPr bwMode="auto">
          <a:xfrm>
            <a:off x="714894" y="7144166"/>
            <a:ext cx="13033944" cy="811118"/>
          </a:xfrm>
          <a:prstGeom prst="homePlat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6" tIns="54866" rIns="54866" bIns="54866" numCol="1" spcCol="0" rtlCol="0" fromWordArt="0" anchor="ctr" anchorCtr="0" forceAA="0" compatLnSpc="1">
            <a:prstTxWarp prst="textNoShape">
              <a:avLst/>
            </a:prstTxWarp>
            <a:noAutofit/>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Focus on the Application</a:t>
            </a:r>
          </a:p>
        </p:txBody>
      </p:sp>
      <p:pic>
        <p:nvPicPr>
          <p:cNvPr id="1026" name="Picture 2" descr="C:\Users\Jonahs\Dropbox\Critical Resources\Helveticons Basic\Png\512x512\Company 512x512.png"/>
          <p:cNvPicPr>
            <a:picLocks noChangeAspect="1" noChangeArrowheads="1"/>
          </p:cNvPicPr>
          <p:nvPr/>
        </p:nvPicPr>
        <p:blipFill>
          <a:blip r:embed="rId7" cstate="print">
            <a:duotone>
              <a:prstClr val="black"/>
              <a:schemeClr val="bg2">
                <a:lumMod val="10000"/>
                <a:tint val="45000"/>
                <a:satMod val="400000"/>
              </a:schemeClr>
            </a:duotone>
            <a:extLst>
              <a:ext uri="{BEBA8EAE-BF5A-486C-A8C5-ECC9F3942E4B}">
                <a14:imgProps xmlns:a14="http://schemas.microsoft.com/office/drawing/2010/main">
                  <a14:imgLayer r:embed="rId8">
                    <a14:imgEffect>
                      <a14:colorTemperature colorTemp="11500"/>
                    </a14:imgEffect>
                    <a14:imgEffect>
                      <a14:saturation sat="400000"/>
                    </a14:imgEffect>
                    <a14:imgEffect>
                      <a14:brightnessContrast bright="100000" contrast="-76000"/>
                    </a14:imgEffect>
                  </a14:imgLayer>
                </a14:imgProps>
              </a:ext>
              <a:ext uri="{28A0092B-C50C-407E-A947-70E740481C1C}">
                <a14:useLocalDpi xmlns:a14="http://schemas.microsoft.com/office/drawing/2010/main" val="0"/>
              </a:ext>
            </a:extLst>
          </a:blip>
          <a:srcRect/>
          <a:stretch>
            <a:fillRect/>
          </a:stretch>
        </p:blipFill>
        <p:spPr bwMode="auto">
          <a:xfrm>
            <a:off x="714888" y="5719492"/>
            <a:ext cx="1231069" cy="1230747"/>
          </a:xfrm>
          <a:prstGeom prst="rect">
            <a:avLst/>
          </a:prstGeom>
          <a:noFill/>
          <a:extLst>
            <a:ext uri="{909E8E84-426E-40dd-AFC4-6F175D3DCCD1}">
              <a14:hiddenFill xmlns:a14="http://schemas.microsoft.com/office/drawing/2010/main" xmlns="">
                <a:solidFill>
                  <a:srgbClr val="FFFFFF"/>
                </a:solidFill>
              </a14:hiddenFill>
            </a:ext>
          </a:extLst>
        </p:spPr>
      </p:pic>
      <p:cxnSp>
        <p:nvCxnSpPr>
          <p:cNvPr id="4" name="Straight Connector 3"/>
          <p:cNvCxnSpPr/>
          <p:nvPr/>
        </p:nvCxnSpPr>
        <p:spPr>
          <a:xfrm>
            <a:off x="4351064" y="1105444"/>
            <a:ext cx="0" cy="572722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Left Brace 2"/>
          <p:cNvSpPr/>
          <p:nvPr/>
        </p:nvSpPr>
        <p:spPr>
          <a:xfrm rot="5400000">
            <a:off x="8808914" y="-1764723"/>
            <a:ext cx="533992" cy="6288906"/>
          </a:xfrm>
          <a:prstGeom prst="leftBrac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lIns="109728" tIns="54866" rIns="109728" bIns="5486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ysClr val="windowText" lastClr="000000"/>
              </a:solidFill>
              <a:effectLst/>
              <a:uLnTx/>
              <a:uFillTx/>
            </a:endParaRPr>
          </a:p>
        </p:txBody>
      </p:sp>
      <p:sp>
        <p:nvSpPr>
          <p:cNvPr id="38" name="Rectangle 37"/>
          <p:cNvSpPr/>
          <p:nvPr/>
        </p:nvSpPr>
        <p:spPr>
          <a:xfrm>
            <a:off x="7495232" y="472258"/>
            <a:ext cx="3177584" cy="768096"/>
          </a:xfrm>
          <a:prstGeom prst="rect">
            <a:avLst/>
          </a:prstGeom>
          <a:noFill/>
          <a:ln w="9525" cap="flat" cmpd="sng" algn="ctr">
            <a:noFill/>
            <a:prstDash val="solid"/>
          </a:ln>
          <a:effectLst/>
        </p:spPr>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616" rtl="0" eaLnBrk="1" fontAlgn="base" latinLnBrk="0" hangingPunct="1">
              <a:lnSpc>
                <a:spcPct val="100000"/>
              </a:lnSpc>
              <a:spcBef>
                <a:spcPts val="0"/>
              </a:spcBef>
              <a:spcAft>
                <a:spcPct val="0"/>
              </a:spcAft>
              <a:buClrTx/>
              <a:buSzTx/>
              <a:buFontTx/>
              <a:buNone/>
              <a:tabLst/>
              <a:defRPr/>
            </a:pPr>
            <a:r>
              <a:rPr kumimoji="0" lang="en-US" sz="2400" b="0" i="0" u="none" strike="noStrike" kern="1200" cap="none" spc="0" normalizeH="0" baseline="0" noProof="0" dirty="0">
                <a:ln>
                  <a:noFill/>
                </a:ln>
                <a:gradFill>
                  <a:gsLst>
                    <a:gs pos="0">
                      <a:schemeClr val="tx1"/>
                    </a:gs>
                    <a:gs pos="100000">
                      <a:schemeClr val="tx1"/>
                    </a:gs>
                  </a:gsLst>
                  <a:lin ang="5400000" scaled="0"/>
                </a:gradFill>
                <a:effectLst/>
                <a:uLnTx/>
                <a:uFillTx/>
                <a:latin typeface="+mn-lt"/>
                <a:ea typeface="Kozuka Gothic Pro R" pitchFamily="34" charset="-128"/>
                <a:cs typeface="+mn-cs"/>
              </a:rPr>
              <a:t>Windows Azure</a:t>
            </a:r>
          </a:p>
        </p:txBody>
      </p:sp>
    </p:spTree>
    <p:extLst>
      <p:ext uri="{BB962C8B-B14F-4D97-AF65-F5344CB8AC3E}">
        <p14:creationId xmlns:p14="http://schemas.microsoft.com/office/powerpoint/2010/main" val="558222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24"/>
                                        </p:tgtEl>
                                        <p:attrNameLst>
                                          <p:attrName>style.visibility</p:attrName>
                                        </p:attrNameLst>
                                      </p:cBhvr>
                                      <p:to>
                                        <p:strVal val="visible"/>
                                      </p:to>
                                    </p:set>
                                    <p:animEffect transition="in" filter="fade">
                                      <p:cBhvr>
                                        <p:cTn id="19" dur="500"/>
                                        <p:tgtEl>
                                          <p:spTgt spid="12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5"/>
                                        </p:tgtEl>
                                        <p:attrNameLst>
                                          <p:attrName>style.visibility</p:attrName>
                                        </p:attrNameLst>
                                      </p:cBhvr>
                                      <p:to>
                                        <p:strVal val="visible"/>
                                      </p:to>
                                    </p:set>
                                    <p:animEffect transition="in" filter="fade">
                                      <p:cBhvr>
                                        <p:cTn id="31" dur="500"/>
                                        <p:tgtEl>
                                          <p:spTgt spid="135"/>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4"/>
                                        </p:tgtEl>
                                        <p:attrNameLst>
                                          <p:attrName>style.visibility</p:attrName>
                                        </p:attrNameLst>
                                      </p:cBhvr>
                                      <p:to>
                                        <p:strVal val="visible"/>
                                      </p:to>
                                    </p:set>
                                    <p:animEffect transition="in" filter="fade">
                                      <p:cBhvr>
                                        <p:cTn id="34" dur="500"/>
                                        <p:tgtEl>
                                          <p:spTgt spid="134"/>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36"/>
                                        </p:tgtEl>
                                        <p:attrNameLst>
                                          <p:attrName>style.visibility</p:attrName>
                                        </p:attrNameLst>
                                      </p:cBhvr>
                                      <p:to>
                                        <p:strVal val="visible"/>
                                      </p:to>
                                    </p:set>
                                    <p:animEffect transition="in" filter="fade">
                                      <p:cBhvr>
                                        <p:cTn id="37" dur="500"/>
                                        <p:tgtEl>
                                          <p:spTgt spid="136"/>
                                        </p:tgtEl>
                                      </p:cBhvr>
                                    </p:animEffect>
                                  </p:childTnLst>
                                </p:cTn>
                              </p:par>
                              <p:par>
                                <p:cTn id="38" presetID="10" presetClass="entr" presetSubtype="0" fill="hold" grpId="0" nodeType="withEffect">
                                  <p:stCondLst>
                                    <p:cond delay="750"/>
                                  </p:stCondLst>
                                  <p:childTnLst>
                                    <p:set>
                                      <p:cBhvr>
                                        <p:cTn id="39" dur="1" fill="hold">
                                          <p:stCondLst>
                                            <p:cond delay="0"/>
                                          </p:stCondLst>
                                        </p:cTn>
                                        <p:tgtEl>
                                          <p:spTgt spid="133"/>
                                        </p:tgtEl>
                                        <p:attrNameLst>
                                          <p:attrName>style.visibility</p:attrName>
                                        </p:attrNameLst>
                                      </p:cBhvr>
                                      <p:to>
                                        <p:strVal val="visible"/>
                                      </p:to>
                                    </p:set>
                                    <p:animEffect transition="in" filter="fade">
                                      <p:cBhvr>
                                        <p:cTn id="40" dur="500"/>
                                        <p:tgtEl>
                                          <p:spTgt spid="133"/>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29"/>
                                        </p:tgtEl>
                                        <p:attrNameLst>
                                          <p:attrName>style.visibility</p:attrName>
                                        </p:attrNameLst>
                                      </p:cBhvr>
                                      <p:to>
                                        <p:strVal val="visible"/>
                                      </p:to>
                                    </p:set>
                                    <p:animEffect transition="in" filter="fade">
                                      <p:cBhvr>
                                        <p:cTn id="43" dur="500"/>
                                        <p:tgtEl>
                                          <p:spTgt spid="129"/>
                                        </p:tgtEl>
                                      </p:cBhvr>
                                    </p:animEffect>
                                  </p:childTnLst>
                                </p:cTn>
                              </p:par>
                              <p:par>
                                <p:cTn id="44" presetID="10" presetClass="entr" presetSubtype="0" fill="hold" grpId="0" nodeType="withEffect">
                                  <p:stCondLst>
                                    <p:cond delay="1250"/>
                                  </p:stCondLst>
                                  <p:childTnLst>
                                    <p:set>
                                      <p:cBhvr>
                                        <p:cTn id="45" dur="1" fill="hold">
                                          <p:stCondLst>
                                            <p:cond delay="0"/>
                                          </p:stCondLst>
                                        </p:cTn>
                                        <p:tgtEl>
                                          <p:spTgt spid="128"/>
                                        </p:tgtEl>
                                        <p:attrNameLst>
                                          <p:attrName>style.visibility</p:attrName>
                                        </p:attrNameLst>
                                      </p:cBhvr>
                                      <p:to>
                                        <p:strVal val="visible"/>
                                      </p:to>
                                    </p:set>
                                    <p:animEffect transition="in" filter="fade">
                                      <p:cBhvr>
                                        <p:cTn id="46" dur="500"/>
                                        <p:tgtEl>
                                          <p:spTgt spid="128"/>
                                        </p:tgtEl>
                                      </p:cBhvr>
                                    </p:animEffect>
                                  </p:childTnLst>
                                </p:cTn>
                              </p:par>
                              <p:par>
                                <p:cTn id="47" presetID="10" presetClass="entr" presetSubtype="0" fill="hold" grpId="0" nodeType="withEffect">
                                  <p:stCondLst>
                                    <p:cond delay="1500"/>
                                  </p:stCondLst>
                                  <p:childTnLst>
                                    <p:set>
                                      <p:cBhvr>
                                        <p:cTn id="48" dur="1" fill="hold">
                                          <p:stCondLst>
                                            <p:cond delay="0"/>
                                          </p:stCondLst>
                                        </p:cTn>
                                        <p:tgtEl>
                                          <p:spTgt spid="130"/>
                                        </p:tgtEl>
                                        <p:attrNameLst>
                                          <p:attrName>style.visibility</p:attrName>
                                        </p:attrNameLst>
                                      </p:cBhvr>
                                      <p:to>
                                        <p:strVal val="visible"/>
                                      </p:to>
                                    </p:set>
                                    <p:animEffect transition="in" filter="fade">
                                      <p:cBhvr>
                                        <p:cTn id="49" dur="500"/>
                                        <p:tgtEl>
                                          <p:spTgt spid="13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38"/>
                                        </p:tgtEl>
                                        <p:attrNameLst>
                                          <p:attrName>style.visibility</p:attrName>
                                        </p:attrNameLst>
                                      </p:cBhvr>
                                      <p:to>
                                        <p:strVal val="visible"/>
                                      </p:to>
                                    </p:set>
                                    <p:animEffect transition="in" filter="fade">
                                      <p:cBhvr>
                                        <p:cTn id="54" dur="500"/>
                                        <p:tgtEl>
                                          <p:spTgt spid="138"/>
                                        </p:tgtEl>
                                      </p:cBhvr>
                                    </p:animEffect>
                                  </p:childTnLst>
                                </p:cTn>
                              </p:par>
                              <p:par>
                                <p:cTn id="55" presetID="10" presetClass="entr" presetSubtype="0" fill="hold" grpId="0" nodeType="withEffect">
                                  <p:stCondLst>
                                    <p:cond delay="250"/>
                                  </p:stCondLst>
                                  <p:childTnLst>
                                    <p:set>
                                      <p:cBhvr>
                                        <p:cTn id="56" dur="1" fill="hold">
                                          <p:stCondLst>
                                            <p:cond delay="0"/>
                                          </p:stCondLst>
                                        </p:cTn>
                                        <p:tgtEl>
                                          <p:spTgt spid="151"/>
                                        </p:tgtEl>
                                        <p:attrNameLst>
                                          <p:attrName>style.visibility</p:attrName>
                                        </p:attrNameLst>
                                      </p:cBhvr>
                                      <p:to>
                                        <p:strVal val="visible"/>
                                      </p:to>
                                    </p:set>
                                    <p:animEffect transition="in" filter="fade">
                                      <p:cBhvr>
                                        <p:cTn id="57" dur="500"/>
                                        <p:tgtEl>
                                          <p:spTgt spid="151"/>
                                        </p:tgtEl>
                                      </p:cBhvr>
                                    </p:animEffect>
                                  </p:childTnLst>
                                </p:cTn>
                              </p:par>
                              <p:par>
                                <p:cTn id="58" presetID="10" presetClass="entr" presetSubtype="0" fill="hold" grpId="0" nodeType="withEffect">
                                  <p:stCondLst>
                                    <p:cond delay="500"/>
                                  </p:stCondLst>
                                  <p:childTnLst>
                                    <p:set>
                                      <p:cBhvr>
                                        <p:cTn id="59" dur="1" fill="hold">
                                          <p:stCondLst>
                                            <p:cond delay="0"/>
                                          </p:stCondLst>
                                        </p:cTn>
                                        <p:tgtEl>
                                          <p:spTgt spid="150"/>
                                        </p:tgtEl>
                                        <p:attrNameLst>
                                          <p:attrName>style.visibility</p:attrName>
                                        </p:attrNameLst>
                                      </p:cBhvr>
                                      <p:to>
                                        <p:strVal val="visible"/>
                                      </p:to>
                                    </p:set>
                                    <p:animEffect transition="in" filter="fade">
                                      <p:cBhvr>
                                        <p:cTn id="60" dur="500"/>
                                        <p:tgtEl>
                                          <p:spTgt spid="150"/>
                                        </p:tgtEl>
                                      </p:cBhvr>
                                    </p:animEffect>
                                  </p:childTnLst>
                                </p:cTn>
                              </p:par>
                              <p:par>
                                <p:cTn id="61" presetID="10" presetClass="entr" presetSubtype="0" fill="hold" grpId="0" nodeType="withEffect">
                                  <p:stCondLst>
                                    <p:cond delay="750"/>
                                  </p:stCondLst>
                                  <p:childTnLst>
                                    <p:set>
                                      <p:cBhvr>
                                        <p:cTn id="62" dur="1" fill="hold">
                                          <p:stCondLst>
                                            <p:cond delay="0"/>
                                          </p:stCondLst>
                                        </p:cTn>
                                        <p:tgtEl>
                                          <p:spTgt spid="152"/>
                                        </p:tgtEl>
                                        <p:attrNameLst>
                                          <p:attrName>style.visibility</p:attrName>
                                        </p:attrNameLst>
                                      </p:cBhvr>
                                      <p:to>
                                        <p:strVal val="visible"/>
                                      </p:to>
                                    </p:set>
                                    <p:animEffect transition="in" filter="fade">
                                      <p:cBhvr>
                                        <p:cTn id="63" dur="500"/>
                                        <p:tgtEl>
                                          <p:spTgt spid="152"/>
                                        </p:tgtEl>
                                      </p:cBhvr>
                                    </p:animEffect>
                                  </p:childTnLst>
                                </p:cTn>
                              </p:par>
                              <p:par>
                                <p:cTn id="64" presetID="10" presetClass="entr" presetSubtype="0" fill="hold" grpId="0" nodeType="withEffect">
                                  <p:stCondLst>
                                    <p:cond delay="1000"/>
                                  </p:stCondLst>
                                  <p:childTnLst>
                                    <p:set>
                                      <p:cBhvr>
                                        <p:cTn id="65" dur="1" fill="hold">
                                          <p:stCondLst>
                                            <p:cond delay="0"/>
                                          </p:stCondLst>
                                        </p:cTn>
                                        <p:tgtEl>
                                          <p:spTgt spid="149"/>
                                        </p:tgtEl>
                                        <p:attrNameLst>
                                          <p:attrName>style.visibility</p:attrName>
                                        </p:attrNameLst>
                                      </p:cBhvr>
                                      <p:to>
                                        <p:strVal val="visible"/>
                                      </p:to>
                                    </p:set>
                                    <p:animEffect transition="in" filter="fade">
                                      <p:cBhvr>
                                        <p:cTn id="66" dur="500"/>
                                        <p:tgtEl>
                                          <p:spTgt spid="149"/>
                                        </p:tgtEl>
                                      </p:cBhvr>
                                    </p:animEffect>
                                  </p:childTnLst>
                                </p:cTn>
                              </p:par>
                              <p:par>
                                <p:cTn id="67" presetID="10" presetClass="entr" presetSubtype="0" fill="hold" grpId="0" nodeType="withEffect">
                                  <p:stCondLst>
                                    <p:cond delay="1250"/>
                                  </p:stCondLst>
                                  <p:childTnLst>
                                    <p:set>
                                      <p:cBhvr>
                                        <p:cTn id="68" dur="1" fill="hold">
                                          <p:stCondLst>
                                            <p:cond delay="0"/>
                                          </p:stCondLst>
                                        </p:cTn>
                                        <p:tgtEl>
                                          <p:spTgt spid="71"/>
                                        </p:tgtEl>
                                        <p:attrNameLst>
                                          <p:attrName>style.visibility</p:attrName>
                                        </p:attrNameLst>
                                      </p:cBhvr>
                                      <p:to>
                                        <p:strVal val="visible"/>
                                      </p:to>
                                    </p:set>
                                    <p:animEffect transition="in" filter="fade">
                                      <p:cBhvr>
                                        <p:cTn id="69" dur="500"/>
                                        <p:tgtEl>
                                          <p:spTgt spid="7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54"/>
                                        </p:tgtEl>
                                        <p:attrNameLst>
                                          <p:attrName>style.visibility</p:attrName>
                                        </p:attrNameLst>
                                      </p:cBhvr>
                                      <p:to>
                                        <p:strVal val="visible"/>
                                      </p:to>
                                    </p:set>
                                    <p:animEffect transition="in" filter="fade">
                                      <p:cBhvr>
                                        <p:cTn id="74" dur="500"/>
                                        <p:tgtEl>
                                          <p:spTgt spid="154"/>
                                        </p:tgtEl>
                                      </p:cBhvr>
                                    </p:animEffect>
                                  </p:childTnLst>
                                </p:cTn>
                              </p:par>
                              <p:par>
                                <p:cTn id="75" presetID="10" presetClass="entr" presetSubtype="0" fill="hold" grpId="0" nodeType="withEffect">
                                  <p:stCondLst>
                                    <p:cond delay="250"/>
                                  </p:stCondLst>
                                  <p:childTnLst>
                                    <p:set>
                                      <p:cBhvr>
                                        <p:cTn id="76" dur="1" fill="hold">
                                          <p:stCondLst>
                                            <p:cond delay="0"/>
                                          </p:stCondLst>
                                        </p:cTn>
                                        <p:tgtEl>
                                          <p:spTgt spid="166"/>
                                        </p:tgtEl>
                                        <p:attrNameLst>
                                          <p:attrName>style.visibility</p:attrName>
                                        </p:attrNameLst>
                                      </p:cBhvr>
                                      <p:to>
                                        <p:strVal val="visible"/>
                                      </p:to>
                                    </p:set>
                                    <p:animEffect transition="in" filter="fade">
                                      <p:cBhvr>
                                        <p:cTn id="77" dur="500"/>
                                        <p:tgtEl>
                                          <p:spTgt spid="166"/>
                                        </p:tgtEl>
                                      </p:cBhvr>
                                    </p:animEffect>
                                  </p:childTnLst>
                                </p:cTn>
                              </p:par>
                              <p:par>
                                <p:cTn id="78" presetID="10" presetClass="entr" presetSubtype="0" fill="hold" grpId="0" nodeType="withEffect">
                                  <p:stCondLst>
                                    <p:cond delay="500"/>
                                  </p:stCondLst>
                                  <p:childTnLst>
                                    <p:set>
                                      <p:cBhvr>
                                        <p:cTn id="79" dur="1" fill="hold">
                                          <p:stCondLst>
                                            <p:cond delay="0"/>
                                          </p:stCondLst>
                                        </p:cTn>
                                        <p:tgtEl>
                                          <p:spTgt spid="168"/>
                                        </p:tgtEl>
                                        <p:attrNameLst>
                                          <p:attrName>style.visibility</p:attrName>
                                        </p:attrNameLst>
                                      </p:cBhvr>
                                      <p:to>
                                        <p:strVal val="visible"/>
                                      </p:to>
                                    </p:set>
                                    <p:animEffect transition="in" filter="fade">
                                      <p:cBhvr>
                                        <p:cTn id="80" dur="500"/>
                                        <p:tgtEl>
                                          <p:spTgt spid="168"/>
                                        </p:tgtEl>
                                      </p:cBhvr>
                                    </p:animEffect>
                                  </p:childTnLst>
                                </p:cTn>
                              </p:par>
                              <p:par>
                                <p:cTn id="81" presetID="10" presetClass="entr" presetSubtype="0" fill="hold" grpId="0" nodeType="withEffect">
                                  <p:stCondLst>
                                    <p:cond delay="750"/>
                                  </p:stCondLst>
                                  <p:childTnLst>
                                    <p:set>
                                      <p:cBhvr>
                                        <p:cTn id="82" dur="1" fill="hold">
                                          <p:stCondLst>
                                            <p:cond delay="0"/>
                                          </p:stCondLst>
                                        </p:cTn>
                                        <p:tgtEl>
                                          <p:spTgt spid="167"/>
                                        </p:tgtEl>
                                        <p:attrNameLst>
                                          <p:attrName>style.visibility</p:attrName>
                                        </p:attrNameLst>
                                      </p:cBhvr>
                                      <p:to>
                                        <p:strVal val="visible"/>
                                      </p:to>
                                    </p:set>
                                    <p:animEffect transition="in" filter="fade">
                                      <p:cBhvr>
                                        <p:cTn id="83" dur="500"/>
                                        <p:tgtEl>
                                          <p:spTgt spid="167"/>
                                        </p:tgtEl>
                                      </p:cBhvr>
                                    </p:animEffect>
                                  </p:childTnLst>
                                </p:cTn>
                              </p:par>
                              <p:par>
                                <p:cTn id="84" presetID="10" presetClass="entr" presetSubtype="0" fill="hold" grpId="0" nodeType="withEffect">
                                  <p:stCondLst>
                                    <p:cond delay="1000"/>
                                  </p:stCondLst>
                                  <p:childTnLst>
                                    <p:set>
                                      <p:cBhvr>
                                        <p:cTn id="85" dur="1" fill="hold">
                                          <p:stCondLst>
                                            <p:cond delay="0"/>
                                          </p:stCondLst>
                                        </p:cTn>
                                        <p:tgtEl>
                                          <p:spTgt spid="77"/>
                                        </p:tgtEl>
                                        <p:attrNameLst>
                                          <p:attrName>style.visibility</p:attrName>
                                        </p:attrNameLst>
                                      </p:cBhvr>
                                      <p:to>
                                        <p:strVal val="visible"/>
                                      </p:to>
                                    </p:set>
                                    <p:animEffect transition="in" filter="fade">
                                      <p:cBhvr>
                                        <p:cTn id="86" dur="500"/>
                                        <p:tgtEl>
                                          <p:spTgt spid="7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70"/>
                                        </p:tgtEl>
                                        <p:attrNameLst>
                                          <p:attrName>style.visibility</p:attrName>
                                        </p:attrNameLst>
                                      </p:cBhvr>
                                      <p:to>
                                        <p:strVal val="visible"/>
                                      </p:to>
                                    </p:set>
                                    <p:animEffect transition="in" filter="fade">
                                      <p:cBhvr>
                                        <p:cTn id="91" dur="500"/>
                                        <p:tgtEl>
                                          <p:spTgt spid="170"/>
                                        </p:tgtEl>
                                      </p:cBhvr>
                                    </p:animEffect>
                                  </p:childTnLst>
                                </p:cTn>
                              </p:par>
                              <p:par>
                                <p:cTn id="92" presetID="10" presetClass="entr" presetSubtype="0" fill="hold" grpId="0" nodeType="withEffect">
                                  <p:stCondLst>
                                    <p:cond delay="250"/>
                                  </p:stCondLst>
                                  <p:childTnLst>
                                    <p:set>
                                      <p:cBhvr>
                                        <p:cTn id="93" dur="1" fill="hold">
                                          <p:stCondLst>
                                            <p:cond delay="0"/>
                                          </p:stCondLst>
                                        </p:cTn>
                                        <p:tgtEl>
                                          <p:spTgt spid="180"/>
                                        </p:tgtEl>
                                        <p:attrNameLst>
                                          <p:attrName>style.visibility</p:attrName>
                                        </p:attrNameLst>
                                      </p:cBhvr>
                                      <p:to>
                                        <p:strVal val="visible"/>
                                      </p:to>
                                    </p:set>
                                    <p:animEffect transition="in" filter="fade">
                                      <p:cBhvr>
                                        <p:cTn id="94" dur="500"/>
                                        <p:tgtEl>
                                          <p:spTgt spid="180"/>
                                        </p:tgtEl>
                                      </p:cBhvr>
                                    </p:animEffect>
                                  </p:childTnLst>
                                </p:cTn>
                              </p:par>
                              <p:par>
                                <p:cTn id="95" presetID="10" presetClass="entr" presetSubtype="0" fill="hold" grpId="0" nodeType="withEffect">
                                  <p:stCondLst>
                                    <p:cond delay="500"/>
                                  </p:stCondLst>
                                  <p:childTnLst>
                                    <p:set>
                                      <p:cBhvr>
                                        <p:cTn id="96" dur="1" fill="hold">
                                          <p:stCondLst>
                                            <p:cond delay="0"/>
                                          </p:stCondLst>
                                        </p:cTn>
                                        <p:tgtEl>
                                          <p:spTgt spid="182"/>
                                        </p:tgtEl>
                                        <p:attrNameLst>
                                          <p:attrName>style.visibility</p:attrName>
                                        </p:attrNameLst>
                                      </p:cBhvr>
                                      <p:to>
                                        <p:strVal val="visible"/>
                                      </p:to>
                                    </p:set>
                                    <p:animEffect transition="in" filter="fade">
                                      <p:cBhvr>
                                        <p:cTn id="97" dur="500"/>
                                        <p:tgtEl>
                                          <p:spTgt spid="182"/>
                                        </p:tgtEl>
                                      </p:cBhvr>
                                    </p:animEffect>
                                  </p:childTnLst>
                                </p:cTn>
                              </p:par>
                              <p:par>
                                <p:cTn id="98" presetID="22" presetClass="entr" presetSubtype="8" fill="hold" grpId="0" nodeType="withEffect">
                                  <p:stCondLst>
                                    <p:cond delay="50"/>
                                  </p:stCondLst>
                                  <p:childTnLst>
                                    <p:set>
                                      <p:cBhvr>
                                        <p:cTn id="99" dur="1" fill="hold">
                                          <p:stCondLst>
                                            <p:cond delay="0"/>
                                          </p:stCondLst>
                                        </p:cTn>
                                        <p:tgtEl>
                                          <p:spTgt spid="41"/>
                                        </p:tgtEl>
                                        <p:attrNameLst>
                                          <p:attrName>style.visibility</p:attrName>
                                        </p:attrNameLst>
                                      </p:cBhvr>
                                      <p:to>
                                        <p:strVal val="visible"/>
                                      </p:to>
                                    </p:set>
                                    <p:animEffect transition="in" filter="wipe(left)">
                                      <p:cBhvr>
                                        <p:cTn id="100" dur="22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28" grpId="0" animBg="1"/>
      <p:bldP spid="129" grpId="0" animBg="1"/>
      <p:bldP spid="130" grpId="0" animBg="1"/>
      <p:bldP spid="133" grpId="0" animBg="1"/>
      <p:bldP spid="134" grpId="0" animBg="1"/>
      <p:bldP spid="135" grpId="0" animBg="1"/>
      <p:bldP spid="136" grpId="0" animBg="1"/>
      <p:bldP spid="170" grpId="0"/>
      <p:bldP spid="180" grpId="0" animBg="1"/>
      <p:bldP spid="182" grpId="0" animBg="1"/>
      <p:bldP spid="154" grpId="0"/>
      <p:bldP spid="166" grpId="0" animBg="1"/>
      <p:bldP spid="167" grpId="0" animBg="1"/>
      <p:bldP spid="168" grpId="0" animBg="1"/>
      <p:bldP spid="77" grpId="0" animBg="1"/>
      <p:bldP spid="138" grpId="0"/>
      <p:bldP spid="149" grpId="0" animBg="1"/>
      <p:bldP spid="150" grpId="0" animBg="1"/>
      <p:bldP spid="151" grpId="0" animBg="1"/>
      <p:bldP spid="152" grpId="0" animBg="1"/>
      <p:bldP spid="71" grpId="0" animBg="1"/>
      <p:bldP spid="41" grpId="0" animBg="1"/>
      <p:bldP spid="3" grpId="0" animBg="1"/>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 Web Site</a:t>
            </a:r>
            <a:r>
              <a:rPr lang="zh-CN" altLang="en-US" dirty="0"/>
              <a:t>架构</a:t>
            </a:r>
          </a:p>
        </p:txBody>
      </p:sp>
      <p:sp>
        <p:nvSpPr>
          <p:cNvPr id="3" name="文本占位符 2"/>
          <p:cNvSpPr>
            <a:spLocks noGrp="1"/>
          </p:cNvSpPr>
          <p:nvPr>
            <p:ph type="body" sz="quarter" idx="10"/>
          </p:nvPr>
        </p:nvSpPr>
        <p:spPr/>
        <p:txBody>
          <a:bodyPr/>
          <a:lstStyle/>
          <a:p>
            <a:endParaRPr lang="zh-CN" altLang="en-US"/>
          </a:p>
        </p:txBody>
      </p:sp>
      <p:pic>
        <p:nvPicPr>
          <p:cNvPr id="4" name="图片 3" descr="Azure网站部署单元架构"/>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22053" y="1171797"/>
            <a:ext cx="8376215" cy="7073586"/>
          </a:xfrm>
          <a:prstGeom prst="rect">
            <a:avLst/>
          </a:prstGeom>
          <a:noFill/>
          <a:ln>
            <a:noFill/>
          </a:ln>
        </p:spPr>
      </p:pic>
    </p:spTree>
    <p:extLst>
      <p:ext uri="{BB962C8B-B14F-4D97-AF65-F5344CB8AC3E}">
        <p14:creationId xmlns:p14="http://schemas.microsoft.com/office/powerpoint/2010/main" val="209013846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a:t>
            </a:r>
            <a:r>
              <a:rPr lang="zh-CN" altLang="en-US" dirty="0"/>
              <a:t>部署单元公网</a:t>
            </a:r>
            <a:r>
              <a:rPr lang="en-US" altLang="zh-CN" dirty="0"/>
              <a:t>IP - China</a:t>
            </a:r>
            <a:endParaRPr lang="zh-CN" altLang="en-US" dirty="0"/>
          </a:p>
        </p:txBody>
      </p:sp>
      <p:sp>
        <p:nvSpPr>
          <p:cNvPr id="3" name="文本占位符 2"/>
          <p:cNvSpPr>
            <a:spLocks noGrp="1"/>
          </p:cNvSpPr>
          <p:nvPr>
            <p:ph type="body" sz="quarter" idx="10"/>
          </p:nvPr>
        </p:nvSpPr>
        <p:spPr/>
        <p:txBody>
          <a:bodyPr/>
          <a:lstStyle/>
          <a:p>
            <a:endParaRPr lang="zh-CN" altLang="en-US" dirty="0"/>
          </a:p>
        </p:txBody>
      </p:sp>
      <p:graphicFrame>
        <p:nvGraphicFramePr>
          <p:cNvPr id="4" name="表格 3"/>
          <p:cNvGraphicFramePr>
            <a:graphicFrameLocks noGrp="1"/>
          </p:cNvGraphicFramePr>
          <p:nvPr>
            <p:extLst/>
          </p:nvPr>
        </p:nvGraphicFramePr>
        <p:xfrm>
          <a:off x="1591733" y="1737359"/>
          <a:ext cx="11006667" cy="5181600"/>
        </p:xfrm>
        <a:graphic>
          <a:graphicData uri="http://schemas.openxmlformats.org/drawingml/2006/table">
            <a:tbl>
              <a:tblPr firstRow="1" bandRow="1">
                <a:tableStyleId>{21E4AEA4-8DFA-4A89-87EB-49C32662AFE0}</a:tableStyleId>
              </a:tblPr>
              <a:tblGrid>
                <a:gridCol w="3668889">
                  <a:extLst>
                    <a:ext uri="{9D8B030D-6E8A-4147-A177-3AD203B41FA5}">
                      <a16:colId xmlns:a16="http://schemas.microsoft.com/office/drawing/2014/main" val="3982680636"/>
                    </a:ext>
                  </a:extLst>
                </a:gridCol>
                <a:gridCol w="3668889">
                  <a:extLst>
                    <a:ext uri="{9D8B030D-6E8A-4147-A177-3AD203B41FA5}">
                      <a16:colId xmlns:a16="http://schemas.microsoft.com/office/drawing/2014/main" val="3114242393"/>
                    </a:ext>
                  </a:extLst>
                </a:gridCol>
                <a:gridCol w="3668889">
                  <a:extLst>
                    <a:ext uri="{9D8B030D-6E8A-4147-A177-3AD203B41FA5}">
                      <a16:colId xmlns:a16="http://schemas.microsoft.com/office/drawing/2014/main" val="3556748847"/>
                    </a:ext>
                  </a:extLst>
                </a:gridCol>
              </a:tblGrid>
              <a:tr h="370840">
                <a:tc>
                  <a:txBody>
                    <a:bodyPr/>
                    <a:lstStyle/>
                    <a:p>
                      <a:r>
                        <a:rPr lang="zh-CN" altLang="en-US" sz="2800" dirty="0"/>
                        <a:t>部署单元</a:t>
                      </a:r>
                    </a:p>
                  </a:txBody>
                  <a:tcPr/>
                </a:tc>
                <a:tc>
                  <a:txBody>
                    <a:bodyPr/>
                    <a:lstStyle/>
                    <a:p>
                      <a:r>
                        <a:rPr lang="zh-CN" altLang="en-US" sz="2800" dirty="0"/>
                        <a:t>入站</a:t>
                      </a:r>
                      <a:r>
                        <a:rPr lang="en-US" altLang="zh-CN" sz="2800" dirty="0"/>
                        <a:t>IP</a:t>
                      </a:r>
                      <a:endParaRPr lang="zh-CN" altLang="en-US" sz="2800" dirty="0"/>
                    </a:p>
                  </a:txBody>
                  <a:tcPr/>
                </a:tc>
                <a:tc>
                  <a:txBody>
                    <a:bodyPr/>
                    <a:lstStyle/>
                    <a:p>
                      <a:r>
                        <a:rPr lang="zh-CN" altLang="en-US" sz="2800" dirty="0"/>
                        <a:t>出站</a:t>
                      </a:r>
                      <a:r>
                        <a:rPr lang="en-US" altLang="zh-CN" sz="2800" dirty="0"/>
                        <a:t>IP</a:t>
                      </a:r>
                      <a:endParaRPr lang="zh-CN" altLang="en-US" sz="2800" dirty="0"/>
                    </a:p>
                  </a:txBody>
                  <a:tcPr/>
                </a:tc>
                <a:extLst>
                  <a:ext uri="{0D108BD9-81ED-4DB2-BD59-A6C34878D82A}">
                    <a16:rowId xmlns:a16="http://schemas.microsoft.com/office/drawing/2014/main" val="2590170679"/>
                  </a:ext>
                </a:extLst>
              </a:tr>
              <a:tr h="370840">
                <a:tc>
                  <a:txBody>
                    <a:bodyPr/>
                    <a:lstStyle/>
                    <a:p>
                      <a:r>
                        <a:rPr lang="en-US" altLang="zh-CN" sz="2800" dirty="0"/>
                        <a:t>BJB-001 (</a:t>
                      </a:r>
                      <a:r>
                        <a:rPr lang="zh-CN" altLang="en-US" sz="2800" dirty="0"/>
                        <a:t>北京</a:t>
                      </a:r>
                      <a:r>
                        <a:rPr lang="en-US" altLang="zh-CN" sz="2800" dirty="0"/>
                        <a:t>)</a:t>
                      </a:r>
                      <a:endParaRPr lang="zh-CN" altLang="en-US" sz="2800" dirty="0"/>
                    </a:p>
                  </a:txBody>
                  <a:tcPr/>
                </a:tc>
                <a:tc>
                  <a:txBody>
                    <a:bodyPr/>
                    <a:lstStyle/>
                    <a:p>
                      <a:r>
                        <a:rPr lang="en-US" altLang="zh-CN" sz="2800" dirty="0"/>
                        <a:t>42.159.5.43</a:t>
                      </a:r>
                      <a:endParaRPr lang="zh-CN" altLang="en-US" sz="2800" dirty="0"/>
                    </a:p>
                  </a:txBody>
                  <a:tcPr/>
                </a:tc>
                <a:tc>
                  <a:txBody>
                    <a:bodyPr/>
                    <a:lstStyle/>
                    <a:p>
                      <a:r>
                        <a:rPr lang="en-US" altLang="zh-CN" sz="2800" dirty="0"/>
                        <a:t>42.159.4.73</a:t>
                      </a:r>
                      <a:endParaRPr lang="zh-CN" altLang="en-US" sz="2800" dirty="0"/>
                    </a:p>
                  </a:txBody>
                  <a:tcPr/>
                </a:tc>
                <a:extLst>
                  <a:ext uri="{0D108BD9-81ED-4DB2-BD59-A6C34878D82A}">
                    <a16:rowId xmlns:a16="http://schemas.microsoft.com/office/drawing/2014/main" val="103836358"/>
                  </a:ext>
                </a:extLst>
              </a:tr>
              <a:tr h="370840">
                <a:tc>
                  <a:txBody>
                    <a:bodyPr/>
                    <a:lstStyle/>
                    <a:p>
                      <a:endParaRPr lang="zh-CN" altLang="en-US" sz="2800"/>
                    </a:p>
                  </a:txBody>
                  <a:tcPr/>
                </a:tc>
                <a:tc>
                  <a:txBody>
                    <a:bodyPr/>
                    <a:lstStyle/>
                    <a:p>
                      <a:endParaRPr lang="zh-CN" altLang="en-US" sz="2800"/>
                    </a:p>
                  </a:txBody>
                  <a:tcPr/>
                </a:tc>
                <a:tc>
                  <a: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292929"/>
                          </a:solidFill>
                          <a:effectLst/>
                          <a:uLnTx/>
                          <a:uFillTx/>
                          <a:latin typeface="Segoe UI"/>
                          <a:ea typeface="+mn-ea"/>
                          <a:cs typeface="+mn-cs"/>
                        </a:rPr>
                        <a:t>42.159.4.84</a:t>
                      </a:r>
                      <a:endParaRPr kumimoji="0" lang="zh-CN" altLang="en-US" sz="2800" b="0" i="0" u="none" strike="noStrike" kern="1200" cap="none" spc="0" normalizeH="0" baseline="0" noProof="0" dirty="0">
                        <a:ln>
                          <a:noFill/>
                        </a:ln>
                        <a:solidFill>
                          <a:srgbClr val="292929"/>
                        </a:solidFill>
                        <a:effectLst/>
                        <a:uLnTx/>
                        <a:uFillTx/>
                        <a:latin typeface="Segoe UI"/>
                        <a:ea typeface="+mn-ea"/>
                        <a:cs typeface="+mn-cs"/>
                      </a:endParaRPr>
                    </a:p>
                  </a:txBody>
                  <a:tcPr/>
                </a:tc>
                <a:extLst>
                  <a:ext uri="{0D108BD9-81ED-4DB2-BD59-A6C34878D82A}">
                    <a16:rowId xmlns:a16="http://schemas.microsoft.com/office/drawing/2014/main" val="589130422"/>
                  </a:ext>
                </a:extLst>
              </a:tr>
              <a:tr h="370840">
                <a:tc>
                  <a:txBody>
                    <a:bodyPr/>
                    <a:lstStyle/>
                    <a:p>
                      <a:endParaRPr lang="zh-CN" altLang="en-US" sz="2800"/>
                    </a:p>
                  </a:txBody>
                  <a:tcPr/>
                </a:tc>
                <a:tc>
                  <a:txBody>
                    <a:bodyPr/>
                    <a:lstStyle/>
                    <a:p>
                      <a:endParaRPr lang="zh-CN" altLang="en-US" sz="2800"/>
                    </a:p>
                  </a:txBody>
                  <a:tcPr/>
                </a:tc>
                <a:tc>
                  <a: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292929"/>
                          </a:solidFill>
                          <a:effectLst/>
                          <a:uLnTx/>
                          <a:uFillTx/>
                          <a:latin typeface="Segoe UI"/>
                          <a:ea typeface="+mn-ea"/>
                          <a:cs typeface="+mn-cs"/>
                        </a:rPr>
                        <a:t>42.159.4.211</a:t>
                      </a:r>
                      <a:endParaRPr kumimoji="0" lang="zh-CN" altLang="en-US" sz="2800" b="0" i="0" u="none" strike="noStrike" kern="1200" cap="none" spc="0" normalizeH="0" baseline="0" noProof="0" dirty="0">
                        <a:ln>
                          <a:noFill/>
                        </a:ln>
                        <a:solidFill>
                          <a:srgbClr val="292929"/>
                        </a:solidFill>
                        <a:effectLst/>
                        <a:uLnTx/>
                        <a:uFillTx/>
                        <a:latin typeface="Segoe UI"/>
                        <a:ea typeface="+mn-ea"/>
                        <a:cs typeface="+mn-cs"/>
                      </a:endParaRPr>
                    </a:p>
                  </a:txBody>
                  <a:tcPr/>
                </a:tc>
                <a:extLst>
                  <a:ext uri="{0D108BD9-81ED-4DB2-BD59-A6C34878D82A}">
                    <a16:rowId xmlns:a16="http://schemas.microsoft.com/office/drawing/2014/main" val="1051844890"/>
                  </a:ext>
                </a:extLst>
              </a:tr>
              <a:tr h="370840">
                <a:tc>
                  <a:txBody>
                    <a:bodyPr/>
                    <a:lstStyle/>
                    <a:p>
                      <a:endParaRPr lang="zh-CN" altLang="en-US" sz="2800"/>
                    </a:p>
                  </a:txBody>
                  <a:tcPr/>
                </a:tc>
                <a:tc>
                  <a:txBody>
                    <a:bodyPr/>
                    <a:lstStyle/>
                    <a:p>
                      <a:endParaRPr lang="zh-CN" altLang="en-US" sz="2800" dirty="0"/>
                    </a:p>
                  </a:txBody>
                  <a:tcPr/>
                </a:tc>
                <a:tc>
                  <a: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292929"/>
                          </a:solidFill>
                          <a:effectLst/>
                          <a:uLnTx/>
                          <a:uFillTx/>
                          <a:latin typeface="Segoe UI"/>
                          <a:ea typeface="+mn-ea"/>
                          <a:cs typeface="+mn-cs"/>
                        </a:rPr>
                        <a:t>42.159.4.160</a:t>
                      </a:r>
                      <a:endParaRPr kumimoji="0" lang="zh-CN" altLang="en-US" sz="2800" b="0" i="0" u="none" strike="noStrike" kern="1200" cap="none" spc="0" normalizeH="0" baseline="0" noProof="0" dirty="0">
                        <a:ln>
                          <a:noFill/>
                        </a:ln>
                        <a:solidFill>
                          <a:srgbClr val="292929"/>
                        </a:solidFill>
                        <a:effectLst/>
                        <a:uLnTx/>
                        <a:uFillTx/>
                        <a:latin typeface="Segoe UI"/>
                        <a:ea typeface="+mn-ea"/>
                        <a:cs typeface="+mn-cs"/>
                      </a:endParaRPr>
                    </a:p>
                  </a:txBody>
                  <a:tcPr/>
                </a:tc>
                <a:extLst>
                  <a:ext uri="{0D108BD9-81ED-4DB2-BD59-A6C34878D82A}">
                    <a16:rowId xmlns:a16="http://schemas.microsoft.com/office/drawing/2014/main" val="908766874"/>
                  </a:ext>
                </a:extLst>
              </a:tr>
              <a:tr h="370840">
                <a:tc>
                  <a:txBody>
                    <a:bodyPr/>
                    <a:lstStyle/>
                    <a:p>
                      <a:endParaRPr lang="zh-CN" altLang="en-US" sz="2800"/>
                    </a:p>
                  </a:txBody>
                  <a:tcPr/>
                </a:tc>
                <a:tc>
                  <a:txBody>
                    <a:bodyPr/>
                    <a:lstStyle/>
                    <a:p>
                      <a:endParaRPr lang="zh-CN" altLang="en-US" sz="2800" dirty="0"/>
                    </a:p>
                  </a:txBody>
                  <a:tcPr/>
                </a:tc>
                <a:tc>
                  <a: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solidFill>
                          <a:srgbClr val="292929"/>
                        </a:solidFill>
                        <a:effectLst/>
                        <a:uLnTx/>
                        <a:uFillTx/>
                        <a:latin typeface="Segoe UI"/>
                        <a:ea typeface="+mn-ea"/>
                        <a:cs typeface="+mn-cs"/>
                      </a:endParaRPr>
                    </a:p>
                  </a:txBody>
                  <a:tcPr/>
                </a:tc>
                <a:extLst>
                  <a:ext uri="{0D108BD9-81ED-4DB2-BD59-A6C34878D82A}">
                    <a16:rowId xmlns:a16="http://schemas.microsoft.com/office/drawing/2014/main" val="2504369200"/>
                  </a:ext>
                </a:extLst>
              </a:tr>
              <a:tr h="370840">
                <a:tc>
                  <a:txBody>
                    <a:bodyPr/>
                    <a:lstStyle/>
                    <a:p>
                      <a:r>
                        <a:rPr lang="en-US" altLang="zh-CN" sz="2800" dirty="0"/>
                        <a:t>SHA-001 (</a:t>
                      </a:r>
                      <a:r>
                        <a:rPr lang="zh-CN" altLang="en-US" sz="2800" baseline="0" dirty="0"/>
                        <a:t>上海</a:t>
                      </a:r>
                      <a:r>
                        <a:rPr lang="en-US" altLang="zh-CN" sz="2800" baseline="0" dirty="0"/>
                        <a:t>)</a:t>
                      </a:r>
                      <a:endParaRPr lang="zh-CN" altLang="en-US" sz="2800" dirty="0"/>
                    </a:p>
                  </a:txBody>
                  <a:tcPr/>
                </a:tc>
                <a:tc>
                  <a:txBody>
                    <a:bodyPr/>
                    <a:lstStyle/>
                    <a:p>
                      <a:r>
                        <a:rPr lang="en-US" altLang="zh-CN" sz="2800" dirty="0"/>
                        <a:t>42.159.132.179</a:t>
                      </a:r>
                      <a:endParaRPr lang="zh-CN" altLang="en-US" sz="2800" dirty="0"/>
                    </a:p>
                  </a:txBody>
                  <a:tcPr/>
                </a:tc>
                <a:tc>
                  <a:txBody>
                    <a:bodyPr/>
                    <a:lstStyle/>
                    <a:p>
                      <a:r>
                        <a:rPr lang="en-US" altLang="zh-CN" sz="2800" dirty="0"/>
                        <a:t>42.159.135.109</a:t>
                      </a:r>
                      <a:endParaRPr lang="zh-CN" altLang="en-US" sz="2800" dirty="0"/>
                    </a:p>
                  </a:txBody>
                  <a:tcPr/>
                </a:tc>
                <a:extLst>
                  <a:ext uri="{0D108BD9-81ED-4DB2-BD59-A6C34878D82A}">
                    <a16:rowId xmlns:a16="http://schemas.microsoft.com/office/drawing/2014/main" val="156232999"/>
                  </a:ext>
                </a:extLst>
              </a:tr>
              <a:tr h="370840">
                <a:tc>
                  <a:txBody>
                    <a:bodyPr/>
                    <a:lstStyle/>
                    <a:p>
                      <a:endParaRPr lang="zh-CN" altLang="en-US" sz="2800"/>
                    </a:p>
                  </a:txBody>
                  <a:tcPr/>
                </a:tc>
                <a:tc>
                  <a:txBody>
                    <a:bodyPr/>
                    <a:lstStyle/>
                    <a:p>
                      <a:endParaRPr lang="zh-CN" altLang="en-US" sz="2800" dirty="0"/>
                    </a:p>
                  </a:txBody>
                  <a:tcPr/>
                </a:tc>
                <a:tc>
                  <a:txBody>
                    <a:bodyPr/>
                    <a:lstStyle/>
                    <a:p>
                      <a:r>
                        <a:rPr lang="en-US" altLang="zh-CN" sz="2800" dirty="0"/>
                        <a:t>42.159.135.174</a:t>
                      </a:r>
                      <a:endParaRPr lang="zh-CN" altLang="en-US" sz="2800" dirty="0"/>
                    </a:p>
                  </a:txBody>
                  <a:tcPr/>
                </a:tc>
                <a:extLst>
                  <a:ext uri="{0D108BD9-81ED-4DB2-BD59-A6C34878D82A}">
                    <a16:rowId xmlns:a16="http://schemas.microsoft.com/office/drawing/2014/main" val="4229686398"/>
                  </a:ext>
                </a:extLst>
              </a:tr>
              <a:tr h="370840">
                <a:tc>
                  <a:txBody>
                    <a:bodyPr/>
                    <a:lstStyle/>
                    <a:p>
                      <a:endParaRPr lang="zh-CN" altLang="en-US" sz="2800"/>
                    </a:p>
                  </a:txBody>
                  <a:tcPr/>
                </a:tc>
                <a:tc>
                  <a:txBody>
                    <a:bodyPr/>
                    <a:lstStyle/>
                    <a:p>
                      <a:endParaRPr lang="zh-CN" altLang="en-US" sz="2800"/>
                    </a:p>
                  </a:txBody>
                  <a:tcPr/>
                </a:tc>
                <a:tc>
                  <a:txBody>
                    <a:bodyPr/>
                    <a:lstStyle/>
                    <a:p>
                      <a:r>
                        <a:rPr lang="en-US" altLang="zh-CN" sz="2800" dirty="0"/>
                        <a:t>42.159.135.208</a:t>
                      </a:r>
                      <a:endParaRPr lang="zh-CN" altLang="en-US" sz="2800" dirty="0"/>
                    </a:p>
                  </a:txBody>
                  <a:tcPr/>
                </a:tc>
                <a:extLst>
                  <a:ext uri="{0D108BD9-81ED-4DB2-BD59-A6C34878D82A}">
                    <a16:rowId xmlns:a16="http://schemas.microsoft.com/office/drawing/2014/main" val="3671832735"/>
                  </a:ext>
                </a:extLst>
              </a:tr>
              <a:tr h="370840">
                <a:tc>
                  <a:txBody>
                    <a:bodyPr/>
                    <a:lstStyle/>
                    <a:p>
                      <a:endParaRPr lang="zh-CN" altLang="en-US" sz="2800"/>
                    </a:p>
                  </a:txBody>
                  <a:tcPr/>
                </a:tc>
                <a:tc>
                  <a:txBody>
                    <a:bodyPr/>
                    <a:lstStyle/>
                    <a:p>
                      <a:endParaRPr lang="zh-CN" altLang="en-US" sz="2800"/>
                    </a:p>
                  </a:txBody>
                  <a:tcPr/>
                </a:tc>
                <a:tc>
                  <a:txBody>
                    <a:bodyPr/>
                    <a:lstStyle/>
                    <a:p>
                      <a:r>
                        <a:rPr lang="en-US" altLang="zh-CN" sz="2800" dirty="0"/>
                        <a:t>42.159.133.172</a:t>
                      </a:r>
                      <a:endParaRPr lang="zh-CN" altLang="en-US" sz="2800" dirty="0"/>
                    </a:p>
                  </a:txBody>
                  <a:tcPr/>
                </a:tc>
                <a:extLst>
                  <a:ext uri="{0D108BD9-81ED-4DB2-BD59-A6C34878D82A}">
                    <a16:rowId xmlns:a16="http://schemas.microsoft.com/office/drawing/2014/main" val="3141080737"/>
                  </a:ext>
                </a:extLst>
              </a:tr>
            </a:tbl>
          </a:graphicData>
        </a:graphic>
      </p:graphicFrame>
    </p:spTree>
    <p:extLst>
      <p:ext uri="{BB962C8B-B14F-4D97-AF65-F5344CB8AC3E}">
        <p14:creationId xmlns:p14="http://schemas.microsoft.com/office/powerpoint/2010/main" val="121876213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097" y="274321"/>
            <a:ext cx="13800269" cy="914096"/>
          </a:xfrm>
        </p:spPr>
        <p:txBody>
          <a:bodyPr/>
          <a:lstStyle/>
          <a:p>
            <a:r>
              <a:rPr lang="en-US" altLang="zh-CN" dirty="0"/>
              <a:t>Azure</a:t>
            </a:r>
            <a:r>
              <a:rPr lang="zh-CN" altLang="en-US" dirty="0"/>
              <a:t>部署单元公网</a:t>
            </a:r>
            <a:r>
              <a:rPr lang="en-US" altLang="zh-CN" dirty="0"/>
              <a:t>IP - </a:t>
            </a:r>
            <a:r>
              <a:rPr lang="en-US" altLang="zh-CN" sz="6600" dirty="0"/>
              <a:t>East Asia Region</a:t>
            </a:r>
            <a:endParaRPr lang="zh-CN" altLang="en-US" dirty="0"/>
          </a:p>
        </p:txBody>
      </p:sp>
      <p:sp>
        <p:nvSpPr>
          <p:cNvPr id="3" name="文本占位符 2"/>
          <p:cNvSpPr>
            <a:spLocks noGrp="1"/>
          </p:cNvSpPr>
          <p:nvPr>
            <p:ph type="body" sz="quarter" idx="10"/>
          </p:nvPr>
        </p:nvSpPr>
        <p:spPr>
          <a:xfrm>
            <a:off x="623097" y="1737359"/>
            <a:ext cx="13382301" cy="6017032"/>
          </a:xfr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sz="2400" dirty="0">
                <a:hlinkClick r:id="rId2"/>
              </a:rPr>
              <a:t>https://social.msdn.microsoft.com/Forums/azure/en-US/fd53afb7-14b8-41ca-bfcb-305bdeea413e/maintenance-notice-upcoming-changes-to-increase-capacity-for-outbound-network-calls?forum=windowsazurewebsitespreview</a:t>
            </a:r>
            <a:r>
              <a:rPr lang="en-US" altLang="zh-CN" sz="2400" dirty="0"/>
              <a:t> </a:t>
            </a:r>
            <a:endParaRPr lang="en-US" altLang="zh-CN" dirty="0"/>
          </a:p>
        </p:txBody>
      </p:sp>
      <p:graphicFrame>
        <p:nvGraphicFramePr>
          <p:cNvPr id="4" name="表格 3"/>
          <p:cNvGraphicFramePr>
            <a:graphicFrameLocks noGrp="1"/>
          </p:cNvGraphicFramePr>
          <p:nvPr>
            <p:extLst/>
          </p:nvPr>
        </p:nvGraphicFramePr>
        <p:xfrm>
          <a:off x="1591733" y="1737359"/>
          <a:ext cx="11006667" cy="5181600"/>
        </p:xfrm>
        <a:graphic>
          <a:graphicData uri="http://schemas.openxmlformats.org/drawingml/2006/table">
            <a:tbl>
              <a:tblPr firstRow="1" bandRow="1">
                <a:tableStyleId>{21E4AEA4-8DFA-4A89-87EB-49C32662AFE0}</a:tableStyleId>
              </a:tblPr>
              <a:tblGrid>
                <a:gridCol w="3668889">
                  <a:extLst>
                    <a:ext uri="{9D8B030D-6E8A-4147-A177-3AD203B41FA5}">
                      <a16:colId xmlns:a16="http://schemas.microsoft.com/office/drawing/2014/main" val="3982680636"/>
                    </a:ext>
                  </a:extLst>
                </a:gridCol>
                <a:gridCol w="3668889">
                  <a:extLst>
                    <a:ext uri="{9D8B030D-6E8A-4147-A177-3AD203B41FA5}">
                      <a16:colId xmlns:a16="http://schemas.microsoft.com/office/drawing/2014/main" val="3114242393"/>
                    </a:ext>
                  </a:extLst>
                </a:gridCol>
                <a:gridCol w="3668889">
                  <a:extLst>
                    <a:ext uri="{9D8B030D-6E8A-4147-A177-3AD203B41FA5}">
                      <a16:colId xmlns:a16="http://schemas.microsoft.com/office/drawing/2014/main" val="3556748847"/>
                    </a:ext>
                  </a:extLst>
                </a:gridCol>
              </a:tblGrid>
              <a:tr h="370840">
                <a:tc>
                  <a:txBody>
                    <a:bodyPr/>
                    <a:lstStyle/>
                    <a:p>
                      <a:r>
                        <a:rPr lang="zh-CN" altLang="en-US" sz="2800" dirty="0"/>
                        <a:t>部署单元</a:t>
                      </a:r>
                    </a:p>
                  </a:txBody>
                  <a:tcPr/>
                </a:tc>
                <a:tc>
                  <a:txBody>
                    <a:bodyPr/>
                    <a:lstStyle/>
                    <a:p>
                      <a:r>
                        <a:rPr lang="zh-CN" altLang="en-US" sz="2800" dirty="0"/>
                        <a:t>入站</a:t>
                      </a:r>
                      <a:r>
                        <a:rPr lang="en-US" altLang="zh-CN" sz="2800" dirty="0"/>
                        <a:t>IP</a:t>
                      </a:r>
                      <a:endParaRPr lang="zh-CN" altLang="en-US" sz="2800" dirty="0"/>
                    </a:p>
                  </a:txBody>
                  <a:tcPr/>
                </a:tc>
                <a:tc>
                  <a:txBody>
                    <a:bodyPr/>
                    <a:lstStyle/>
                    <a:p>
                      <a:r>
                        <a:rPr lang="zh-CN" altLang="en-US" sz="2800" dirty="0"/>
                        <a:t>出站</a:t>
                      </a:r>
                      <a:r>
                        <a:rPr lang="en-US" altLang="zh-CN" sz="2800" dirty="0"/>
                        <a:t>IP</a:t>
                      </a:r>
                      <a:endParaRPr lang="zh-CN" altLang="en-US" sz="2800" dirty="0"/>
                    </a:p>
                  </a:txBody>
                  <a:tcPr/>
                </a:tc>
                <a:extLst>
                  <a:ext uri="{0D108BD9-81ED-4DB2-BD59-A6C34878D82A}">
                    <a16:rowId xmlns:a16="http://schemas.microsoft.com/office/drawing/2014/main" val="2590170679"/>
                  </a:ext>
                </a:extLst>
              </a:tr>
              <a:tr h="370840">
                <a:tc>
                  <a:txBody>
                    <a:bodyPr/>
                    <a:lstStyle/>
                    <a:p>
                      <a:pPr marL="0" marR="0" indent="0" algn="l" defTabSz="1097236" rtl="0" eaLnBrk="1" fontAlgn="auto" latinLnBrk="0" hangingPunct="1">
                        <a:lnSpc>
                          <a:spcPct val="100000"/>
                        </a:lnSpc>
                        <a:spcBef>
                          <a:spcPts val="0"/>
                        </a:spcBef>
                        <a:spcAft>
                          <a:spcPts val="0"/>
                        </a:spcAft>
                        <a:buClrTx/>
                        <a:buSzTx/>
                        <a:buFontTx/>
                        <a:buNone/>
                        <a:tabLst/>
                        <a:defRPr/>
                      </a:pPr>
                      <a:r>
                        <a:rPr lang="en-US" altLang="zh-CN" sz="2800" dirty="0"/>
                        <a:t>waws-prod-hk1-001</a:t>
                      </a:r>
                      <a:endParaRPr lang="zh-CN" altLang="en-US" sz="2800" dirty="0"/>
                    </a:p>
                  </a:txBody>
                  <a:tcPr/>
                </a:tc>
                <a:tc>
                  <a:txBody>
                    <a:bodyPr/>
                    <a:lstStyle/>
                    <a:p>
                      <a:endParaRPr lang="zh-CN" altLang="en-US" sz="2800" dirty="0"/>
                    </a:p>
                  </a:txBody>
                  <a:tcPr/>
                </a:tc>
                <a:tc>
                  <a:txBody>
                    <a:bodyPr/>
                    <a:lstStyle/>
                    <a:p>
                      <a:r>
                        <a:rPr lang="en-US" altLang="zh-CN" sz="2800" dirty="0"/>
                        <a:t>65.52.168.77</a:t>
                      </a:r>
                    </a:p>
                  </a:txBody>
                  <a:tcPr/>
                </a:tc>
                <a:extLst>
                  <a:ext uri="{0D108BD9-81ED-4DB2-BD59-A6C34878D82A}">
                    <a16:rowId xmlns:a16="http://schemas.microsoft.com/office/drawing/2014/main" val="103836358"/>
                  </a:ext>
                </a:extLst>
              </a:tr>
              <a:tr h="370840">
                <a:tc>
                  <a:txBody>
                    <a:bodyPr/>
                    <a:lstStyle/>
                    <a:p>
                      <a:endParaRPr lang="zh-CN" altLang="en-US" sz="2800" dirty="0"/>
                    </a:p>
                  </a:txBody>
                  <a:tcPr/>
                </a:tc>
                <a:tc>
                  <a:txBody>
                    <a:bodyPr/>
                    <a:lstStyle/>
                    <a:p>
                      <a:endParaRPr lang="zh-CN" altLang="en-US" sz="2800"/>
                    </a:p>
                  </a:txBody>
                  <a:tcPr/>
                </a:tc>
                <a:tc>
                  <a:txBody>
                    <a:bodyPr/>
                    <a:lstStyle/>
                    <a:p>
                      <a:r>
                        <a:rPr lang="en-US" altLang="zh-CN" sz="2800" dirty="0"/>
                        <a:t>65.52.168.81</a:t>
                      </a:r>
                    </a:p>
                  </a:txBody>
                  <a:tcPr/>
                </a:tc>
                <a:extLst>
                  <a:ext uri="{0D108BD9-81ED-4DB2-BD59-A6C34878D82A}">
                    <a16:rowId xmlns:a16="http://schemas.microsoft.com/office/drawing/2014/main" val="589130422"/>
                  </a:ext>
                </a:extLst>
              </a:tr>
              <a:tr h="370840">
                <a:tc>
                  <a:txBody>
                    <a:bodyPr/>
                    <a:lstStyle/>
                    <a:p>
                      <a:endParaRPr lang="zh-CN" altLang="en-US" sz="2800"/>
                    </a:p>
                  </a:txBody>
                  <a:tcPr/>
                </a:tc>
                <a:tc>
                  <a:txBody>
                    <a:bodyPr/>
                    <a:lstStyle/>
                    <a:p>
                      <a:endParaRPr lang="zh-CN" altLang="en-US" sz="2800"/>
                    </a:p>
                  </a:txBody>
                  <a:tcPr/>
                </a:tc>
                <a:tc>
                  <a:txBody>
                    <a:bodyPr/>
                    <a:lstStyle/>
                    <a:p>
                      <a:r>
                        <a:rPr lang="en-US" altLang="zh-CN" sz="2800" dirty="0"/>
                        <a:t>65.52.168.84</a:t>
                      </a:r>
                    </a:p>
                  </a:txBody>
                  <a:tcPr/>
                </a:tc>
                <a:extLst>
                  <a:ext uri="{0D108BD9-81ED-4DB2-BD59-A6C34878D82A}">
                    <a16:rowId xmlns:a16="http://schemas.microsoft.com/office/drawing/2014/main" val="1051844890"/>
                  </a:ext>
                </a:extLst>
              </a:tr>
              <a:tr h="370840">
                <a:tc>
                  <a:txBody>
                    <a:bodyPr/>
                    <a:lstStyle/>
                    <a:p>
                      <a:endParaRPr lang="zh-CN" altLang="en-US" sz="2800"/>
                    </a:p>
                  </a:txBody>
                  <a:tcPr/>
                </a:tc>
                <a:tc>
                  <a:txBody>
                    <a:bodyPr/>
                    <a:lstStyle/>
                    <a:p>
                      <a:endParaRPr lang="zh-CN" altLang="en-US" sz="2800" dirty="0"/>
                    </a:p>
                  </a:txBody>
                  <a:tcPr/>
                </a:tc>
                <a:tc>
                  <a:txBody>
                    <a:bodyPr/>
                    <a:lstStyle/>
                    <a:p>
                      <a:r>
                        <a:rPr lang="en-US" altLang="zh-CN" sz="2800" dirty="0"/>
                        <a:t>65.52.160.98</a:t>
                      </a:r>
                      <a:endParaRPr lang="zh-CN" altLang="en-US" sz="2800" dirty="0"/>
                    </a:p>
                  </a:txBody>
                  <a:tcPr/>
                </a:tc>
                <a:extLst>
                  <a:ext uri="{0D108BD9-81ED-4DB2-BD59-A6C34878D82A}">
                    <a16:rowId xmlns:a16="http://schemas.microsoft.com/office/drawing/2014/main" val="908766874"/>
                  </a:ext>
                </a:extLst>
              </a:tr>
              <a:tr h="370840">
                <a:tc>
                  <a:txBody>
                    <a:bodyPr/>
                    <a:lstStyle/>
                    <a:p>
                      <a:endParaRPr lang="zh-CN" altLang="en-US" sz="2800"/>
                    </a:p>
                  </a:txBody>
                  <a:tcPr/>
                </a:tc>
                <a:tc>
                  <a:txBody>
                    <a:bodyPr/>
                    <a:lstStyle/>
                    <a:p>
                      <a:endParaRPr lang="zh-CN" altLang="en-US" sz="2800" dirty="0"/>
                    </a:p>
                  </a:txBody>
                  <a:tcPr/>
                </a:tc>
                <a:tc>
                  <a:txBody>
                    <a:bodyPr/>
                    <a:lstStyle/>
                    <a:p>
                      <a:pPr marL="0" marR="0" lvl="0" indent="0" algn="l" defTabSz="1097236"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solidFill>
                          <a:srgbClr val="292929"/>
                        </a:solidFill>
                        <a:effectLst/>
                        <a:uLnTx/>
                        <a:uFillTx/>
                        <a:latin typeface="Segoe UI"/>
                        <a:ea typeface="+mn-ea"/>
                        <a:cs typeface="+mn-cs"/>
                      </a:endParaRPr>
                    </a:p>
                  </a:txBody>
                  <a:tcPr/>
                </a:tc>
                <a:extLst>
                  <a:ext uri="{0D108BD9-81ED-4DB2-BD59-A6C34878D82A}">
                    <a16:rowId xmlns:a16="http://schemas.microsoft.com/office/drawing/2014/main" val="2504369200"/>
                  </a:ext>
                </a:extLst>
              </a:tr>
              <a:tr h="370840">
                <a:tc>
                  <a:txBody>
                    <a:bodyPr/>
                    <a:lstStyle/>
                    <a:p>
                      <a:r>
                        <a:rPr lang="en-US" altLang="zh-CN" sz="2800" dirty="0"/>
                        <a:t>waws-prod-hk1-003</a:t>
                      </a:r>
                      <a:endParaRPr lang="zh-CN" altLang="en-US" sz="2800" dirty="0"/>
                    </a:p>
                  </a:txBody>
                  <a:tcPr/>
                </a:tc>
                <a:tc>
                  <a:txBody>
                    <a:bodyPr/>
                    <a:lstStyle/>
                    <a:p>
                      <a:endParaRPr lang="zh-CN" altLang="en-US" sz="2800" dirty="0"/>
                    </a:p>
                  </a:txBody>
                  <a:tcPr/>
                </a:tc>
                <a:tc>
                  <a:txBody>
                    <a:bodyPr/>
                    <a:lstStyle/>
                    <a:p>
                      <a:r>
                        <a:rPr lang="en-US" altLang="zh-CN" sz="2800" dirty="0"/>
                        <a:t>207.46.144.46</a:t>
                      </a:r>
                      <a:endParaRPr lang="zh-CN" altLang="en-US" sz="2800" dirty="0"/>
                    </a:p>
                  </a:txBody>
                  <a:tcPr/>
                </a:tc>
                <a:extLst>
                  <a:ext uri="{0D108BD9-81ED-4DB2-BD59-A6C34878D82A}">
                    <a16:rowId xmlns:a16="http://schemas.microsoft.com/office/drawing/2014/main" val="156232999"/>
                  </a:ext>
                </a:extLst>
              </a:tr>
              <a:tr h="370840">
                <a:tc>
                  <a:txBody>
                    <a:bodyPr/>
                    <a:lstStyle/>
                    <a:p>
                      <a:endParaRPr lang="zh-CN" altLang="en-US" sz="2800"/>
                    </a:p>
                  </a:txBody>
                  <a:tcPr/>
                </a:tc>
                <a:tc>
                  <a:txBody>
                    <a:bodyPr/>
                    <a:lstStyle/>
                    <a:p>
                      <a:endParaRPr lang="zh-CN" altLang="en-US" sz="2800" dirty="0"/>
                    </a:p>
                  </a:txBody>
                  <a:tcPr/>
                </a:tc>
                <a:tc>
                  <a:txBody>
                    <a:bodyPr/>
                    <a:lstStyle/>
                    <a:p>
                      <a:r>
                        <a:rPr lang="en-US" altLang="zh-CN" sz="2800" dirty="0"/>
                        <a:t>207.46.144.85</a:t>
                      </a:r>
                      <a:endParaRPr lang="zh-CN" altLang="en-US" sz="2800" dirty="0"/>
                    </a:p>
                  </a:txBody>
                  <a:tcPr/>
                </a:tc>
                <a:extLst>
                  <a:ext uri="{0D108BD9-81ED-4DB2-BD59-A6C34878D82A}">
                    <a16:rowId xmlns:a16="http://schemas.microsoft.com/office/drawing/2014/main" val="4229686398"/>
                  </a:ext>
                </a:extLst>
              </a:tr>
              <a:tr h="370840">
                <a:tc>
                  <a:txBody>
                    <a:bodyPr/>
                    <a:lstStyle/>
                    <a:p>
                      <a:endParaRPr lang="zh-CN" altLang="en-US" sz="2800"/>
                    </a:p>
                  </a:txBody>
                  <a:tcPr/>
                </a:tc>
                <a:tc>
                  <a:txBody>
                    <a:bodyPr/>
                    <a:lstStyle/>
                    <a:p>
                      <a:endParaRPr lang="zh-CN" altLang="en-US" sz="2800" dirty="0"/>
                    </a:p>
                  </a:txBody>
                  <a:tcPr/>
                </a:tc>
                <a:tc>
                  <a:txBody>
                    <a:bodyPr/>
                    <a:lstStyle/>
                    <a:p>
                      <a:r>
                        <a:rPr lang="en-US" altLang="zh-CN" sz="2800" dirty="0"/>
                        <a:t>207.46.144.91</a:t>
                      </a:r>
                      <a:endParaRPr lang="zh-CN" altLang="en-US" sz="2800" dirty="0"/>
                    </a:p>
                  </a:txBody>
                  <a:tcPr/>
                </a:tc>
                <a:extLst>
                  <a:ext uri="{0D108BD9-81ED-4DB2-BD59-A6C34878D82A}">
                    <a16:rowId xmlns:a16="http://schemas.microsoft.com/office/drawing/2014/main" val="3671832735"/>
                  </a:ext>
                </a:extLst>
              </a:tr>
              <a:tr h="370840">
                <a:tc>
                  <a:txBody>
                    <a:bodyPr/>
                    <a:lstStyle/>
                    <a:p>
                      <a:endParaRPr lang="zh-CN" altLang="en-US" sz="2800"/>
                    </a:p>
                  </a:txBody>
                  <a:tcPr/>
                </a:tc>
                <a:tc>
                  <a:txBody>
                    <a:bodyPr/>
                    <a:lstStyle/>
                    <a:p>
                      <a:endParaRPr lang="zh-CN" altLang="en-US" sz="2800" dirty="0"/>
                    </a:p>
                  </a:txBody>
                  <a:tcPr/>
                </a:tc>
                <a:tc>
                  <a:txBody>
                    <a:bodyPr/>
                    <a:lstStyle/>
                    <a:p>
                      <a:r>
                        <a:rPr lang="en-US" altLang="zh-CN" sz="2800" dirty="0"/>
                        <a:t>207.46.148.246</a:t>
                      </a:r>
                      <a:endParaRPr lang="zh-CN" altLang="en-US" sz="2800" dirty="0"/>
                    </a:p>
                  </a:txBody>
                  <a:tcPr/>
                </a:tc>
                <a:extLst>
                  <a:ext uri="{0D108BD9-81ED-4DB2-BD59-A6C34878D82A}">
                    <a16:rowId xmlns:a16="http://schemas.microsoft.com/office/drawing/2014/main" val="3141080737"/>
                  </a:ext>
                </a:extLst>
              </a:tr>
            </a:tbl>
          </a:graphicData>
        </a:graphic>
      </p:graphicFrame>
    </p:spTree>
    <p:extLst>
      <p:ext uri="{BB962C8B-B14F-4D97-AF65-F5344CB8AC3E}">
        <p14:creationId xmlns:p14="http://schemas.microsoft.com/office/powerpoint/2010/main" val="53473360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 Web Site </a:t>
            </a:r>
            <a:r>
              <a:rPr lang="zh-CN" altLang="en-US" dirty="0"/>
              <a:t>计算单元</a:t>
            </a:r>
          </a:p>
        </p:txBody>
      </p:sp>
      <p:graphicFrame>
        <p:nvGraphicFramePr>
          <p:cNvPr id="4" name="表格 3"/>
          <p:cNvGraphicFramePr>
            <a:graphicFrameLocks noGrp="1"/>
          </p:cNvGraphicFramePr>
          <p:nvPr>
            <p:extLst>
              <p:ext uri="{D42A27DB-BD31-4B8C-83A1-F6EECF244321}">
                <p14:modId xmlns:p14="http://schemas.microsoft.com/office/powerpoint/2010/main" val="4255137811"/>
              </p:ext>
            </p:extLst>
          </p:nvPr>
        </p:nvGraphicFramePr>
        <p:xfrm>
          <a:off x="849085" y="1737359"/>
          <a:ext cx="12475029" cy="5294812"/>
        </p:xfrm>
        <a:graphic>
          <a:graphicData uri="http://schemas.openxmlformats.org/drawingml/2006/table">
            <a:tbl>
              <a:tblPr firstRow="1" bandRow="1">
                <a:tableStyleId>{21E4AEA4-8DFA-4A89-87EB-49C32662AFE0}</a:tableStyleId>
              </a:tblPr>
              <a:tblGrid>
                <a:gridCol w="4158343">
                  <a:extLst>
                    <a:ext uri="{9D8B030D-6E8A-4147-A177-3AD203B41FA5}">
                      <a16:colId xmlns:a16="http://schemas.microsoft.com/office/drawing/2014/main" val="20000"/>
                    </a:ext>
                  </a:extLst>
                </a:gridCol>
                <a:gridCol w="4158343">
                  <a:extLst>
                    <a:ext uri="{9D8B030D-6E8A-4147-A177-3AD203B41FA5}">
                      <a16:colId xmlns:a16="http://schemas.microsoft.com/office/drawing/2014/main" val="20001"/>
                    </a:ext>
                  </a:extLst>
                </a:gridCol>
                <a:gridCol w="4158343">
                  <a:extLst>
                    <a:ext uri="{9D8B030D-6E8A-4147-A177-3AD203B41FA5}">
                      <a16:colId xmlns:a16="http://schemas.microsoft.com/office/drawing/2014/main" val="20002"/>
                    </a:ext>
                  </a:extLst>
                </a:gridCol>
              </a:tblGrid>
              <a:tr h="1323703">
                <a:tc>
                  <a:txBody>
                    <a:bodyPr/>
                    <a:lstStyle/>
                    <a:p>
                      <a:r>
                        <a:rPr lang="zh-CN" altLang="en-US" sz="3600" dirty="0"/>
                        <a:t>类型</a:t>
                      </a:r>
                    </a:p>
                  </a:txBody>
                  <a:tcPr/>
                </a:tc>
                <a:tc>
                  <a:txBody>
                    <a:bodyPr/>
                    <a:lstStyle/>
                    <a:p>
                      <a:r>
                        <a:rPr lang="en-US" altLang="zh-CN" sz="3600" dirty="0"/>
                        <a:t>CPU</a:t>
                      </a:r>
                      <a:r>
                        <a:rPr lang="zh-CN" altLang="en-US" sz="3600" dirty="0"/>
                        <a:t>核心</a:t>
                      </a:r>
                    </a:p>
                  </a:txBody>
                  <a:tcPr/>
                </a:tc>
                <a:tc>
                  <a:txBody>
                    <a:bodyPr/>
                    <a:lstStyle/>
                    <a:p>
                      <a:r>
                        <a:rPr lang="zh-CN" altLang="en-US" sz="3600" dirty="0"/>
                        <a:t>内存</a:t>
                      </a:r>
                    </a:p>
                  </a:txBody>
                  <a:tcPr/>
                </a:tc>
                <a:extLst>
                  <a:ext uri="{0D108BD9-81ED-4DB2-BD59-A6C34878D82A}">
                    <a16:rowId xmlns:a16="http://schemas.microsoft.com/office/drawing/2014/main" val="10000"/>
                  </a:ext>
                </a:extLst>
              </a:tr>
              <a:tr h="1323703">
                <a:tc>
                  <a:txBody>
                    <a:bodyPr/>
                    <a:lstStyle/>
                    <a:p>
                      <a:r>
                        <a:rPr lang="en-US" altLang="zh-CN" sz="3600" dirty="0"/>
                        <a:t>Small</a:t>
                      </a:r>
                      <a:r>
                        <a:rPr lang="en-US" altLang="zh-CN" sz="3600" baseline="0" dirty="0"/>
                        <a:t> (S)</a:t>
                      </a:r>
                      <a:endParaRPr lang="zh-CN" altLang="en-US" sz="3600" dirty="0"/>
                    </a:p>
                  </a:txBody>
                  <a:tcPr/>
                </a:tc>
                <a:tc>
                  <a:txBody>
                    <a:bodyPr/>
                    <a:lstStyle/>
                    <a:p>
                      <a:r>
                        <a:rPr lang="en-US" altLang="zh-CN" sz="3600" dirty="0"/>
                        <a:t>1</a:t>
                      </a:r>
                      <a:endParaRPr lang="zh-CN" altLang="en-US" sz="3600" dirty="0"/>
                    </a:p>
                  </a:txBody>
                  <a:tcPr/>
                </a:tc>
                <a:tc>
                  <a:txBody>
                    <a:bodyPr/>
                    <a:lstStyle/>
                    <a:p>
                      <a:r>
                        <a:rPr lang="en-US" altLang="zh-CN" sz="3600" dirty="0"/>
                        <a:t>1.75GB</a:t>
                      </a:r>
                      <a:endParaRPr lang="zh-CN" altLang="en-US" sz="3600" dirty="0"/>
                    </a:p>
                  </a:txBody>
                  <a:tcPr/>
                </a:tc>
                <a:extLst>
                  <a:ext uri="{0D108BD9-81ED-4DB2-BD59-A6C34878D82A}">
                    <a16:rowId xmlns:a16="http://schemas.microsoft.com/office/drawing/2014/main" val="10001"/>
                  </a:ext>
                </a:extLst>
              </a:tr>
              <a:tr h="1323703">
                <a:tc>
                  <a:txBody>
                    <a:bodyPr/>
                    <a:lstStyle/>
                    <a:p>
                      <a:r>
                        <a:rPr lang="en-US" altLang="zh-CN" sz="3600" dirty="0"/>
                        <a:t>Medium (M)</a:t>
                      </a:r>
                      <a:endParaRPr lang="zh-CN" altLang="en-US" sz="3600" dirty="0"/>
                    </a:p>
                  </a:txBody>
                  <a:tcPr/>
                </a:tc>
                <a:tc>
                  <a:txBody>
                    <a:bodyPr/>
                    <a:lstStyle/>
                    <a:p>
                      <a:r>
                        <a:rPr lang="en-US" altLang="zh-CN" sz="3600" dirty="0"/>
                        <a:t>2</a:t>
                      </a:r>
                      <a:endParaRPr lang="zh-CN" altLang="en-US" sz="3600" dirty="0"/>
                    </a:p>
                  </a:txBody>
                  <a:tcPr/>
                </a:tc>
                <a:tc>
                  <a:txBody>
                    <a:bodyPr/>
                    <a:lstStyle/>
                    <a:p>
                      <a:r>
                        <a:rPr lang="en-US" altLang="zh-CN" sz="3600" dirty="0"/>
                        <a:t>3.5GB</a:t>
                      </a:r>
                      <a:endParaRPr lang="zh-CN" altLang="en-US" sz="3600" dirty="0"/>
                    </a:p>
                  </a:txBody>
                  <a:tcPr/>
                </a:tc>
                <a:extLst>
                  <a:ext uri="{0D108BD9-81ED-4DB2-BD59-A6C34878D82A}">
                    <a16:rowId xmlns:a16="http://schemas.microsoft.com/office/drawing/2014/main" val="10002"/>
                  </a:ext>
                </a:extLst>
              </a:tr>
              <a:tr h="1323703">
                <a:tc>
                  <a:txBody>
                    <a:bodyPr/>
                    <a:lstStyle/>
                    <a:p>
                      <a:r>
                        <a:rPr lang="en-US" altLang="zh-CN" sz="3600" dirty="0"/>
                        <a:t>Large (L)</a:t>
                      </a:r>
                      <a:endParaRPr lang="zh-CN" altLang="en-US" sz="3600" dirty="0"/>
                    </a:p>
                  </a:txBody>
                  <a:tcPr/>
                </a:tc>
                <a:tc>
                  <a:txBody>
                    <a:bodyPr/>
                    <a:lstStyle/>
                    <a:p>
                      <a:r>
                        <a:rPr lang="en-US" altLang="zh-CN" sz="3600" dirty="0"/>
                        <a:t>4</a:t>
                      </a:r>
                      <a:endParaRPr lang="zh-CN" altLang="en-US" sz="3600" dirty="0"/>
                    </a:p>
                  </a:txBody>
                  <a:tcPr/>
                </a:tc>
                <a:tc>
                  <a:txBody>
                    <a:bodyPr/>
                    <a:lstStyle/>
                    <a:p>
                      <a:r>
                        <a:rPr lang="en-US" altLang="zh-CN" sz="3600" dirty="0"/>
                        <a:t>7GB</a:t>
                      </a:r>
                      <a:endParaRPr lang="zh-CN" altLang="en-US" sz="36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3849782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 Web Site Offer</a:t>
            </a:r>
            <a:endParaRPr lang="zh-CN" altLang="en-US" dirty="0"/>
          </a:p>
        </p:txBody>
      </p:sp>
      <p:sp>
        <p:nvSpPr>
          <p:cNvPr id="4" name="文本占位符 3"/>
          <p:cNvSpPr>
            <a:spLocks noGrp="1"/>
          </p:cNvSpPr>
          <p:nvPr>
            <p:ph type="body" sz="quarter" idx="10"/>
          </p:nvPr>
        </p:nvSpPr>
        <p:spPr>
          <a:xfrm>
            <a:off x="623097" y="1737359"/>
            <a:ext cx="13382301" cy="5463034"/>
          </a:xfrm>
        </p:spPr>
        <p:txBody>
          <a:bodyPr/>
          <a:lstStyle/>
          <a:p>
            <a:endParaRPr lang="en-US" altLang="zh-CN" dirty="0"/>
          </a:p>
          <a:p>
            <a:endParaRPr lang="en-US" altLang="zh-CN" dirty="0"/>
          </a:p>
          <a:p>
            <a:endParaRPr lang="en-US" altLang="zh-CN" dirty="0"/>
          </a:p>
          <a:p>
            <a:endParaRPr lang="en-US" altLang="zh-CN" sz="3600" dirty="0"/>
          </a:p>
          <a:p>
            <a:endParaRPr lang="en-US" altLang="zh-CN" sz="3600" dirty="0"/>
          </a:p>
          <a:p>
            <a:r>
              <a:rPr lang="en-US" altLang="zh-CN" sz="3600" dirty="0"/>
              <a:t>http://azure.microsoft.com/en-us/pricing/details/web-sites/</a:t>
            </a:r>
          </a:p>
          <a:p>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1210388505"/>
              </p:ext>
            </p:extLst>
          </p:nvPr>
        </p:nvGraphicFramePr>
        <p:xfrm>
          <a:off x="322729" y="1737359"/>
          <a:ext cx="13823577" cy="3203814"/>
        </p:xfrm>
        <a:graphic>
          <a:graphicData uri="http://schemas.openxmlformats.org/drawingml/2006/table">
            <a:tbl>
              <a:tblPr firstRow="1" bandRow="1">
                <a:tableStyleId>{21E4AEA4-8DFA-4A89-87EB-49C32662AFE0}</a:tableStyleId>
              </a:tblPr>
              <a:tblGrid>
                <a:gridCol w="2764716">
                  <a:extLst>
                    <a:ext uri="{9D8B030D-6E8A-4147-A177-3AD203B41FA5}">
                      <a16:colId xmlns:a16="http://schemas.microsoft.com/office/drawing/2014/main" val="20000"/>
                    </a:ext>
                  </a:extLst>
                </a:gridCol>
                <a:gridCol w="1911115">
                  <a:extLst>
                    <a:ext uri="{9D8B030D-6E8A-4147-A177-3AD203B41FA5}">
                      <a16:colId xmlns:a16="http://schemas.microsoft.com/office/drawing/2014/main" val="20001"/>
                    </a:ext>
                  </a:extLst>
                </a:gridCol>
                <a:gridCol w="2647759">
                  <a:extLst>
                    <a:ext uri="{9D8B030D-6E8A-4147-A177-3AD203B41FA5}">
                      <a16:colId xmlns:a16="http://schemas.microsoft.com/office/drawing/2014/main" val="20002"/>
                    </a:ext>
                  </a:extLst>
                </a:gridCol>
                <a:gridCol w="3023328">
                  <a:extLst>
                    <a:ext uri="{9D8B030D-6E8A-4147-A177-3AD203B41FA5}">
                      <a16:colId xmlns:a16="http://schemas.microsoft.com/office/drawing/2014/main" val="20003"/>
                    </a:ext>
                  </a:extLst>
                </a:gridCol>
                <a:gridCol w="3476659">
                  <a:extLst>
                    <a:ext uri="{9D8B030D-6E8A-4147-A177-3AD203B41FA5}">
                      <a16:colId xmlns:a16="http://schemas.microsoft.com/office/drawing/2014/main" val="20004"/>
                    </a:ext>
                  </a:extLst>
                </a:gridCol>
              </a:tblGrid>
              <a:tr h="533969">
                <a:tc>
                  <a:txBody>
                    <a:bodyPr/>
                    <a:lstStyle/>
                    <a:p>
                      <a:endParaRPr lang="zh-CN" altLang="en-US" sz="2400" dirty="0"/>
                    </a:p>
                  </a:txBody>
                  <a:tcPr/>
                </a:tc>
                <a:tc>
                  <a:txBody>
                    <a:bodyPr/>
                    <a:lstStyle/>
                    <a:p>
                      <a:r>
                        <a:rPr lang="zh-CN" altLang="en-US" sz="2400" dirty="0"/>
                        <a:t>免费</a:t>
                      </a:r>
                    </a:p>
                  </a:txBody>
                  <a:tcPr/>
                </a:tc>
                <a:tc>
                  <a:txBody>
                    <a:bodyPr/>
                    <a:lstStyle/>
                    <a:p>
                      <a:r>
                        <a:rPr lang="zh-CN" altLang="en-US" sz="2400" dirty="0"/>
                        <a:t>共享</a:t>
                      </a:r>
                    </a:p>
                  </a:txBody>
                  <a:tcPr/>
                </a:tc>
                <a:tc>
                  <a:txBody>
                    <a:bodyPr/>
                    <a:lstStyle/>
                    <a:p>
                      <a:r>
                        <a:rPr lang="zh-CN" altLang="en-US" sz="2400" dirty="0"/>
                        <a:t>基本</a:t>
                      </a:r>
                    </a:p>
                  </a:txBody>
                  <a:tcPr/>
                </a:tc>
                <a:tc>
                  <a:txBody>
                    <a:bodyPr/>
                    <a:lstStyle/>
                    <a:p>
                      <a:r>
                        <a:rPr lang="zh-CN" altLang="en-US" sz="2400" dirty="0"/>
                        <a:t>标准</a:t>
                      </a:r>
                    </a:p>
                  </a:txBody>
                  <a:tcPr/>
                </a:tc>
                <a:extLst>
                  <a:ext uri="{0D108BD9-81ED-4DB2-BD59-A6C34878D82A}">
                    <a16:rowId xmlns:a16="http://schemas.microsoft.com/office/drawing/2014/main" val="10000"/>
                  </a:ext>
                </a:extLst>
              </a:tr>
              <a:tr h="533969">
                <a:tc>
                  <a:txBody>
                    <a:bodyPr/>
                    <a:lstStyle/>
                    <a:p>
                      <a:r>
                        <a:rPr lang="en-US" altLang="zh-CN" sz="2400" dirty="0"/>
                        <a:t>Web Site</a:t>
                      </a:r>
                      <a:endParaRPr lang="zh-CN" altLang="en-US" sz="2400" dirty="0"/>
                    </a:p>
                  </a:txBody>
                  <a:tcPr/>
                </a:tc>
                <a:tc>
                  <a:txBody>
                    <a:bodyPr/>
                    <a:lstStyle/>
                    <a:p>
                      <a:r>
                        <a:rPr lang="en-US" altLang="zh-CN" sz="2400" dirty="0"/>
                        <a:t>10</a:t>
                      </a:r>
                      <a:endParaRPr lang="zh-CN" altLang="en-US" sz="2400" dirty="0"/>
                    </a:p>
                  </a:txBody>
                  <a:tcPr/>
                </a:tc>
                <a:tc>
                  <a:txBody>
                    <a:bodyPr/>
                    <a:lstStyle/>
                    <a:p>
                      <a:r>
                        <a:rPr lang="en-US" altLang="zh-CN" sz="2400" dirty="0"/>
                        <a:t>100</a:t>
                      </a:r>
                      <a:endParaRPr lang="zh-CN" altLang="en-US" sz="2400" dirty="0"/>
                    </a:p>
                  </a:txBody>
                  <a:tcPr/>
                </a:tc>
                <a:tc>
                  <a:txBody>
                    <a:bodyPr/>
                    <a:lstStyle/>
                    <a:p>
                      <a:r>
                        <a:rPr lang="en-US" altLang="zh-CN" sz="2400" dirty="0"/>
                        <a:t>Unlimited</a:t>
                      </a:r>
                      <a:endParaRPr lang="zh-CN" altLang="en-US" sz="2400" dirty="0"/>
                    </a:p>
                  </a:txBody>
                  <a:tcPr/>
                </a:tc>
                <a:tc>
                  <a:txBody>
                    <a:bodyPr/>
                    <a:lstStyle/>
                    <a:p>
                      <a:r>
                        <a:rPr lang="en-US" altLang="zh-CN" sz="2400" dirty="0"/>
                        <a:t>Unlimited</a:t>
                      </a:r>
                      <a:endParaRPr lang="zh-CN" altLang="en-US" sz="2400" dirty="0"/>
                    </a:p>
                  </a:txBody>
                  <a:tcPr/>
                </a:tc>
                <a:extLst>
                  <a:ext uri="{0D108BD9-81ED-4DB2-BD59-A6C34878D82A}">
                    <a16:rowId xmlns:a16="http://schemas.microsoft.com/office/drawing/2014/main" val="10001"/>
                  </a:ext>
                </a:extLst>
              </a:tr>
              <a:tr h="533969">
                <a:tc>
                  <a:txBody>
                    <a:bodyPr/>
                    <a:lstStyle/>
                    <a:p>
                      <a:r>
                        <a:rPr lang="en-US" altLang="zh-CN" sz="2400" dirty="0"/>
                        <a:t>Storage</a:t>
                      </a:r>
                      <a:endParaRPr lang="zh-CN" altLang="en-US" sz="2400" dirty="0"/>
                    </a:p>
                  </a:txBody>
                  <a:tcPr/>
                </a:tc>
                <a:tc>
                  <a:txBody>
                    <a:bodyPr/>
                    <a:lstStyle/>
                    <a:p>
                      <a:r>
                        <a:rPr lang="en-US" altLang="zh-CN" sz="2400" dirty="0"/>
                        <a:t>1GB</a:t>
                      </a:r>
                      <a:endParaRPr lang="zh-CN" altLang="en-US" sz="2400" dirty="0"/>
                    </a:p>
                  </a:txBody>
                  <a:tcPr/>
                </a:tc>
                <a:tc>
                  <a:txBody>
                    <a:bodyPr/>
                    <a:lstStyle/>
                    <a:p>
                      <a:r>
                        <a:rPr lang="en-US" altLang="zh-CN" sz="2400" dirty="0"/>
                        <a:t>1GB</a:t>
                      </a:r>
                      <a:endParaRPr lang="zh-CN" altLang="en-US" sz="2400" dirty="0"/>
                    </a:p>
                  </a:txBody>
                  <a:tcPr/>
                </a:tc>
                <a:tc>
                  <a:txBody>
                    <a:bodyPr/>
                    <a:lstStyle/>
                    <a:p>
                      <a:r>
                        <a:rPr lang="en-US" altLang="zh-CN" sz="2400" dirty="0"/>
                        <a:t>10GB</a:t>
                      </a:r>
                      <a:endParaRPr lang="zh-CN" altLang="en-US" sz="2400" dirty="0"/>
                    </a:p>
                  </a:txBody>
                  <a:tcPr/>
                </a:tc>
                <a:tc>
                  <a:txBody>
                    <a:bodyPr/>
                    <a:lstStyle/>
                    <a:p>
                      <a:r>
                        <a:rPr lang="en-US" altLang="zh-CN" sz="2400" dirty="0"/>
                        <a:t>50GB</a:t>
                      </a:r>
                      <a:endParaRPr lang="zh-CN" altLang="en-US" sz="2400" dirty="0"/>
                    </a:p>
                  </a:txBody>
                  <a:tcPr/>
                </a:tc>
                <a:extLst>
                  <a:ext uri="{0D108BD9-81ED-4DB2-BD59-A6C34878D82A}">
                    <a16:rowId xmlns:a16="http://schemas.microsoft.com/office/drawing/2014/main" val="10002"/>
                  </a:ext>
                </a:extLst>
              </a:tr>
              <a:tr h="533969">
                <a:tc>
                  <a:txBody>
                    <a:bodyPr/>
                    <a:lstStyle/>
                    <a:p>
                      <a:r>
                        <a:rPr lang="en-US" altLang="zh-CN" sz="2400" dirty="0"/>
                        <a:t>Compute Instance</a:t>
                      </a:r>
                      <a:endParaRPr lang="zh-CN" altLang="en-US" sz="2400" dirty="0"/>
                    </a:p>
                  </a:txBody>
                  <a:tcPr/>
                </a:tc>
                <a:tc>
                  <a:txBody>
                    <a:bodyPr/>
                    <a:lstStyle/>
                    <a:p>
                      <a:r>
                        <a:rPr lang="en-US" altLang="zh-CN" sz="2400" dirty="0"/>
                        <a:t>Shared</a:t>
                      </a:r>
                    </a:p>
                  </a:txBody>
                  <a:tcPr/>
                </a:tc>
                <a:tc>
                  <a:txBody>
                    <a:bodyPr/>
                    <a:lstStyle/>
                    <a:p>
                      <a:r>
                        <a:rPr lang="en-US" altLang="zh-CN" sz="2400" dirty="0"/>
                        <a:t>Shared</a:t>
                      </a:r>
                      <a:endParaRPr lang="zh-CN" altLang="en-US" sz="2400" dirty="0"/>
                    </a:p>
                  </a:txBody>
                  <a:tcPr/>
                </a:tc>
                <a:tc>
                  <a:txBody>
                    <a:bodyPr/>
                    <a:lstStyle/>
                    <a:p>
                      <a:r>
                        <a:rPr lang="en-US" altLang="zh-CN" sz="2400" dirty="0"/>
                        <a:t>Dedicated</a:t>
                      </a:r>
                      <a:endParaRPr lang="zh-CN" altLang="en-US" sz="2400" dirty="0"/>
                    </a:p>
                  </a:txBody>
                  <a:tcPr/>
                </a:tc>
                <a:tc>
                  <a:txBody>
                    <a:bodyPr/>
                    <a:lstStyle/>
                    <a:p>
                      <a:r>
                        <a:rPr lang="en-US" altLang="zh-CN" sz="2400" dirty="0"/>
                        <a:t>Dedicated</a:t>
                      </a:r>
                      <a:endParaRPr lang="zh-CN" altLang="en-US" sz="2400" dirty="0"/>
                    </a:p>
                  </a:txBody>
                  <a:tcPr/>
                </a:tc>
                <a:extLst>
                  <a:ext uri="{0D108BD9-81ED-4DB2-BD59-A6C34878D82A}">
                    <a16:rowId xmlns:a16="http://schemas.microsoft.com/office/drawing/2014/main" val="10003"/>
                  </a:ext>
                </a:extLst>
              </a:tr>
              <a:tr h="533969">
                <a:tc>
                  <a:txBody>
                    <a:bodyPr/>
                    <a:lstStyle/>
                    <a:p>
                      <a:r>
                        <a:rPr lang="en-US" altLang="zh-CN" sz="2400" dirty="0"/>
                        <a:t>Scale-Out</a:t>
                      </a:r>
                      <a:endParaRPr lang="zh-CN" altLang="en-US" sz="2400" dirty="0"/>
                    </a:p>
                  </a:txBody>
                  <a:tcPr/>
                </a:tc>
                <a:tc>
                  <a:txBody>
                    <a:bodyPr/>
                    <a:lstStyle/>
                    <a:p>
                      <a:endParaRPr lang="en-US" altLang="zh-CN" sz="2400" dirty="0"/>
                    </a:p>
                  </a:txBody>
                  <a:tcPr/>
                </a:tc>
                <a:tc>
                  <a:txBody>
                    <a:bodyPr/>
                    <a:lstStyle/>
                    <a:p>
                      <a:r>
                        <a:rPr lang="en-US" altLang="zh-CN" sz="2400" dirty="0"/>
                        <a:t>6 Shared Instance</a:t>
                      </a:r>
                      <a:endParaRPr lang="zh-CN" altLang="en-US" sz="2400" dirty="0"/>
                    </a:p>
                  </a:txBody>
                  <a:tcPr/>
                </a:tc>
                <a:tc>
                  <a:txBody>
                    <a:bodyPr/>
                    <a:lstStyle/>
                    <a:p>
                      <a:r>
                        <a:rPr lang="en-US" altLang="zh-CN" sz="2400" dirty="0"/>
                        <a:t>3 Dedicated</a:t>
                      </a:r>
                      <a:r>
                        <a:rPr lang="en-US" altLang="zh-CN" sz="2400" baseline="0" dirty="0"/>
                        <a:t> Instance</a:t>
                      </a:r>
                      <a:endParaRPr lang="zh-CN" altLang="en-US" sz="2400" dirty="0"/>
                    </a:p>
                  </a:txBody>
                  <a:tcPr/>
                </a:tc>
                <a:tc>
                  <a:txBody>
                    <a:bodyPr/>
                    <a:lstStyle/>
                    <a:p>
                      <a:r>
                        <a:rPr lang="en-US" altLang="zh-CN" sz="2400" dirty="0"/>
                        <a:t>10 Dedicated Instance</a:t>
                      </a:r>
                      <a:endParaRPr lang="zh-CN" altLang="en-US" sz="2400" dirty="0"/>
                    </a:p>
                  </a:txBody>
                  <a:tcPr/>
                </a:tc>
                <a:extLst>
                  <a:ext uri="{0D108BD9-81ED-4DB2-BD59-A6C34878D82A}">
                    <a16:rowId xmlns:a16="http://schemas.microsoft.com/office/drawing/2014/main" val="10004"/>
                  </a:ext>
                </a:extLst>
              </a:tr>
              <a:tr h="533969">
                <a:tc>
                  <a:txBody>
                    <a:bodyPr/>
                    <a:lstStyle/>
                    <a:p>
                      <a:r>
                        <a:rPr lang="en-US" altLang="zh-CN" sz="2400" dirty="0"/>
                        <a:t>SLA</a:t>
                      </a:r>
                      <a:endParaRPr lang="zh-CN" altLang="en-US" sz="2400" dirty="0"/>
                    </a:p>
                  </a:txBody>
                  <a:tcPr/>
                </a:tc>
                <a:tc>
                  <a:txBody>
                    <a:bodyPr/>
                    <a:lstStyle/>
                    <a:p>
                      <a:endParaRPr lang="en-US" altLang="zh-CN" sz="2400" dirty="0"/>
                    </a:p>
                  </a:txBody>
                  <a:tcPr/>
                </a:tc>
                <a:tc>
                  <a:txBody>
                    <a:bodyPr/>
                    <a:lstStyle/>
                    <a:p>
                      <a:endParaRPr lang="zh-CN" altLang="en-US" sz="2400" dirty="0"/>
                    </a:p>
                  </a:txBody>
                  <a:tcPr/>
                </a:tc>
                <a:tc>
                  <a:txBody>
                    <a:bodyPr/>
                    <a:lstStyle/>
                    <a:p>
                      <a:r>
                        <a:rPr lang="en-US" altLang="zh-CN" sz="2400" dirty="0"/>
                        <a:t>99.9%</a:t>
                      </a:r>
                      <a:endParaRPr lang="zh-CN" altLang="en-US" sz="2400" dirty="0"/>
                    </a:p>
                  </a:txBody>
                  <a:tcPr/>
                </a:tc>
                <a:tc>
                  <a:txBody>
                    <a:bodyPr/>
                    <a:lstStyle/>
                    <a:p>
                      <a:r>
                        <a:rPr lang="en-US" altLang="zh-CN" sz="2400" dirty="0"/>
                        <a:t>99.9%</a:t>
                      </a:r>
                      <a:endParaRPr lang="zh-CN" alt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601393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 Web App</a:t>
            </a:r>
            <a:r>
              <a:rPr lang="zh-CN" altLang="en-US"/>
              <a:t>限制</a:t>
            </a:r>
          </a:p>
        </p:txBody>
      </p:sp>
      <p:sp>
        <p:nvSpPr>
          <p:cNvPr id="3" name="文本占位符 2"/>
          <p:cNvSpPr>
            <a:spLocks noGrp="1"/>
          </p:cNvSpPr>
          <p:nvPr>
            <p:ph type="body" sz="quarter" idx="10"/>
          </p:nvPr>
        </p:nvSpPr>
        <p:spPr>
          <a:xfrm>
            <a:off x="623097" y="1737359"/>
            <a:ext cx="13382301" cy="2498120"/>
          </a:xfrm>
        </p:spPr>
        <p:txBody>
          <a:bodyPr/>
          <a:lstStyle/>
          <a:p>
            <a:pPr marL="918210" indent="-914400">
              <a:buFont typeface="+mj-lt"/>
              <a:buAutoNum type="arabicPeriod"/>
            </a:pPr>
            <a:r>
              <a:rPr lang="zh-CN" altLang="en-US" dirty="0"/>
              <a:t>单个</a:t>
            </a:r>
            <a:r>
              <a:rPr lang="en-US" altLang="zh-CN" dirty="0"/>
              <a:t>Web App</a:t>
            </a:r>
            <a:r>
              <a:rPr lang="zh-CN" altLang="en-US" dirty="0"/>
              <a:t>实例最大计算单元</a:t>
            </a:r>
            <a:r>
              <a:rPr lang="en-US" altLang="zh-CN" dirty="0"/>
              <a:t>4Core/7GB</a:t>
            </a:r>
          </a:p>
          <a:p>
            <a:pPr marL="918210" indent="-914400">
              <a:buFont typeface="+mj-lt"/>
              <a:buAutoNum type="arabicPeriod"/>
            </a:pPr>
            <a:r>
              <a:rPr lang="en-US" altLang="zh-CN" dirty="0"/>
              <a:t>Azure Web Apps</a:t>
            </a:r>
            <a:r>
              <a:rPr lang="zh-CN" altLang="en-US" dirty="0"/>
              <a:t>支持最大横向扩展</a:t>
            </a:r>
            <a:r>
              <a:rPr lang="en-US" altLang="zh-CN" dirty="0"/>
              <a:t>10</a:t>
            </a:r>
            <a:r>
              <a:rPr lang="zh-CN" altLang="en-US" dirty="0"/>
              <a:t>个节点</a:t>
            </a:r>
            <a:endParaRPr lang="en-US" altLang="zh-CN" dirty="0"/>
          </a:p>
          <a:p>
            <a:pPr marL="918210" indent="-914400">
              <a:buFont typeface="+mj-lt"/>
              <a:buAutoNum type="arabicPeriod"/>
            </a:pPr>
            <a:r>
              <a:rPr lang="zh-CN" altLang="en-US" dirty="0"/>
              <a:t>只支持开放</a:t>
            </a:r>
            <a:r>
              <a:rPr lang="en-US" altLang="zh-CN" dirty="0"/>
              <a:t>80</a:t>
            </a:r>
            <a:r>
              <a:rPr lang="zh-CN" altLang="en-US" dirty="0"/>
              <a:t>端口和</a:t>
            </a:r>
            <a:r>
              <a:rPr lang="en-US" altLang="zh-CN" dirty="0"/>
              <a:t>443</a:t>
            </a:r>
            <a:r>
              <a:rPr lang="zh-CN" altLang="en-US" dirty="0"/>
              <a:t>端口</a:t>
            </a:r>
          </a:p>
        </p:txBody>
      </p:sp>
    </p:spTree>
    <p:extLst>
      <p:ext uri="{BB962C8B-B14F-4D97-AF65-F5344CB8AC3E}">
        <p14:creationId xmlns:p14="http://schemas.microsoft.com/office/powerpoint/2010/main" val="1662382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 name="Group 87"/>
          <p:cNvGrpSpPr/>
          <p:nvPr/>
        </p:nvGrpSpPr>
        <p:grpSpPr>
          <a:xfrm>
            <a:off x="3639160" y="1546949"/>
            <a:ext cx="9176870" cy="1107996"/>
            <a:chOff x="3031844" y="1170370"/>
            <a:chExt cx="7645400" cy="923329"/>
          </a:xfrm>
        </p:grpSpPr>
        <p:grpSp>
          <p:nvGrpSpPr>
            <p:cNvPr id="20" name="Group 19"/>
            <p:cNvGrpSpPr/>
            <p:nvPr/>
          </p:nvGrpSpPr>
          <p:grpSpPr>
            <a:xfrm>
              <a:off x="3031844" y="1170370"/>
              <a:ext cx="7645400" cy="923329"/>
              <a:chOff x="2540230" y="5754872"/>
              <a:chExt cx="7645400" cy="923329"/>
            </a:xfrm>
          </p:grpSpPr>
          <p:sp>
            <p:nvSpPr>
              <p:cNvPr id="21" name="Rectangle 20"/>
              <p:cNvSpPr/>
              <p:nvPr/>
            </p:nvSpPr>
            <p:spPr bwMode="auto">
              <a:xfrm>
                <a:off x="2540230" y="6093147"/>
                <a:ext cx="6654800" cy="262467"/>
              </a:xfrm>
              <a:prstGeom prst="rect">
                <a:avLst/>
              </a:prstGeom>
              <a:solidFill>
                <a:schemeClr val="tx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sp>
            <p:nvSpPr>
              <p:cNvPr id="22" name="TextBox 21"/>
              <p:cNvSpPr txBox="1"/>
              <p:nvPr/>
            </p:nvSpPr>
            <p:spPr>
              <a:xfrm>
                <a:off x="9195029" y="5754872"/>
                <a:ext cx="990601" cy="923329"/>
              </a:xfrm>
              <a:prstGeom prst="rect">
                <a:avLst/>
              </a:prstGeom>
              <a:noFill/>
            </p:spPr>
            <p:txBody>
              <a:bodyPr wrap="square" lIns="0" tIns="0" rIns="0" bIns="0" rtlCol="0">
                <a:spAutoFit/>
              </a:bodyPr>
              <a:lstStyle/>
              <a:p>
                <a:pPr marL="0" marR="0" lvl="0" indent="0" algn="ctr" defTabSz="1462797" eaLnBrk="1" fontAlgn="auto" latinLnBrk="0" hangingPunct="1">
                  <a:lnSpc>
                    <a:spcPct val="90000"/>
                  </a:lnSpc>
                  <a:spcBef>
                    <a:spcPct val="20000"/>
                  </a:spcBef>
                  <a:spcAft>
                    <a:spcPts val="0"/>
                  </a:spcAft>
                  <a:buClrTx/>
                  <a:buSzPct val="80000"/>
                  <a:buFontTx/>
                  <a:buNone/>
                  <a:tabLst/>
                  <a:defRPr/>
                </a:pPr>
                <a:r>
                  <a:rPr kumimoji="0" lang="en-US" sz="8000" b="0" i="0" u="none" strike="noStrike" kern="0" cap="none" spc="0" normalizeH="0" baseline="0" noProof="0" dirty="0">
                    <a:ln>
                      <a:noFill/>
                    </a:ln>
                    <a:gradFill>
                      <a:gsLst>
                        <a:gs pos="0">
                          <a:srgbClr val="5F5F5F"/>
                        </a:gs>
                        <a:gs pos="100000">
                          <a:srgbClr val="5F5F5F"/>
                        </a:gs>
                      </a:gsLst>
                      <a:lin ang="5400000" scaled="0"/>
                    </a:gradFill>
                    <a:effectLst/>
                    <a:uLnTx/>
                    <a:uFillTx/>
                    <a:latin typeface="Segoe UI Light" pitchFamily="34" charset="0"/>
                  </a:rPr>
                  <a:t>1</a:t>
                </a:r>
              </a:p>
            </p:txBody>
          </p:sp>
          <p:sp>
            <p:nvSpPr>
              <p:cNvPr id="23" name="Rectangle 22"/>
              <p:cNvSpPr/>
              <p:nvPr/>
            </p:nvSpPr>
            <p:spPr bwMode="auto">
              <a:xfrm>
                <a:off x="2543998" y="6093146"/>
                <a:ext cx="805871" cy="26246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24" name="Rectangle 23"/>
            <p:cNvSpPr/>
            <p:nvPr/>
          </p:nvSpPr>
          <p:spPr bwMode="auto">
            <a:xfrm>
              <a:off x="3706190" y="1363080"/>
              <a:ext cx="135293" cy="52867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grpSp>
        <p:nvGrpSpPr>
          <p:cNvPr id="67" name="Group 66"/>
          <p:cNvGrpSpPr/>
          <p:nvPr/>
        </p:nvGrpSpPr>
        <p:grpSpPr>
          <a:xfrm>
            <a:off x="-2" y="6873328"/>
            <a:ext cx="14630403" cy="1255555"/>
            <a:chOff x="-5012461" y="5194194"/>
            <a:chExt cx="16033938" cy="1376362"/>
          </a:xfrm>
        </p:grpSpPr>
        <p:pic>
          <p:nvPicPr>
            <p:cNvPr id="6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2619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69"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5054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0"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5108"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1"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17356"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553"/>
            <a:stretch/>
          </p:blipFill>
          <p:spPr bwMode="auto">
            <a:xfrm>
              <a:off x="-5012461" y="5194194"/>
              <a:ext cx="1447407"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4473"/>
            <a:stretch/>
          </p:blipFill>
          <p:spPr bwMode="auto">
            <a:xfrm>
              <a:off x="9571520" y="5194194"/>
              <a:ext cx="1449957" cy="1376361"/>
            </a:xfrm>
            <a:prstGeom prst="rect">
              <a:avLst/>
            </a:prstGeom>
            <a:noFill/>
            <a:extLst>
              <a:ext uri="{909E8E84-426E-40dd-AFC4-6F175D3DCCD1}">
                <a14:hiddenFill xmlns:a14="http://schemas.microsoft.com/office/drawing/2010/main" xmlns="">
                  <a:solidFill>
                    <a:srgbClr val="FFFFFF"/>
                  </a:solidFill>
                </a14:hiddenFill>
              </a:ext>
            </a:extLst>
          </p:spPr>
        </p:pic>
      </p:grpSp>
      <p:grpSp>
        <p:nvGrpSpPr>
          <p:cNvPr id="14" name="Group 13"/>
          <p:cNvGrpSpPr/>
          <p:nvPr/>
        </p:nvGrpSpPr>
        <p:grpSpPr>
          <a:xfrm>
            <a:off x="-1" y="2"/>
            <a:ext cx="14630402" cy="1179882"/>
            <a:chOff x="-1" y="0"/>
            <a:chExt cx="12188826" cy="983234"/>
          </a:xfrm>
        </p:grpSpPr>
        <p:grpSp>
          <p:nvGrpSpPr>
            <p:cNvPr id="13" name="Group 12"/>
            <p:cNvGrpSpPr/>
            <p:nvPr/>
          </p:nvGrpSpPr>
          <p:grpSpPr>
            <a:xfrm>
              <a:off x="-1" y="0"/>
              <a:ext cx="12180802" cy="983234"/>
              <a:chOff x="-1" y="0"/>
              <a:chExt cx="12180802" cy="983234"/>
            </a:xfrm>
          </p:grpSpPr>
          <p:sp>
            <p:nvSpPr>
              <p:cNvPr id="11" name="Rectangle 10"/>
              <p:cNvSpPr/>
              <p:nvPr/>
            </p:nvSpPr>
            <p:spPr bwMode="auto">
              <a:xfrm>
                <a:off x="-1" y="0"/>
                <a:ext cx="6772189"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2" name="Rectangle 11"/>
              <p:cNvSpPr/>
              <p:nvPr/>
            </p:nvSpPr>
            <p:spPr bwMode="auto">
              <a:xfrm>
                <a:off x="6258296" y="0"/>
                <a:ext cx="2360742" cy="30000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11" name="Rectangle 110"/>
              <p:cNvSpPr/>
              <p:nvPr/>
            </p:nvSpPr>
            <p:spPr bwMode="auto">
              <a:xfrm>
                <a:off x="8573718" y="0"/>
                <a:ext cx="3607083"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73" name="Group 72"/>
            <p:cNvGrpSpPr/>
            <p:nvPr/>
          </p:nvGrpSpPr>
          <p:grpSpPr>
            <a:xfrm>
              <a:off x="0" y="300008"/>
              <a:ext cx="12188825" cy="683226"/>
              <a:chOff x="0" y="300008"/>
              <a:chExt cx="12188825" cy="683226"/>
            </a:xfrm>
          </p:grpSpPr>
          <p:sp>
            <p:nvSpPr>
              <p:cNvPr id="74" name="Title 1"/>
              <p:cNvSpPr txBox="1">
                <a:spLocks/>
              </p:cNvSpPr>
              <p:nvPr/>
            </p:nvSpPr>
            <p:spPr>
              <a:xfrm>
                <a:off x="6866207" y="473074"/>
                <a:ext cx="1589530" cy="443176"/>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0071BC"/>
                        </a:gs>
                        <a:gs pos="100000">
                          <a:srgbClr val="0071BC"/>
                        </a:gs>
                      </a:gsLst>
                      <a:lin ang="5400000" scaled="0"/>
                    </a:gradFill>
                    <a:effectLst/>
                    <a:uLnTx/>
                    <a:uFillTx/>
                    <a:latin typeface="Segoe UI Light" pitchFamily="34" charset="0"/>
                    <a:ea typeface="+mn-ea"/>
                    <a:cs typeface="Arial" charset="0"/>
                  </a:rPr>
                  <a:t>shared</a:t>
                </a:r>
              </a:p>
            </p:txBody>
          </p:sp>
          <p:sp>
            <p:nvSpPr>
              <p:cNvPr id="75" name="Title 1"/>
              <p:cNvSpPr txBox="1">
                <a:spLocks/>
              </p:cNvSpPr>
              <p:nvPr/>
            </p:nvSpPr>
            <p:spPr>
              <a:xfrm>
                <a:off x="8681891" y="453411"/>
                <a:ext cx="1838633" cy="443176"/>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solidFill>
                      <a:srgbClr val="FFFFFF"/>
                    </a:solidFill>
                    <a:effectLst/>
                    <a:uLnTx/>
                    <a:uFillTx/>
                    <a:latin typeface="Segoe UI Light" pitchFamily="34" charset="0"/>
                    <a:ea typeface="+mn-ea"/>
                    <a:cs typeface="Arial" charset="0"/>
                  </a:rPr>
                  <a:t>standard</a:t>
                </a:r>
              </a:p>
            </p:txBody>
          </p:sp>
          <p:cxnSp>
            <p:nvCxnSpPr>
              <p:cNvPr id="76" name="Straight Connector 75"/>
              <p:cNvCxnSpPr/>
              <p:nvPr/>
            </p:nvCxnSpPr>
            <p:spPr>
              <a:xfrm flipV="1">
                <a:off x="6772188" y="300008"/>
                <a:ext cx="0" cy="683226"/>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772188" y="300008"/>
                <a:ext cx="1801530"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8573718" y="300008"/>
                <a:ext cx="0" cy="683225"/>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8573718" y="983233"/>
                <a:ext cx="3615107"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0" y="983233"/>
                <a:ext cx="6770962"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grpSp>
      </p:grpSp>
      <p:grpSp>
        <p:nvGrpSpPr>
          <p:cNvPr id="7" name="Group 6"/>
          <p:cNvGrpSpPr/>
          <p:nvPr/>
        </p:nvGrpSpPr>
        <p:grpSpPr>
          <a:xfrm>
            <a:off x="-350993" y="1907938"/>
            <a:ext cx="7893765" cy="5629485"/>
            <a:chOff x="-292420" y="1589948"/>
            <a:chExt cx="6576424" cy="4691237"/>
          </a:xfrm>
        </p:grpSpPr>
        <p:sp>
          <p:nvSpPr>
            <p:cNvPr id="108" name="Isosceles Triangle 107"/>
            <p:cNvSpPr/>
            <p:nvPr/>
          </p:nvSpPr>
          <p:spPr bwMode="auto">
            <a:xfrm rot="9464752">
              <a:off x="-292420" y="1589948"/>
              <a:ext cx="6576424" cy="4691237"/>
            </a:xfrm>
            <a:custGeom>
              <a:avLst/>
              <a:gdLst/>
              <a:ahLst/>
              <a:cxnLst/>
              <a:rect l="l" t="t" r="r" b="b"/>
              <a:pathLst>
                <a:path w="6576424" h="4691237">
                  <a:moveTo>
                    <a:pt x="5581454" y="4691237"/>
                  </a:moveTo>
                  <a:lnTo>
                    <a:pt x="83737" y="2441599"/>
                  </a:lnTo>
                  <a:cubicBezTo>
                    <a:pt x="14874" y="2413420"/>
                    <a:pt x="-18108" y="2334752"/>
                    <a:pt x="10070" y="2265888"/>
                  </a:cubicBezTo>
                  <a:lnTo>
                    <a:pt x="902996" y="83737"/>
                  </a:lnTo>
                  <a:cubicBezTo>
                    <a:pt x="931175" y="14873"/>
                    <a:pt x="1009843" y="-18109"/>
                    <a:pt x="1078707" y="10070"/>
                  </a:cubicBezTo>
                  <a:lnTo>
                    <a:pt x="2496672" y="590294"/>
                  </a:lnTo>
                  <a:lnTo>
                    <a:pt x="2618177" y="296621"/>
                  </a:lnTo>
                  <a:lnTo>
                    <a:pt x="2789208" y="709998"/>
                  </a:lnTo>
                  <a:lnTo>
                    <a:pt x="4875474" y="1563688"/>
                  </a:lnTo>
                  <a:lnTo>
                    <a:pt x="4996979" y="1270015"/>
                  </a:lnTo>
                  <a:lnTo>
                    <a:pt x="5168010" y="1683393"/>
                  </a:lnTo>
                  <a:lnTo>
                    <a:pt x="6576424" y="2259708"/>
                  </a:ln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nvGrpSpPr>
            <p:cNvPr id="10" name="Group 9"/>
            <p:cNvGrpSpPr/>
            <p:nvPr/>
          </p:nvGrpSpPr>
          <p:grpSpPr>
            <a:xfrm>
              <a:off x="-1" y="2752725"/>
              <a:ext cx="6059952" cy="2330247"/>
              <a:chOff x="-1" y="2752725"/>
              <a:chExt cx="6059952" cy="2330247"/>
            </a:xfrm>
          </p:grpSpPr>
          <p:grpSp>
            <p:nvGrpSpPr>
              <p:cNvPr id="96" name="Group 95"/>
              <p:cNvGrpSpPr/>
              <p:nvPr/>
            </p:nvGrpSpPr>
            <p:grpSpPr>
              <a:xfrm>
                <a:off x="5683855" y="3073496"/>
                <a:ext cx="376096" cy="631077"/>
                <a:chOff x="2146300" y="552450"/>
                <a:chExt cx="3428608" cy="5753100"/>
              </a:xfrm>
            </p:grpSpPr>
            <p:pic>
              <p:nvPicPr>
                <p:cNvPr id="103" name="Picture 102"/>
                <p:cNvPicPr>
                  <a:picLocks noChangeAspect="1"/>
                </p:cNvPicPr>
                <p:nvPr/>
              </p:nvPicPr>
              <p:blipFill rotWithShape="1">
                <a:blip r:embed="rId4"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104" name="Rectangle 103"/>
                <p:cNvSpPr/>
                <p:nvPr/>
              </p:nvSpPr>
              <p:spPr bwMode="auto">
                <a:xfrm>
                  <a:off x="2271253" y="1651094"/>
                  <a:ext cx="3303655" cy="448423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97" name="Group 96"/>
              <p:cNvGrpSpPr/>
              <p:nvPr/>
            </p:nvGrpSpPr>
            <p:grpSpPr>
              <a:xfrm>
                <a:off x="5683855" y="3762695"/>
                <a:ext cx="376096" cy="631077"/>
                <a:chOff x="2146300" y="552450"/>
                <a:chExt cx="3428608" cy="5753100"/>
              </a:xfrm>
            </p:grpSpPr>
            <p:pic>
              <p:nvPicPr>
                <p:cNvPr id="101" name="Picture 100"/>
                <p:cNvPicPr>
                  <a:picLocks noChangeAspect="1"/>
                </p:cNvPicPr>
                <p:nvPr/>
              </p:nvPicPr>
              <p:blipFill rotWithShape="1">
                <a:blip r:embed="rId4"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102" name="Rectangle 101"/>
                <p:cNvSpPr/>
                <p:nvPr/>
              </p:nvSpPr>
              <p:spPr bwMode="auto">
                <a:xfrm>
                  <a:off x="2271253" y="1651094"/>
                  <a:ext cx="3303655" cy="4484231"/>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98" name="Group 97"/>
              <p:cNvGrpSpPr/>
              <p:nvPr/>
            </p:nvGrpSpPr>
            <p:grpSpPr>
              <a:xfrm>
                <a:off x="5683855" y="4451895"/>
                <a:ext cx="376096" cy="631077"/>
                <a:chOff x="2146300" y="552450"/>
                <a:chExt cx="3428608" cy="5753100"/>
              </a:xfrm>
            </p:grpSpPr>
            <p:pic>
              <p:nvPicPr>
                <p:cNvPr id="99" name="Picture 98"/>
                <p:cNvPicPr>
                  <a:picLocks noChangeAspect="1"/>
                </p:cNvPicPr>
                <p:nvPr/>
              </p:nvPicPr>
              <p:blipFill rotWithShape="1">
                <a:blip r:embed="rId4"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100" name="Rectangle 99"/>
                <p:cNvSpPr/>
                <p:nvPr/>
              </p:nvSpPr>
              <p:spPr bwMode="auto">
                <a:xfrm>
                  <a:off x="2271253" y="1651094"/>
                  <a:ext cx="3303655" cy="4484231"/>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20" name="TextBox 119"/>
              <p:cNvSpPr txBox="1"/>
              <p:nvPr/>
            </p:nvSpPr>
            <p:spPr>
              <a:xfrm>
                <a:off x="227012" y="2752725"/>
                <a:ext cx="2757144" cy="221589"/>
              </a:xfrm>
              <a:prstGeom prst="rect">
                <a:avLst/>
              </a:prstGeom>
              <a:noFill/>
            </p:spPr>
            <p:txBody>
              <a:bodyPr wrap="squar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Shared instances</a:t>
                </a:r>
              </a:p>
            </p:txBody>
          </p:sp>
          <p:grpSp>
            <p:nvGrpSpPr>
              <p:cNvPr id="151" name="Group 150"/>
              <p:cNvGrpSpPr/>
              <p:nvPr/>
            </p:nvGrpSpPr>
            <p:grpSpPr>
              <a:xfrm>
                <a:off x="4721992" y="3073496"/>
                <a:ext cx="866164" cy="631077"/>
                <a:chOff x="2146300" y="552450"/>
                <a:chExt cx="7896225" cy="5753100"/>
              </a:xfrm>
            </p:grpSpPr>
            <p:pic>
              <p:nvPicPr>
                <p:cNvPr id="152" name="Picture 1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53" name="Rectangle 152"/>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54" name="Group 153"/>
              <p:cNvGrpSpPr/>
              <p:nvPr/>
            </p:nvGrpSpPr>
            <p:grpSpPr>
              <a:xfrm>
                <a:off x="4721992" y="3762695"/>
                <a:ext cx="866164" cy="631077"/>
                <a:chOff x="2146300" y="552450"/>
                <a:chExt cx="7896225" cy="5753100"/>
              </a:xfrm>
            </p:grpSpPr>
            <p:pic>
              <p:nvPicPr>
                <p:cNvPr id="155" name="Picture 1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56" name="Rectangle 15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57" name="Group 156"/>
              <p:cNvGrpSpPr/>
              <p:nvPr/>
            </p:nvGrpSpPr>
            <p:grpSpPr>
              <a:xfrm>
                <a:off x="4721992" y="4451895"/>
                <a:ext cx="866164" cy="631077"/>
                <a:chOff x="2146300" y="552450"/>
                <a:chExt cx="7896225" cy="5753100"/>
              </a:xfrm>
            </p:grpSpPr>
            <p:pic>
              <p:nvPicPr>
                <p:cNvPr id="158" name="Picture 1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59" name="Rectangle 158"/>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62" name="Group 161"/>
              <p:cNvGrpSpPr/>
              <p:nvPr/>
            </p:nvGrpSpPr>
            <p:grpSpPr>
              <a:xfrm>
                <a:off x="3760131" y="3073496"/>
                <a:ext cx="866164" cy="631077"/>
                <a:chOff x="2146300" y="552450"/>
                <a:chExt cx="7896225" cy="5753100"/>
              </a:xfrm>
            </p:grpSpPr>
            <p:pic>
              <p:nvPicPr>
                <p:cNvPr id="169" name="Picture 16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70" name="Rectangle 169"/>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63" name="Group 162"/>
              <p:cNvGrpSpPr/>
              <p:nvPr/>
            </p:nvGrpSpPr>
            <p:grpSpPr>
              <a:xfrm>
                <a:off x="3760131" y="3762695"/>
                <a:ext cx="866164" cy="631077"/>
                <a:chOff x="2146300" y="552450"/>
                <a:chExt cx="7896225" cy="5753100"/>
              </a:xfrm>
            </p:grpSpPr>
            <p:pic>
              <p:nvPicPr>
                <p:cNvPr id="167" name="Picture 16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68" name="Rectangle 167"/>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64" name="Group 163"/>
              <p:cNvGrpSpPr/>
              <p:nvPr/>
            </p:nvGrpSpPr>
            <p:grpSpPr>
              <a:xfrm>
                <a:off x="3760131" y="4451895"/>
                <a:ext cx="866164" cy="631077"/>
                <a:chOff x="2146300" y="552450"/>
                <a:chExt cx="7896225" cy="5753100"/>
              </a:xfrm>
            </p:grpSpPr>
            <p:pic>
              <p:nvPicPr>
                <p:cNvPr id="165" name="Picture 16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66" name="Rectangle 16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72" name="Group 171"/>
              <p:cNvGrpSpPr/>
              <p:nvPr/>
            </p:nvGrpSpPr>
            <p:grpSpPr>
              <a:xfrm>
                <a:off x="2798270" y="3073496"/>
                <a:ext cx="866164" cy="631077"/>
                <a:chOff x="2146300" y="552450"/>
                <a:chExt cx="7896225" cy="5753100"/>
              </a:xfrm>
            </p:grpSpPr>
            <p:pic>
              <p:nvPicPr>
                <p:cNvPr id="179" name="Picture 17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80" name="Rectangle 179"/>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73" name="Group 172"/>
              <p:cNvGrpSpPr/>
              <p:nvPr/>
            </p:nvGrpSpPr>
            <p:grpSpPr>
              <a:xfrm>
                <a:off x="2798270" y="3762695"/>
                <a:ext cx="866164" cy="631077"/>
                <a:chOff x="2146300" y="552450"/>
                <a:chExt cx="7896225" cy="5753100"/>
              </a:xfrm>
            </p:grpSpPr>
            <p:pic>
              <p:nvPicPr>
                <p:cNvPr id="177" name="Picture 17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78" name="Rectangle 177"/>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74" name="Group 173"/>
              <p:cNvGrpSpPr/>
              <p:nvPr/>
            </p:nvGrpSpPr>
            <p:grpSpPr>
              <a:xfrm>
                <a:off x="2798270" y="4451895"/>
                <a:ext cx="866164" cy="631077"/>
                <a:chOff x="2146300" y="552450"/>
                <a:chExt cx="7896225" cy="5753100"/>
              </a:xfrm>
            </p:grpSpPr>
            <p:pic>
              <p:nvPicPr>
                <p:cNvPr id="175" name="Picture 17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76" name="Rectangle 17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82" name="Group 181"/>
              <p:cNvGrpSpPr/>
              <p:nvPr/>
            </p:nvGrpSpPr>
            <p:grpSpPr>
              <a:xfrm>
                <a:off x="1836409" y="3073496"/>
                <a:ext cx="866164" cy="631077"/>
                <a:chOff x="2146300" y="552450"/>
                <a:chExt cx="7896225" cy="5753100"/>
              </a:xfrm>
            </p:grpSpPr>
            <p:pic>
              <p:nvPicPr>
                <p:cNvPr id="189" name="Picture 18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190" name="Rectangle 189"/>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83" name="Group 182"/>
              <p:cNvGrpSpPr/>
              <p:nvPr/>
            </p:nvGrpSpPr>
            <p:grpSpPr>
              <a:xfrm>
                <a:off x="1836409" y="3762695"/>
                <a:ext cx="866164" cy="631077"/>
                <a:chOff x="2146300" y="552450"/>
                <a:chExt cx="7896225" cy="5753100"/>
              </a:xfrm>
            </p:grpSpPr>
            <p:pic>
              <p:nvPicPr>
                <p:cNvPr id="187" name="Picture 18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188" name="Rectangle 187"/>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84" name="Group 183"/>
              <p:cNvGrpSpPr/>
              <p:nvPr/>
            </p:nvGrpSpPr>
            <p:grpSpPr>
              <a:xfrm>
                <a:off x="1836409" y="4451895"/>
                <a:ext cx="866164" cy="631077"/>
                <a:chOff x="2146300" y="552450"/>
                <a:chExt cx="7896225" cy="5753100"/>
              </a:xfrm>
            </p:grpSpPr>
            <p:pic>
              <p:nvPicPr>
                <p:cNvPr id="185" name="Picture 18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186" name="Rectangle 185"/>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92" name="Group 191"/>
              <p:cNvGrpSpPr/>
              <p:nvPr/>
            </p:nvGrpSpPr>
            <p:grpSpPr>
              <a:xfrm>
                <a:off x="874548" y="3073496"/>
                <a:ext cx="866164" cy="631077"/>
                <a:chOff x="2146300" y="552450"/>
                <a:chExt cx="7896225" cy="5753100"/>
              </a:xfrm>
            </p:grpSpPr>
            <p:pic>
              <p:nvPicPr>
                <p:cNvPr id="199" name="Picture 19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00" name="Rectangle 199"/>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93" name="Group 192"/>
              <p:cNvGrpSpPr/>
              <p:nvPr/>
            </p:nvGrpSpPr>
            <p:grpSpPr>
              <a:xfrm>
                <a:off x="874548" y="3762695"/>
                <a:ext cx="866164" cy="631077"/>
                <a:chOff x="2146300" y="552450"/>
                <a:chExt cx="7896225" cy="5753100"/>
              </a:xfrm>
            </p:grpSpPr>
            <p:pic>
              <p:nvPicPr>
                <p:cNvPr id="197" name="Picture 1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98" name="Rectangle 197"/>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94" name="Group 193"/>
              <p:cNvGrpSpPr/>
              <p:nvPr/>
            </p:nvGrpSpPr>
            <p:grpSpPr>
              <a:xfrm>
                <a:off x="874548" y="4451895"/>
                <a:ext cx="866164" cy="631077"/>
                <a:chOff x="2146300" y="552450"/>
                <a:chExt cx="7896225" cy="5753100"/>
              </a:xfrm>
            </p:grpSpPr>
            <p:pic>
              <p:nvPicPr>
                <p:cNvPr id="195" name="Picture 19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96" name="Rectangle 19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02" name="Group 201"/>
              <p:cNvGrpSpPr/>
              <p:nvPr/>
            </p:nvGrpSpPr>
            <p:grpSpPr>
              <a:xfrm>
                <a:off x="-1" y="3073496"/>
                <a:ext cx="778852" cy="631077"/>
                <a:chOff x="2942264" y="552450"/>
                <a:chExt cx="7100261" cy="5753100"/>
              </a:xfrm>
            </p:grpSpPr>
            <p:pic>
              <p:nvPicPr>
                <p:cNvPr id="209" name="Picture 208"/>
                <p:cNvPicPr>
                  <a:picLocks noChangeAspect="1"/>
                </p:cNvPicPr>
                <p:nvPr/>
              </p:nvPicPr>
              <p:blipFill rotWithShape="1">
                <a:blip r:embed="rId5"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10" name="Rectangle 209"/>
                <p:cNvSpPr/>
                <p:nvPr/>
              </p:nvSpPr>
              <p:spPr bwMode="auto">
                <a:xfrm>
                  <a:off x="2942266" y="1651094"/>
                  <a:ext cx="6988310" cy="4484236"/>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03" name="Group 202"/>
              <p:cNvGrpSpPr/>
              <p:nvPr/>
            </p:nvGrpSpPr>
            <p:grpSpPr>
              <a:xfrm>
                <a:off x="-1" y="3762695"/>
                <a:ext cx="778852" cy="631077"/>
                <a:chOff x="2942264" y="552450"/>
                <a:chExt cx="7100261" cy="5753100"/>
              </a:xfrm>
            </p:grpSpPr>
            <p:pic>
              <p:nvPicPr>
                <p:cNvPr id="207" name="Picture 206"/>
                <p:cNvPicPr>
                  <a:picLocks noChangeAspect="1"/>
                </p:cNvPicPr>
                <p:nvPr/>
              </p:nvPicPr>
              <p:blipFill rotWithShape="1">
                <a:blip r:embed="rId5"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08" name="Rectangle 207"/>
                <p:cNvSpPr/>
                <p:nvPr/>
              </p:nvSpPr>
              <p:spPr bwMode="auto">
                <a:xfrm>
                  <a:off x="2942266" y="1651094"/>
                  <a:ext cx="6988301" cy="4484236"/>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04" name="Group 203"/>
              <p:cNvGrpSpPr/>
              <p:nvPr/>
            </p:nvGrpSpPr>
            <p:grpSpPr>
              <a:xfrm>
                <a:off x="-1" y="4451895"/>
                <a:ext cx="778852" cy="631077"/>
                <a:chOff x="2942264" y="552450"/>
                <a:chExt cx="7100261" cy="5753100"/>
              </a:xfrm>
            </p:grpSpPr>
            <p:pic>
              <p:nvPicPr>
                <p:cNvPr id="205" name="Picture 204"/>
                <p:cNvPicPr>
                  <a:picLocks noChangeAspect="1"/>
                </p:cNvPicPr>
                <p:nvPr/>
              </p:nvPicPr>
              <p:blipFill rotWithShape="1">
                <a:blip r:embed="rId5"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06" name="Rectangle 205"/>
                <p:cNvSpPr/>
                <p:nvPr/>
              </p:nvSpPr>
              <p:spPr bwMode="auto">
                <a:xfrm>
                  <a:off x="2942266" y="1651094"/>
                  <a:ext cx="6988310" cy="4484236"/>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12" name="Group 211"/>
              <p:cNvGrpSpPr/>
              <p:nvPr/>
            </p:nvGrpSpPr>
            <p:grpSpPr>
              <a:xfrm>
                <a:off x="3766901" y="3074226"/>
                <a:ext cx="866164" cy="631077"/>
                <a:chOff x="2146303" y="552449"/>
                <a:chExt cx="7896222" cy="5753100"/>
              </a:xfrm>
            </p:grpSpPr>
            <p:pic>
              <p:nvPicPr>
                <p:cNvPr id="213" name="Picture 2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3" y="552449"/>
                  <a:ext cx="7896222" cy="5753100"/>
                </a:xfrm>
                <a:prstGeom prst="rect">
                  <a:avLst/>
                </a:prstGeom>
              </p:spPr>
            </p:pic>
            <p:sp>
              <p:nvSpPr>
                <p:cNvPr id="214" name="Rectangle 213"/>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grpSp>
      <p:grpSp>
        <p:nvGrpSpPr>
          <p:cNvPr id="8" name="Group 7"/>
          <p:cNvGrpSpPr/>
          <p:nvPr/>
        </p:nvGrpSpPr>
        <p:grpSpPr>
          <a:xfrm>
            <a:off x="4530941" y="4613302"/>
            <a:ext cx="1023216" cy="636826"/>
            <a:chOff x="3774801" y="3161749"/>
            <a:chExt cx="852458" cy="530688"/>
          </a:xfrm>
        </p:grpSpPr>
        <p:sp>
          <p:nvSpPr>
            <p:cNvPr id="109" name="Rectangle 108"/>
            <p:cNvSpPr/>
            <p:nvPr/>
          </p:nvSpPr>
          <p:spPr bwMode="auto">
            <a:xfrm>
              <a:off x="3774801" y="3200546"/>
              <a:ext cx="840178" cy="49189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10" name="Rectangle 109"/>
            <p:cNvSpPr/>
            <p:nvPr/>
          </p:nvSpPr>
          <p:spPr bwMode="auto">
            <a:xfrm>
              <a:off x="3787081" y="3161749"/>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84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05" name="Title 1"/>
          <p:cNvSpPr txBox="1">
            <a:spLocks/>
          </p:cNvSpPr>
          <p:nvPr/>
        </p:nvSpPr>
        <p:spPr>
          <a:xfrm>
            <a:off x="1466875" y="1840313"/>
            <a:ext cx="1907933"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rPr>
              <a:t>shared</a:t>
            </a:r>
          </a:p>
        </p:txBody>
      </p:sp>
      <p:sp>
        <p:nvSpPr>
          <p:cNvPr id="3" name="Title 2"/>
          <p:cNvSpPr>
            <a:spLocks noGrp="1"/>
          </p:cNvSpPr>
          <p:nvPr>
            <p:ph type="title"/>
          </p:nvPr>
        </p:nvSpPr>
        <p:spPr/>
        <p:txBody>
          <a:bodyPr/>
          <a:lstStyle/>
          <a:p>
            <a:r>
              <a:rPr lang="en-US" dirty="0">
                <a:gradFill>
                  <a:gsLst>
                    <a:gs pos="0">
                      <a:srgbClr val="FFFFFF"/>
                    </a:gs>
                    <a:gs pos="100000">
                      <a:srgbClr val="FFFFFF"/>
                    </a:gs>
                  </a:gsLst>
                  <a:lin ang="5400000" scaled="0"/>
                </a:gradFill>
              </a:rPr>
              <a:t>web sites</a:t>
            </a:r>
          </a:p>
        </p:txBody>
      </p:sp>
    </p:spTree>
    <p:extLst>
      <p:ext uri="{BB962C8B-B14F-4D97-AF65-F5344CB8AC3E}">
        <p14:creationId xmlns:p14="http://schemas.microsoft.com/office/powerpoint/2010/main" val="6842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nodeType="afterEffect">
                                  <p:stCondLst>
                                    <p:cond delay="500"/>
                                  </p:stCondLst>
                                  <p:childTnLst>
                                    <p:set>
                                      <p:cBhvr>
                                        <p:cTn id="22" dur="1" fill="hold">
                                          <p:stCondLst>
                                            <p:cond delay="0"/>
                                          </p:stCondLst>
                                        </p:cTn>
                                        <p:tgtEl>
                                          <p:spTgt spid="88"/>
                                        </p:tgtEl>
                                        <p:attrNameLst>
                                          <p:attrName>style.visibility</p:attrName>
                                        </p:attrNameLst>
                                      </p:cBhvr>
                                      <p:to>
                                        <p:strVal val="visible"/>
                                      </p:to>
                                    </p:set>
                                    <p:animEffect transition="in" filter="fade">
                                      <p:cBhvr>
                                        <p:cTn id="23" dur="500"/>
                                        <p:tgtEl>
                                          <p:spTgt spid="88"/>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 name="Group 87"/>
          <p:cNvGrpSpPr/>
          <p:nvPr/>
        </p:nvGrpSpPr>
        <p:grpSpPr>
          <a:xfrm>
            <a:off x="3639160" y="1546945"/>
            <a:ext cx="9176870" cy="1107996"/>
            <a:chOff x="3031844" y="1170371"/>
            <a:chExt cx="7645400" cy="923330"/>
          </a:xfrm>
        </p:grpSpPr>
        <p:grpSp>
          <p:nvGrpSpPr>
            <p:cNvPr id="20" name="Group 19"/>
            <p:cNvGrpSpPr/>
            <p:nvPr/>
          </p:nvGrpSpPr>
          <p:grpSpPr>
            <a:xfrm>
              <a:off x="3031844" y="1170371"/>
              <a:ext cx="7645400" cy="923330"/>
              <a:chOff x="2540230" y="5754873"/>
              <a:chExt cx="7645400" cy="923330"/>
            </a:xfrm>
          </p:grpSpPr>
          <p:sp>
            <p:nvSpPr>
              <p:cNvPr id="21" name="Rectangle 20"/>
              <p:cNvSpPr/>
              <p:nvPr/>
            </p:nvSpPr>
            <p:spPr bwMode="auto">
              <a:xfrm>
                <a:off x="2540230" y="6093147"/>
                <a:ext cx="6654800" cy="262467"/>
              </a:xfrm>
              <a:prstGeom prst="rect">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sp>
            <p:nvSpPr>
              <p:cNvPr id="22" name="TextBox 21"/>
              <p:cNvSpPr txBox="1"/>
              <p:nvPr/>
            </p:nvSpPr>
            <p:spPr>
              <a:xfrm>
                <a:off x="9195029" y="5754873"/>
                <a:ext cx="990601" cy="923330"/>
              </a:xfrm>
              <a:prstGeom prst="rect">
                <a:avLst/>
              </a:prstGeom>
              <a:noFill/>
            </p:spPr>
            <p:txBody>
              <a:bodyPr wrap="square" lIns="0" tIns="0" rIns="0" bIns="0" rtlCol="0">
                <a:spAutoFit/>
              </a:bodyPr>
              <a:lstStyle>
                <a:defPPr>
                  <a:defRPr lang="en-US"/>
                </a:defPPr>
                <a:lvl1pPr algn="ctr" defTabSz="1218987">
                  <a:lnSpc>
                    <a:spcPct val="90000"/>
                  </a:lnSpc>
                  <a:spcBef>
                    <a:spcPct val="20000"/>
                  </a:spcBef>
                  <a:buSzPct val="80000"/>
                  <a:defRPr sz="6600">
                    <a:latin typeface="Segoe UI Light" pitchFamily="34" charset="0"/>
                  </a:defRPr>
                </a:lvl1pPr>
              </a:lstStyle>
              <a:p>
                <a:pPr marL="0" marR="0" lvl="0" indent="0" algn="ctr" defTabSz="1218987" eaLnBrk="1" fontAlgn="auto" latinLnBrk="0" hangingPunct="1">
                  <a:lnSpc>
                    <a:spcPct val="90000"/>
                  </a:lnSpc>
                  <a:spcBef>
                    <a:spcPct val="20000"/>
                  </a:spcBef>
                  <a:spcAft>
                    <a:spcPts val="0"/>
                  </a:spcAft>
                  <a:buClrTx/>
                  <a:buSzPct val="80000"/>
                  <a:buFontTx/>
                  <a:buNone/>
                  <a:tabLst/>
                  <a:defRPr/>
                </a:pPr>
                <a:r>
                  <a:rPr kumimoji="0" lang="en-US" sz="8000" b="0" i="0" u="none" strike="noStrike" kern="0" cap="none" spc="0" normalizeH="0" baseline="0" noProof="0" dirty="0">
                    <a:ln>
                      <a:noFill/>
                    </a:ln>
                    <a:gradFill>
                      <a:gsLst>
                        <a:gs pos="0">
                          <a:srgbClr val="5F5F5F"/>
                        </a:gs>
                        <a:gs pos="100000">
                          <a:srgbClr val="5F5F5F"/>
                        </a:gs>
                      </a:gsLst>
                      <a:lin ang="5400000" scaled="0"/>
                    </a:gradFill>
                    <a:effectLst/>
                    <a:uLnTx/>
                    <a:uFillTx/>
                    <a:latin typeface="Segoe UI Light" pitchFamily="34" charset="0"/>
                  </a:rPr>
                  <a:t>2</a:t>
                </a:r>
              </a:p>
            </p:txBody>
          </p:sp>
          <p:sp>
            <p:nvSpPr>
              <p:cNvPr id="23" name="Rectangle 22"/>
              <p:cNvSpPr/>
              <p:nvPr/>
            </p:nvSpPr>
            <p:spPr bwMode="auto">
              <a:xfrm>
                <a:off x="2543998" y="6093146"/>
                <a:ext cx="2404971" cy="26246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24" name="Rectangle 23"/>
            <p:cNvSpPr/>
            <p:nvPr/>
          </p:nvSpPr>
          <p:spPr bwMode="auto">
            <a:xfrm>
              <a:off x="5440583" y="1363080"/>
              <a:ext cx="135293" cy="52867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grpSp>
        <p:nvGrpSpPr>
          <p:cNvPr id="67" name="Group 66"/>
          <p:cNvGrpSpPr/>
          <p:nvPr/>
        </p:nvGrpSpPr>
        <p:grpSpPr>
          <a:xfrm>
            <a:off x="-2" y="6873328"/>
            <a:ext cx="14630403" cy="1255555"/>
            <a:chOff x="-5012461" y="5194194"/>
            <a:chExt cx="16033938" cy="1376362"/>
          </a:xfrm>
        </p:grpSpPr>
        <p:pic>
          <p:nvPicPr>
            <p:cNvPr id="6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2619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69"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5054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0"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5108"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1"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17356"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553"/>
            <a:stretch/>
          </p:blipFill>
          <p:spPr bwMode="auto">
            <a:xfrm>
              <a:off x="-5012461" y="5194194"/>
              <a:ext cx="1447407" cy="1376361"/>
            </a:xfrm>
            <a:prstGeom prst="rect">
              <a:avLst/>
            </a:prstGeom>
            <a:noFill/>
            <a:extLst>
              <a:ext uri="{909E8E84-426E-40dd-AFC4-6F175D3DCCD1}">
                <a14:hiddenFill xmlns:a14="http://schemas.microsoft.com/office/drawing/2010/main" xmlns="">
                  <a:solidFill>
                    <a:srgbClr val="FFFFFF"/>
                  </a:solidFill>
                </a14:hiddenFill>
              </a:ext>
            </a:extLst>
          </p:spPr>
        </p:pic>
        <p:pic>
          <p:nvPicPr>
            <p:cNvPr id="1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4473"/>
            <a:stretch/>
          </p:blipFill>
          <p:spPr bwMode="auto">
            <a:xfrm>
              <a:off x="9571520" y="5194194"/>
              <a:ext cx="1449957" cy="1376361"/>
            </a:xfrm>
            <a:prstGeom prst="rect">
              <a:avLst/>
            </a:prstGeom>
            <a:noFill/>
            <a:extLst>
              <a:ext uri="{909E8E84-426E-40dd-AFC4-6F175D3DCCD1}">
                <a14:hiddenFill xmlns:a14="http://schemas.microsoft.com/office/drawing/2010/main" xmlns="">
                  <a:solidFill>
                    <a:srgbClr val="FFFFFF"/>
                  </a:solidFill>
                </a14:hiddenFill>
              </a:ext>
            </a:extLst>
          </p:spPr>
        </p:pic>
      </p:grpSp>
      <p:grpSp>
        <p:nvGrpSpPr>
          <p:cNvPr id="7" name="Group 6"/>
          <p:cNvGrpSpPr/>
          <p:nvPr/>
        </p:nvGrpSpPr>
        <p:grpSpPr>
          <a:xfrm>
            <a:off x="-350993" y="1907938"/>
            <a:ext cx="7893765" cy="5629485"/>
            <a:chOff x="-292420" y="1589948"/>
            <a:chExt cx="6576424" cy="4691237"/>
          </a:xfrm>
        </p:grpSpPr>
        <p:sp>
          <p:nvSpPr>
            <p:cNvPr id="108" name="Isosceles Triangle 107"/>
            <p:cNvSpPr/>
            <p:nvPr/>
          </p:nvSpPr>
          <p:spPr bwMode="auto">
            <a:xfrm rot="9464752">
              <a:off x="-292420" y="1589948"/>
              <a:ext cx="6576424" cy="4691237"/>
            </a:xfrm>
            <a:custGeom>
              <a:avLst/>
              <a:gdLst/>
              <a:ahLst/>
              <a:cxnLst/>
              <a:rect l="l" t="t" r="r" b="b"/>
              <a:pathLst>
                <a:path w="6576424" h="4691237">
                  <a:moveTo>
                    <a:pt x="5581454" y="4691237"/>
                  </a:moveTo>
                  <a:lnTo>
                    <a:pt x="83737" y="2441599"/>
                  </a:lnTo>
                  <a:cubicBezTo>
                    <a:pt x="14874" y="2413420"/>
                    <a:pt x="-18108" y="2334752"/>
                    <a:pt x="10070" y="2265888"/>
                  </a:cubicBezTo>
                  <a:lnTo>
                    <a:pt x="902996" y="83737"/>
                  </a:lnTo>
                  <a:cubicBezTo>
                    <a:pt x="931175" y="14873"/>
                    <a:pt x="1009843" y="-18109"/>
                    <a:pt x="1078707" y="10070"/>
                  </a:cubicBezTo>
                  <a:lnTo>
                    <a:pt x="2496672" y="590294"/>
                  </a:lnTo>
                  <a:lnTo>
                    <a:pt x="2618177" y="296621"/>
                  </a:lnTo>
                  <a:lnTo>
                    <a:pt x="2789208" y="709998"/>
                  </a:lnTo>
                  <a:lnTo>
                    <a:pt x="4875474" y="1563688"/>
                  </a:lnTo>
                  <a:lnTo>
                    <a:pt x="4996979" y="1270015"/>
                  </a:lnTo>
                  <a:lnTo>
                    <a:pt x="5168010" y="1683393"/>
                  </a:lnTo>
                  <a:lnTo>
                    <a:pt x="6576424" y="2259708"/>
                  </a:ln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nvGrpSpPr>
            <p:cNvPr id="10" name="Group 9"/>
            <p:cNvGrpSpPr/>
            <p:nvPr/>
          </p:nvGrpSpPr>
          <p:grpSpPr>
            <a:xfrm>
              <a:off x="-1" y="2752725"/>
              <a:ext cx="6059952" cy="2330247"/>
              <a:chOff x="-1" y="2752725"/>
              <a:chExt cx="6059952" cy="2330247"/>
            </a:xfrm>
          </p:grpSpPr>
          <p:grpSp>
            <p:nvGrpSpPr>
              <p:cNvPr id="96" name="Group 95"/>
              <p:cNvGrpSpPr/>
              <p:nvPr/>
            </p:nvGrpSpPr>
            <p:grpSpPr>
              <a:xfrm>
                <a:off x="5683855" y="3073496"/>
                <a:ext cx="376096" cy="631077"/>
                <a:chOff x="2146300" y="552450"/>
                <a:chExt cx="3428608" cy="5753100"/>
              </a:xfrm>
            </p:grpSpPr>
            <p:pic>
              <p:nvPicPr>
                <p:cNvPr id="103" name="Picture 102"/>
                <p:cNvPicPr>
                  <a:picLocks noChangeAspect="1"/>
                </p:cNvPicPr>
                <p:nvPr/>
              </p:nvPicPr>
              <p:blipFill rotWithShape="1">
                <a:blip r:embed="rId4"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104" name="Rectangle 103"/>
                <p:cNvSpPr/>
                <p:nvPr/>
              </p:nvSpPr>
              <p:spPr bwMode="auto">
                <a:xfrm>
                  <a:off x="2271253" y="1651094"/>
                  <a:ext cx="3303655" cy="448423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97" name="Group 96"/>
              <p:cNvGrpSpPr/>
              <p:nvPr/>
            </p:nvGrpSpPr>
            <p:grpSpPr>
              <a:xfrm>
                <a:off x="5683855" y="3762695"/>
                <a:ext cx="376096" cy="631077"/>
                <a:chOff x="2146300" y="552450"/>
                <a:chExt cx="3428608" cy="5753100"/>
              </a:xfrm>
            </p:grpSpPr>
            <p:pic>
              <p:nvPicPr>
                <p:cNvPr id="101" name="Picture 100"/>
                <p:cNvPicPr>
                  <a:picLocks noChangeAspect="1"/>
                </p:cNvPicPr>
                <p:nvPr/>
              </p:nvPicPr>
              <p:blipFill rotWithShape="1">
                <a:blip r:embed="rId4"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102" name="Rectangle 101"/>
                <p:cNvSpPr/>
                <p:nvPr/>
              </p:nvSpPr>
              <p:spPr bwMode="auto">
                <a:xfrm>
                  <a:off x="2271253" y="1651094"/>
                  <a:ext cx="3303655" cy="4484231"/>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98" name="Group 97"/>
              <p:cNvGrpSpPr/>
              <p:nvPr/>
            </p:nvGrpSpPr>
            <p:grpSpPr>
              <a:xfrm>
                <a:off x="5683855" y="4451895"/>
                <a:ext cx="376096" cy="631077"/>
                <a:chOff x="2146300" y="552450"/>
                <a:chExt cx="3428608" cy="5753100"/>
              </a:xfrm>
            </p:grpSpPr>
            <p:pic>
              <p:nvPicPr>
                <p:cNvPr id="99" name="Picture 98"/>
                <p:cNvPicPr>
                  <a:picLocks noChangeAspect="1"/>
                </p:cNvPicPr>
                <p:nvPr/>
              </p:nvPicPr>
              <p:blipFill rotWithShape="1">
                <a:blip r:embed="rId4"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100" name="Rectangle 99"/>
                <p:cNvSpPr/>
                <p:nvPr/>
              </p:nvSpPr>
              <p:spPr bwMode="auto">
                <a:xfrm>
                  <a:off x="2271253" y="1651094"/>
                  <a:ext cx="3303655" cy="4484231"/>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20" name="TextBox 119"/>
              <p:cNvSpPr txBox="1"/>
              <p:nvPr/>
            </p:nvSpPr>
            <p:spPr>
              <a:xfrm>
                <a:off x="227012" y="2752725"/>
                <a:ext cx="2757144" cy="221589"/>
              </a:xfrm>
              <a:prstGeom prst="rect">
                <a:avLst/>
              </a:prstGeom>
              <a:noFill/>
            </p:spPr>
            <p:txBody>
              <a:bodyPr wrap="squar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Shared instances</a:t>
                </a:r>
              </a:p>
            </p:txBody>
          </p:sp>
          <p:grpSp>
            <p:nvGrpSpPr>
              <p:cNvPr id="151" name="Group 150"/>
              <p:cNvGrpSpPr/>
              <p:nvPr/>
            </p:nvGrpSpPr>
            <p:grpSpPr>
              <a:xfrm>
                <a:off x="4721992" y="3073496"/>
                <a:ext cx="866164" cy="631077"/>
                <a:chOff x="2146300" y="552450"/>
                <a:chExt cx="7896225" cy="5753100"/>
              </a:xfrm>
            </p:grpSpPr>
            <p:pic>
              <p:nvPicPr>
                <p:cNvPr id="152" name="Picture 1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53" name="Rectangle 152"/>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54" name="Group 153"/>
              <p:cNvGrpSpPr/>
              <p:nvPr/>
            </p:nvGrpSpPr>
            <p:grpSpPr>
              <a:xfrm>
                <a:off x="4721992" y="3762695"/>
                <a:ext cx="866164" cy="631077"/>
                <a:chOff x="2146300" y="552450"/>
                <a:chExt cx="7896225" cy="5753100"/>
              </a:xfrm>
            </p:grpSpPr>
            <p:pic>
              <p:nvPicPr>
                <p:cNvPr id="155" name="Picture 1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56" name="Rectangle 15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57" name="Group 156"/>
              <p:cNvGrpSpPr/>
              <p:nvPr/>
            </p:nvGrpSpPr>
            <p:grpSpPr>
              <a:xfrm>
                <a:off x="4721992" y="4451895"/>
                <a:ext cx="866164" cy="631077"/>
                <a:chOff x="2146300" y="552450"/>
                <a:chExt cx="7896225" cy="5753100"/>
              </a:xfrm>
            </p:grpSpPr>
            <p:pic>
              <p:nvPicPr>
                <p:cNvPr id="158" name="Picture 1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59" name="Rectangle 158"/>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62" name="Group 161"/>
              <p:cNvGrpSpPr/>
              <p:nvPr/>
            </p:nvGrpSpPr>
            <p:grpSpPr>
              <a:xfrm>
                <a:off x="3760131" y="3073496"/>
                <a:ext cx="866164" cy="631077"/>
                <a:chOff x="2146300" y="552450"/>
                <a:chExt cx="7896225" cy="5753100"/>
              </a:xfrm>
            </p:grpSpPr>
            <p:pic>
              <p:nvPicPr>
                <p:cNvPr id="169" name="Picture 16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70" name="Rectangle 169"/>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63" name="Group 162"/>
              <p:cNvGrpSpPr/>
              <p:nvPr/>
            </p:nvGrpSpPr>
            <p:grpSpPr>
              <a:xfrm>
                <a:off x="3760131" y="3762695"/>
                <a:ext cx="866164" cy="631077"/>
                <a:chOff x="2146300" y="552450"/>
                <a:chExt cx="7896225" cy="5753100"/>
              </a:xfrm>
            </p:grpSpPr>
            <p:pic>
              <p:nvPicPr>
                <p:cNvPr id="167" name="Picture 16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68" name="Rectangle 167"/>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64" name="Group 163"/>
              <p:cNvGrpSpPr/>
              <p:nvPr/>
            </p:nvGrpSpPr>
            <p:grpSpPr>
              <a:xfrm>
                <a:off x="3760131" y="4451895"/>
                <a:ext cx="866164" cy="631077"/>
                <a:chOff x="2146300" y="552450"/>
                <a:chExt cx="7896225" cy="5753100"/>
              </a:xfrm>
            </p:grpSpPr>
            <p:pic>
              <p:nvPicPr>
                <p:cNvPr id="165" name="Picture 16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66" name="Rectangle 16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72" name="Group 171"/>
              <p:cNvGrpSpPr/>
              <p:nvPr/>
            </p:nvGrpSpPr>
            <p:grpSpPr>
              <a:xfrm>
                <a:off x="2798270" y="3073496"/>
                <a:ext cx="866164" cy="631077"/>
                <a:chOff x="2146300" y="552450"/>
                <a:chExt cx="7896225" cy="5753100"/>
              </a:xfrm>
            </p:grpSpPr>
            <p:pic>
              <p:nvPicPr>
                <p:cNvPr id="179" name="Picture 17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80" name="Rectangle 179"/>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73" name="Group 172"/>
              <p:cNvGrpSpPr/>
              <p:nvPr/>
            </p:nvGrpSpPr>
            <p:grpSpPr>
              <a:xfrm>
                <a:off x="2798270" y="3762695"/>
                <a:ext cx="866164" cy="631077"/>
                <a:chOff x="2146300" y="552450"/>
                <a:chExt cx="7896225" cy="5753100"/>
              </a:xfrm>
            </p:grpSpPr>
            <p:pic>
              <p:nvPicPr>
                <p:cNvPr id="177" name="Picture 17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78" name="Rectangle 177"/>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74" name="Group 173"/>
              <p:cNvGrpSpPr/>
              <p:nvPr/>
            </p:nvGrpSpPr>
            <p:grpSpPr>
              <a:xfrm>
                <a:off x="2798270" y="4451895"/>
                <a:ext cx="866164" cy="631077"/>
                <a:chOff x="2146300" y="552450"/>
                <a:chExt cx="7896225" cy="5753100"/>
              </a:xfrm>
            </p:grpSpPr>
            <p:pic>
              <p:nvPicPr>
                <p:cNvPr id="175" name="Picture 17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76" name="Rectangle 17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82" name="Group 181"/>
              <p:cNvGrpSpPr/>
              <p:nvPr/>
            </p:nvGrpSpPr>
            <p:grpSpPr>
              <a:xfrm>
                <a:off x="1836409" y="3073496"/>
                <a:ext cx="866164" cy="631077"/>
                <a:chOff x="2146300" y="552450"/>
                <a:chExt cx="7896225" cy="5753100"/>
              </a:xfrm>
            </p:grpSpPr>
            <p:pic>
              <p:nvPicPr>
                <p:cNvPr id="189" name="Picture 18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190" name="Rectangle 189"/>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83" name="Group 182"/>
              <p:cNvGrpSpPr/>
              <p:nvPr/>
            </p:nvGrpSpPr>
            <p:grpSpPr>
              <a:xfrm>
                <a:off x="1836409" y="3762695"/>
                <a:ext cx="866164" cy="631077"/>
                <a:chOff x="2146300" y="552450"/>
                <a:chExt cx="7896225" cy="5753100"/>
              </a:xfrm>
            </p:grpSpPr>
            <p:pic>
              <p:nvPicPr>
                <p:cNvPr id="187" name="Picture 18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188" name="Rectangle 187"/>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84" name="Group 183"/>
              <p:cNvGrpSpPr/>
              <p:nvPr/>
            </p:nvGrpSpPr>
            <p:grpSpPr>
              <a:xfrm>
                <a:off x="1836409" y="4451895"/>
                <a:ext cx="866164" cy="631077"/>
                <a:chOff x="2146300" y="552450"/>
                <a:chExt cx="7896225" cy="5753100"/>
              </a:xfrm>
            </p:grpSpPr>
            <p:pic>
              <p:nvPicPr>
                <p:cNvPr id="185" name="Picture 18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186" name="Rectangle 185"/>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92" name="Group 191"/>
              <p:cNvGrpSpPr/>
              <p:nvPr/>
            </p:nvGrpSpPr>
            <p:grpSpPr>
              <a:xfrm>
                <a:off x="874548" y="3073496"/>
                <a:ext cx="866164" cy="631077"/>
                <a:chOff x="2146300" y="552450"/>
                <a:chExt cx="7896225" cy="5753100"/>
              </a:xfrm>
            </p:grpSpPr>
            <p:pic>
              <p:nvPicPr>
                <p:cNvPr id="199" name="Picture 19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00" name="Rectangle 199"/>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93" name="Group 192"/>
              <p:cNvGrpSpPr/>
              <p:nvPr/>
            </p:nvGrpSpPr>
            <p:grpSpPr>
              <a:xfrm>
                <a:off x="874548" y="3762695"/>
                <a:ext cx="866164" cy="631077"/>
                <a:chOff x="2146300" y="552450"/>
                <a:chExt cx="7896225" cy="5753100"/>
              </a:xfrm>
            </p:grpSpPr>
            <p:pic>
              <p:nvPicPr>
                <p:cNvPr id="197" name="Picture 1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98" name="Rectangle 197"/>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94" name="Group 193"/>
              <p:cNvGrpSpPr/>
              <p:nvPr/>
            </p:nvGrpSpPr>
            <p:grpSpPr>
              <a:xfrm>
                <a:off x="874548" y="4451895"/>
                <a:ext cx="866164" cy="631077"/>
                <a:chOff x="2146300" y="552450"/>
                <a:chExt cx="7896225" cy="5753100"/>
              </a:xfrm>
            </p:grpSpPr>
            <p:pic>
              <p:nvPicPr>
                <p:cNvPr id="195" name="Picture 19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196" name="Rectangle 195"/>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02" name="Group 201"/>
              <p:cNvGrpSpPr/>
              <p:nvPr/>
            </p:nvGrpSpPr>
            <p:grpSpPr>
              <a:xfrm>
                <a:off x="-1" y="3073496"/>
                <a:ext cx="778852" cy="631077"/>
                <a:chOff x="2942264" y="552450"/>
                <a:chExt cx="7100261" cy="5753100"/>
              </a:xfrm>
            </p:grpSpPr>
            <p:pic>
              <p:nvPicPr>
                <p:cNvPr id="209" name="Picture 208"/>
                <p:cNvPicPr>
                  <a:picLocks noChangeAspect="1"/>
                </p:cNvPicPr>
                <p:nvPr/>
              </p:nvPicPr>
              <p:blipFill rotWithShape="1">
                <a:blip r:embed="rId5"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10" name="Rectangle 209"/>
                <p:cNvSpPr/>
                <p:nvPr/>
              </p:nvSpPr>
              <p:spPr bwMode="auto">
                <a:xfrm>
                  <a:off x="2942266" y="1651094"/>
                  <a:ext cx="6988310" cy="4484236"/>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03" name="Group 202"/>
              <p:cNvGrpSpPr/>
              <p:nvPr/>
            </p:nvGrpSpPr>
            <p:grpSpPr>
              <a:xfrm>
                <a:off x="-1" y="3762695"/>
                <a:ext cx="778852" cy="631077"/>
                <a:chOff x="2942264" y="552450"/>
                <a:chExt cx="7100261" cy="5753100"/>
              </a:xfrm>
            </p:grpSpPr>
            <p:pic>
              <p:nvPicPr>
                <p:cNvPr id="207" name="Picture 206"/>
                <p:cNvPicPr>
                  <a:picLocks noChangeAspect="1"/>
                </p:cNvPicPr>
                <p:nvPr/>
              </p:nvPicPr>
              <p:blipFill rotWithShape="1">
                <a:blip r:embed="rId5"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08" name="Rectangle 207"/>
                <p:cNvSpPr/>
                <p:nvPr/>
              </p:nvSpPr>
              <p:spPr bwMode="auto">
                <a:xfrm>
                  <a:off x="2942266" y="1651094"/>
                  <a:ext cx="6988301" cy="4484236"/>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04" name="Group 203"/>
              <p:cNvGrpSpPr/>
              <p:nvPr/>
            </p:nvGrpSpPr>
            <p:grpSpPr>
              <a:xfrm>
                <a:off x="-1" y="4451895"/>
                <a:ext cx="778852" cy="631077"/>
                <a:chOff x="2942264" y="552450"/>
                <a:chExt cx="7100261" cy="5753100"/>
              </a:xfrm>
            </p:grpSpPr>
            <p:pic>
              <p:nvPicPr>
                <p:cNvPr id="205" name="Picture 204"/>
                <p:cNvPicPr>
                  <a:picLocks noChangeAspect="1"/>
                </p:cNvPicPr>
                <p:nvPr/>
              </p:nvPicPr>
              <p:blipFill rotWithShape="1">
                <a:blip r:embed="rId5"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06" name="Rectangle 205"/>
                <p:cNvSpPr/>
                <p:nvPr/>
              </p:nvSpPr>
              <p:spPr bwMode="auto">
                <a:xfrm>
                  <a:off x="2942266" y="1651094"/>
                  <a:ext cx="6988310" cy="4484236"/>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12" name="Group 211"/>
              <p:cNvGrpSpPr/>
              <p:nvPr/>
            </p:nvGrpSpPr>
            <p:grpSpPr>
              <a:xfrm>
                <a:off x="3766901" y="3074226"/>
                <a:ext cx="866164" cy="631077"/>
                <a:chOff x="2146303" y="552449"/>
                <a:chExt cx="7896222" cy="5753100"/>
              </a:xfrm>
            </p:grpSpPr>
            <p:pic>
              <p:nvPicPr>
                <p:cNvPr id="213" name="Picture 2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3" y="552449"/>
                  <a:ext cx="7896222" cy="5753100"/>
                </a:xfrm>
                <a:prstGeom prst="rect">
                  <a:avLst/>
                </a:prstGeom>
              </p:spPr>
            </p:pic>
            <p:sp>
              <p:nvSpPr>
                <p:cNvPr id="214" name="Rectangle 213"/>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grpSp>
      <p:grpSp>
        <p:nvGrpSpPr>
          <p:cNvPr id="8" name="Group 7"/>
          <p:cNvGrpSpPr/>
          <p:nvPr/>
        </p:nvGrpSpPr>
        <p:grpSpPr>
          <a:xfrm>
            <a:off x="4530941" y="4613632"/>
            <a:ext cx="1023216" cy="636826"/>
            <a:chOff x="3780607" y="3155943"/>
            <a:chExt cx="852458" cy="530688"/>
          </a:xfrm>
        </p:grpSpPr>
        <p:sp>
          <p:nvSpPr>
            <p:cNvPr id="109" name="Rectangle 108"/>
            <p:cNvSpPr/>
            <p:nvPr/>
          </p:nvSpPr>
          <p:spPr bwMode="auto">
            <a:xfrm>
              <a:off x="3780607" y="3194740"/>
              <a:ext cx="840178" cy="49189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10" name="Rectangle 109"/>
            <p:cNvSpPr/>
            <p:nvPr/>
          </p:nvSpPr>
          <p:spPr bwMode="auto">
            <a:xfrm>
              <a:off x="3792887" y="3155943"/>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84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14" name="Group 113"/>
          <p:cNvGrpSpPr/>
          <p:nvPr/>
        </p:nvGrpSpPr>
        <p:grpSpPr>
          <a:xfrm>
            <a:off x="2221733" y="5443649"/>
            <a:ext cx="1023216" cy="636826"/>
            <a:chOff x="3780607" y="3155943"/>
            <a:chExt cx="852458" cy="530688"/>
          </a:xfrm>
        </p:grpSpPr>
        <p:sp>
          <p:nvSpPr>
            <p:cNvPr id="115" name="Rectangle 114"/>
            <p:cNvSpPr/>
            <p:nvPr/>
          </p:nvSpPr>
          <p:spPr bwMode="auto">
            <a:xfrm>
              <a:off x="3780607" y="3194740"/>
              <a:ext cx="840178" cy="49189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16" name="Rectangle 115"/>
            <p:cNvSpPr/>
            <p:nvPr/>
          </p:nvSpPr>
          <p:spPr bwMode="auto">
            <a:xfrm>
              <a:off x="3792887" y="3155943"/>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84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19" name="Group 118"/>
          <p:cNvGrpSpPr/>
          <p:nvPr/>
        </p:nvGrpSpPr>
        <p:grpSpPr>
          <a:xfrm>
            <a:off x="-1" y="2"/>
            <a:ext cx="14630402" cy="1179882"/>
            <a:chOff x="-1" y="0"/>
            <a:chExt cx="12188826" cy="983234"/>
          </a:xfrm>
        </p:grpSpPr>
        <p:grpSp>
          <p:nvGrpSpPr>
            <p:cNvPr id="121" name="Group 120"/>
            <p:cNvGrpSpPr/>
            <p:nvPr/>
          </p:nvGrpSpPr>
          <p:grpSpPr>
            <a:xfrm>
              <a:off x="-1" y="0"/>
              <a:ext cx="12180802" cy="983234"/>
              <a:chOff x="-1" y="0"/>
              <a:chExt cx="12180802" cy="983234"/>
            </a:xfrm>
          </p:grpSpPr>
          <p:sp>
            <p:nvSpPr>
              <p:cNvPr id="131" name="Rectangle 130"/>
              <p:cNvSpPr/>
              <p:nvPr/>
            </p:nvSpPr>
            <p:spPr bwMode="auto">
              <a:xfrm>
                <a:off x="-1" y="0"/>
                <a:ext cx="6772189"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32" name="Rectangle 131"/>
              <p:cNvSpPr/>
              <p:nvPr/>
            </p:nvSpPr>
            <p:spPr bwMode="auto">
              <a:xfrm>
                <a:off x="6258296" y="0"/>
                <a:ext cx="2360742" cy="30000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33" name="Rectangle 132"/>
              <p:cNvSpPr/>
              <p:nvPr/>
            </p:nvSpPr>
            <p:spPr bwMode="auto">
              <a:xfrm>
                <a:off x="8573718" y="0"/>
                <a:ext cx="3607083"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23" name="Group 122"/>
            <p:cNvGrpSpPr/>
            <p:nvPr/>
          </p:nvGrpSpPr>
          <p:grpSpPr>
            <a:xfrm>
              <a:off x="0" y="300008"/>
              <a:ext cx="12188825" cy="683226"/>
              <a:chOff x="0" y="300008"/>
              <a:chExt cx="12188825" cy="683226"/>
            </a:xfrm>
          </p:grpSpPr>
          <p:sp>
            <p:nvSpPr>
              <p:cNvPr id="124" name="Title 1"/>
              <p:cNvSpPr txBox="1">
                <a:spLocks/>
              </p:cNvSpPr>
              <p:nvPr/>
            </p:nvSpPr>
            <p:spPr>
              <a:xfrm>
                <a:off x="6866207" y="473074"/>
                <a:ext cx="1589530" cy="443176"/>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0071BC"/>
                        </a:gs>
                        <a:gs pos="100000">
                          <a:srgbClr val="0071BC"/>
                        </a:gs>
                      </a:gsLst>
                      <a:lin ang="5400000" scaled="0"/>
                    </a:gradFill>
                    <a:effectLst/>
                    <a:uLnTx/>
                    <a:uFillTx/>
                    <a:latin typeface="Segoe UI Light" pitchFamily="34" charset="0"/>
                    <a:ea typeface="+mn-ea"/>
                    <a:cs typeface="Arial" charset="0"/>
                  </a:rPr>
                  <a:t>shared</a:t>
                </a:r>
              </a:p>
            </p:txBody>
          </p:sp>
          <p:sp>
            <p:nvSpPr>
              <p:cNvPr id="125" name="Title 1"/>
              <p:cNvSpPr txBox="1">
                <a:spLocks/>
              </p:cNvSpPr>
              <p:nvPr/>
            </p:nvSpPr>
            <p:spPr>
              <a:xfrm>
                <a:off x="8681891" y="453411"/>
                <a:ext cx="1838633" cy="443176"/>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solidFill>
                      <a:srgbClr val="FFFFFF"/>
                    </a:solidFill>
                    <a:effectLst/>
                    <a:uLnTx/>
                    <a:uFillTx/>
                    <a:latin typeface="Segoe UI Light" pitchFamily="34" charset="0"/>
                    <a:ea typeface="+mn-ea"/>
                    <a:cs typeface="Arial" charset="0"/>
                  </a:rPr>
                  <a:t>standard</a:t>
                </a:r>
              </a:p>
            </p:txBody>
          </p:sp>
          <p:cxnSp>
            <p:nvCxnSpPr>
              <p:cNvPr id="126" name="Straight Connector 125"/>
              <p:cNvCxnSpPr/>
              <p:nvPr/>
            </p:nvCxnSpPr>
            <p:spPr>
              <a:xfrm flipV="1">
                <a:off x="6772188" y="300008"/>
                <a:ext cx="0" cy="683226"/>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6772188" y="300008"/>
                <a:ext cx="1801530"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8573718" y="300008"/>
                <a:ext cx="0" cy="683225"/>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8573718" y="983233"/>
                <a:ext cx="3615107"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0" y="983233"/>
                <a:ext cx="6770962"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grpSp>
      </p:grpSp>
      <p:sp>
        <p:nvSpPr>
          <p:cNvPr id="107" name="Title 1"/>
          <p:cNvSpPr txBox="1">
            <a:spLocks/>
          </p:cNvSpPr>
          <p:nvPr/>
        </p:nvSpPr>
        <p:spPr>
          <a:xfrm>
            <a:off x="1466875" y="1840308"/>
            <a:ext cx="1907933" cy="531812"/>
          </a:xfrm>
          <a:prstGeom prst="rect">
            <a:avLst/>
          </a:prstGeom>
        </p:spPr>
        <p:txBody>
          <a:bodyPr vert="horz" wrap="square" lIns="0" tIns="0" rIns="0" bIns="0" rtlCol="0" anchor="t">
            <a:spAutoFit/>
          </a:bodyPr>
          <a:lstStyle>
            <a:defPPr>
              <a:defRPr lang="en-US"/>
            </a:defPPr>
            <a:lvl1pPr algn="r">
              <a:lnSpc>
                <a:spcPct val="90000"/>
              </a:lnSpc>
              <a:spcBef>
                <a:spcPct val="0"/>
              </a:spcBef>
              <a:buNone/>
              <a:tabLst>
                <a:tab pos="1089025" algn="l"/>
              </a:tabLst>
              <a:defRPr sz="3200" b="0" cap="none" spc="-100" baseline="0">
                <a:ln w="3175">
                  <a:noFill/>
                </a:ln>
                <a:effectLst/>
                <a:latin typeface="Segoe UI" pitchFamily="34" charset="0"/>
                <a:ea typeface="Segoe UI" pitchFamily="34" charset="0"/>
                <a:cs typeface="Segoe UI" pitchFamily="34" charset="0"/>
              </a:defRPr>
            </a:lvl1pPr>
          </a:lstStyle>
          <a:p>
            <a:pPr marL="0" marR="0" lvl="0" indent="0" algn="r" defTabSz="1097245" eaLnBrk="1" fontAlgn="auto" latinLnBrk="0" hangingPunct="1">
              <a:lnSpc>
                <a:spcPct val="90000"/>
              </a:lnSpc>
              <a:spcBef>
                <a:spcPct val="0"/>
              </a:spcBef>
              <a:spcAft>
                <a:spcPts val="0"/>
              </a:spcAft>
              <a:buClrTx/>
              <a:buSzTx/>
              <a:buFontTx/>
              <a:buNone/>
              <a:tabLst>
                <a:tab pos="1089025" algn="l"/>
              </a:tabLst>
              <a:defRPr/>
            </a:pPr>
            <a:r>
              <a:rPr kumimoji="0" sz="384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rPr>
              <a:t>shared</a:t>
            </a:r>
          </a:p>
        </p:txBody>
      </p:sp>
      <p:sp>
        <p:nvSpPr>
          <p:cNvPr id="2" name="Title 1"/>
          <p:cNvSpPr>
            <a:spLocks noGrp="1"/>
          </p:cNvSpPr>
          <p:nvPr>
            <p:ph type="title"/>
          </p:nvPr>
        </p:nvSpPr>
        <p:spPr/>
        <p:txBody>
          <a:bodyPr/>
          <a:lstStyle/>
          <a:p>
            <a:r>
              <a:rPr lang="en-US" dirty="0">
                <a:gradFill>
                  <a:gsLst>
                    <a:gs pos="0">
                      <a:srgbClr val="FFFFFF"/>
                    </a:gs>
                    <a:gs pos="100000">
                      <a:srgbClr val="FFFFFF"/>
                    </a:gs>
                  </a:gsLst>
                  <a:lin ang="5400000" scaled="0"/>
                </a:gradFill>
              </a:rPr>
              <a:t>web sites </a:t>
            </a:r>
          </a:p>
        </p:txBody>
      </p:sp>
    </p:spTree>
    <p:extLst>
      <p:ext uri="{BB962C8B-B14F-4D97-AF65-F5344CB8AC3E}">
        <p14:creationId xmlns:p14="http://schemas.microsoft.com/office/powerpoint/2010/main" val="3287518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50993" y="1907938"/>
            <a:ext cx="7893765" cy="5629485"/>
            <a:chOff x="-292420" y="1589948"/>
            <a:chExt cx="6576424" cy="4691237"/>
          </a:xfrm>
        </p:grpSpPr>
        <p:grpSp>
          <p:nvGrpSpPr>
            <p:cNvPr id="226" name="Group 225"/>
            <p:cNvGrpSpPr/>
            <p:nvPr/>
          </p:nvGrpSpPr>
          <p:grpSpPr>
            <a:xfrm>
              <a:off x="-292420" y="1589948"/>
              <a:ext cx="6576424" cy="4691237"/>
              <a:chOff x="-292420" y="1589948"/>
              <a:chExt cx="6576424" cy="4691237"/>
            </a:xfrm>
          </p:grpSpPr>
          <p:sp>
            <p:nvSpPr>
              <p:cNvPr id="227" name="Isosceles Triangle 107"/>
              <p:cNvSpPr/>
              <p:nvPr/>
            </p:nvSpPr>
            <p:spPr bwMode="auto">
              <a:xfrm rot="9464752">
                <a:off x="-292420" y="1589948"/>
                <a:ext cx="6576424" cy="4691237"/>
              </a:xfrm>
              <a:custGeom>
                <a:avLst/>
                <a:gdLst/>
                <a:ahLst/>
                <a:cxnLst/>
                <a:rect l="l" t="t" r="r" b="b"/>
                <a:pathLst>
                  <a:path w="6576424" h="4691237">
                    <a:moveTo>
                      <a:pt x="5581454" y="4691237"/>
                    </a:moveTo>
                    <a:lnTo>
                      <a:pt x="83737" y="2441599"/>
                    </a:lnTo>
                    <a:cubicBezTo>
                      <a:pt x="14874" y="2413420"/>
                      <a:pt x="-18108" y="2334752"/>
                      <a:pt x="10070" y="2265888"/>
                    </a:cubicBezTo>
                    <a:lnTo>
                      <a:pt x="902996" y="83737"/>
                    </a:lnTo>
                    <a:cubicBezTo>
                      <a:pt x="931175" y="14873"/>
                      <a:pt x="1009843" y="-18109"/>
                      <a:pt x="1078707" y="10070"/>
                    </a:cubicBezTo>
                    <a:lnTo>
                      <a:pt x="2496672" y="590294"/>
                    </a:lnTo>
                    <a:lnTo>
                      <a:pt x="2618177" y="296621"/>
                    </a:lnTo>
                    <a:lnTo>
                      <a:pt x="2789208" y="709998"/>
                    </a:lnTo>
                    <a:lnTo>
                      <a:pt x="4875474" y="1563688"/>
                    </a:lnTo>
                    <a:lnTo>
                      <a:pt x="4996979" y="1270015"/>
                    </a:lnTo>
                    <a:lnTo>
                      <a:pt x="5168010" y="1683393"/>
                    </a:lnTo>
                    <a:lnTo>
                      <a:pt x="6576424" y="2259708"/>
                    </a:ln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nvGrpSpPr>
              <p:cNvPr id="228" name="Group 227"/>
              <p:cNvGrpSpPr/>
              <p:nvPr/>
            </p:nvGrpSpPr>
            <p:grpSpPr>
              <a:xfrm>
                <a:off x="-1" y="2752725"/>
                <a:ext cx="6059952" cy="2330247"/>
                <a:chOff x="-1" y="2752725"/>
                <a:chExt cx="6059952" cy="2330247"/>
              </a:xfrm>
            </p:grpSpPr>
            <p:grpSp>
              <p:nvGrpSpPr>
                <p:cNvPr id="229" name="Group 228"/>
                <p:cNvGrpSpPr/>
                <p:nvPr/>
              </p:nvGrpSpPr>
              <p:grpSpPr>
                <a:xfrm>
                  <a:off x="5683855" y="3073496"/>
                  <a:ext cx="376096" cy="631077"/>
                  <a:chOff x="2146300" y="552450"/>
                  <a:chExt cx="3428608" cy="5753100"/>
                </a:xfrm>
              </p:grpSpPr>
              <p:pic>
                <p:nvPicPr>
                  <p:cNvPr id="294" name="Picture 293"/>
                  <p:cNvPicPr>
                    <a:picLocks noChangeAspect="1"/>
                  </p:cNvPicPr>
                  <p:nvPr/>
                </p:nvPicPr>
                <p:blipFill rotWithShape="1">
                  <a:blip r:embed="rId3"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295" name="Rectangle 294"/>
                  <p:cNvSpPr/>
                  <p:nvPr/>
                </p:nvSpPr>
                <p:spPr bwMode="auto">
                  <a:xfrm>
                    <a:off x="2271253" y="1651094"/>
                    <a:ext cx="3303655" cy="448423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0" name="Group 229"/>
                <p:cNvGrpSpPr/>
                <p:nvPr/>
              </p:nvGrpSpPr>
              <p:grpSpPr>
                <a:xfrm>
                  <a:off x="5683855" y="3762695"/>
                  <a:ext cx="376096" cy="631077"/>
                  <a:chOff x="2146300" y="552450"/>
                  <a:chExt cx="3428608" cy="5753100"/>
                </a:xfrm>
              </p:grpSpPr>
              <p:pic>
                <p:nvPicPr>
                  <p:cNvPr id="292" name="Picture 291"/>
                  <p:cNvPicPr>
                    <a:picLocks noChangeAspect="1"/>
                  </p:cNvPicPr>
                  <p:nvPr/>
                </p:nvPicPr>
                <p:blipFill rotWithShape="1">
                  <a:blip r:embed="rId3"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293" name="Rectangle 292"/>
                  <p:cNvSpPr/>
                  <p:nvPr/>
                </p:nvSpPr>
                <p:spPr bwMode="auto">
                  <a:xfrm>
                    <a:off x="2271253" y="1651094"/>
                    <a:ext cx="3303655" cy="4484231"/>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1" name="Group 230"/>
                <p:cNvGrpSpPr/>
                <p:nvPr/>
              </p:nvGrpSpPr>
              <p:grpSpPr>
                <a:xfrm>
                  <a:off x="5683855" y="4451895"/>
                  <a:ext cx="376096" cy="631077"/>
                  <a:chOff x="2146300" y="552450"/>
                  <a:chExt cx="3428608" cy="5753100"/>
                </a:xfrm>
              </p:grpSpPr>
              <p:pic>
                <p:nvPicPr>
                  <p:cNvPr id="290" name="Picture 289"/>
                  <p:cNvPicPr>
                    <a:picLocks noChangeAspect="1"/>
                  </p:cNvPicPr>
                  <p:nvPr/>
                </p:nvPicPr>
                <p:blipFill rotWithShape="1">
                  <a:blip r:embed="rId3" cstate="print">
                    <a:extLst>
                      <a:ext uri="{28A0092B-C50C-407E-A947-70E740481C1C}">
                        <a14:useLocalDpi xmlns:a14="http://schemas.microsoft.com/office/drawing/2010/main" val="0"/>
                      </a:ext>
                    </a:extLst>
                  </a:blip>
                  <a:srcRect r="56579"/>
                  <a:stretch/>
                </p:blipFill>
                <p:spPr>
                  <a:xfrm>
                    <a:off x="2146300" y="552450"/>
                    <a:ext cx="3428607" cy="5753100"/>
                  </a:xfrm>
                  <a:prstGeom prst="rect">
                    <a:avLst/>
                  </a:prstGeom>
                </p:spPr>
              </p:pic>
              <p:sp>
                <p:nvSpPr>
                  <p:cNvPr id="291" name="Rectangle 290"/>
                  <p:cNvSpPr/>
                  <p:nvPr/>
                </p:nvSpPr>
                <p:spPr bwMode="auto">
                  <a:xfrm>
                    <a:off x="2271253" y="1651094"/>
                    <a:ext cx="3303655" cy="4484231"/>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232" name="TextBox 231"/>
                <p:cNvSpPr txBox="1"/>
                <p:nvPr/>
              </p:nvSpPr>
              <p:spPr>
                <a:xfrm>
                  <a:off x="227012" y="2752725"/>
                  <a:ext cx="2757144" cy="221589"/>
                </a:xfrm>
                <a:prstGeom prst="rect">
                  <a:avLst/>
                </a:prstGeom>
                <a:noFill/>
              </p:spPr>
              <p:txBody>
                <a:bodyPr wrap="squar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solidFill>
                        <a:srgbClr val="FFFFFF"/>
                      </a:solidFill>
                      <a:effectLst/>
                      <a:uLnTx/>
                      <a:uFillTx/>
                    </a:rPr>
                    <a:t>Shared instances</a:t>
                  </a:r>
                </a:p>
              </p:txBody>
            </p:sp>
            <p:grpSp>
              <p:nvGrpSpPr>
                <p:cNvPr id="233" name="Group 232"/>
                <p:cNvGrpSpPr/>
                <p:nvPr/>
              </p:nvGrpSpPr>
              <p:grpSpPr>
                <a:xfrm>
                  <a:off x="4721992" y="3073496"/>
                  <a:ext cx="866164" cy="631077"/>
                  <a:chOff x="2146300" y="552450"/>
                  <a:chExt cx="7896225" cy="5753100"/>
                </a:xfrm>
              </p:grpSpPr>
              <p:pic>
                <p:nvPicPr>
                  <p:cNvPr id="288" name="Picture 28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89" name="Rectangle 288"/>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4" name="Group 233"/>
                <p:cNvGrpSpPr/>
                <p:nvPr/>
              </p:nvGrpSpPr>
              <p:grpSpPr>
                <a:xfrm>
                  <a:off x="4721992" y="3762695"/>
                  <a:ext cx="866164" cy="631077"/>
                  <a:chOff x="2146300" y="552450"/>
                  <a:chExt cx="7896225" cy="5753100"/>
                </a:xfrm>
              </p:grpSpPr>
              <p:pic>
                <p:nvPicPr>
                  <p:cNvPr id="286" name="Picture 28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87" name="Rectangle 286"/>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5" name="Group 234"/>
                <p:cNvGrpSpPr/>
                <p:nvPr/>
              </p:nvGrpSpPr>
              <p:grpSpPr>
                <a:xfrm>
                  <a:off x="4721992" y="4451895"/>
                  <a:ext cx="866164" cy="631077"/>
                  <a:chOff x="2146300" y="552450"/>
                  <a:chExt cx="7896225" cy="5753100"/>
                </a:xfrm>
              </p:grpSpPr>
              <p:pic>
                <p:nvPicPr>
                  <p:cNvPr id="284" name="Picture 28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85" name="Rectangle 284"/>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6" name="Group 235"/>
                <p:cNvGrpSpPr/>
                <p:nvPr/>
              </p:nvGrpSpPr>
              <p:grpSpPr>
                <a:xfrm>
                  <a:off x="3760131" y="3073496"/>
                  <a:ext cx="866164" cy="631077"/>
                  <a:chOff x="2146300" y="552450"/>
                  <a:chExt cx="7896225" cy="5753100"/>
                </a:xfrm>
              </p:grpSpPr>
              <p:pic>
                <p:nvPicPr>
                  <p:cNvPr id="282" name="Picture 28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83" name="Rectangle 282"/>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7" name="Group 236"/>
                <p:cNvGrpSpPr/>
                <p:nvPr/>
              </p:nvGrpSpPr>
              <p:grpSpPr>
                <a:xfrm>
                  <a:off x="3760131" y="3762695"/>
                  <a:ext cx="866164" cy="631077"/>
                  <a:chOff x="2146300" y="552450"/>
                  <a:chExt cx="7896225" cy="5753100"/>
                </a:xfrm>
              </p:grpSpPr>
              <p:pic>
                <p:nvPicPr>
                  <p:cNvPr id="280" name="Picture 27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81" name="Rectangle 280"/>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8" name="Group 237"/>
                <p:cNvGrpSpPr/>
                <p:nvPr/>
              </p:nvGrpSpPr>
              <p:grpSpPr>
                <a:xfrm>
                  <a:off x="3760131" y="4451895"/>
                  <a:ext cx="866164" cy="631077"/>
                  <a:chOff x="2146300" y="552450"/>
                  <a:chExt cx="7896225" cy="5753100"/>
                </a:xfrm>
              </p:grpSpPr>
              <p:pic>
                <p:nvPicPr>
                  <p:cNvPr id="278" name="Picture 2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79" name="Rectangle 278"/>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39" name="Group 238"/>
                <p:cNvGrpSpPr/>
                <p:nvPr/>
              </p:nvGrpSpPr>
              <p:grpSpPr>
                <a:xfrm>
                  <a:off x="2798270" y="3073496"/>
                  <a:ext cx="866164" cy="631077"/>
                  <a:chOff x="2146300" y="552450"/>
                  <a:chExt cx="7896225" cy="5753100"/>
                </a:xfrm>
              </p:grpSpPr>
              <p:pic>
                <p:nvPicPr>
                  <p:cNvPr id="276" name="Picture 27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77" name="Rectangle 276"/>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0" name="Group 239"/>
                <p:cNvGrpSpPr/>
                <p:nvPr/>
              </p:nvGrpSpPr>
              <p:grpSpPr>
                <a:xfrm>
                  <a:off x="2798270" y="3762695"/>
                  <a:ext cx="866164" cy="631077"/>
                  <a:chOff x="2146300" y="552450"/>
                  <a:chExt cx="7896225" cy="5753100"/>
                </a:xfrm>
              </p:grpSpPr>
              <p:pic>
                <p:nvPicPr>
                  <p:cNvPr id="274" name="Picture 27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75" name="Rectangle 274"/>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1" name="Group 240"/>
                <p:cNvGrpSpPr/>
                <p:nvPr/>
              </p:nvGrpSpPr>
              <p:grpSpPr>
                <a:xfrm>
                  <a:off x="2798270" y="4451895"/>
                  <a:ext cx="866164" cy="631077"/>
                  <a:chOff x="2146300" y="552450"/>
                  <a:chExt cx="7896225" cy="5753100"/>
                </a:xfrm>
              </p:grpSpPr>
              <p:pic>
                <p:nvPicPr>
                  <p:cNvPr id="272" name="Picture 2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73" name="Rectangle 272"/>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2" name="Group 241"/>
                <p:cNvGrpSpPr/>
                <p:nvPr/>
              </p:nvGrpSpPr>
              <p:grpSpPr>
                <a:xfrm>
                  <a:off x="1836409" y="3073496"/>
                  <a:ext cx="866164" cy="631077"/>
                  <a:chOff x="2146300" y="552450"/>
                  <a:chExt cx="7896225" cy="5753100"/>
                </a:xfrm>
              </p:grpSpPr>
              <p:pic>
                <p:nvPicPr>
                  <p:cNvPr id="270" name="Picture 26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271" name="Rectangle 270"/>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3" name="Group 242"/>
                <p:cNvGrpSpPr/>
                <p:nvPr/>
              </p:nvGrpSpPr>
              <p:grpSpPr>
                <a:xfrm>
                  <a:off x="1836409" y="3762695"/>
                  <a:ext cx="866164" cy="631077"/>
                  <a:chOff x="2146300" y="552450"/>
                  <a:chExt cx="7896225" cy="5753100"/>
                </a:xfrm>
              </p:grpSpPr>
              <p:pic>
                <p:nvPicPr>
                  <p:cNvPr id="268" name="Picture 26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269" name="Rectangle 268"/>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4" name="Group 243"/>
                <p:cNvGrpSpPr/>
                <p:nvPr/>
              </p:nvGrpSpPr>
              <p:grpSpPr>
                <a:xfrm>
                  <a:off x="1836409" y="4451895"/>
                  <a:ext cx="866164" cy="631077"/>
                  <a:chOff x="2146300" y="552450"/>
                  <a:chExt cx="7896225" cy="5753100"/>
                </a:xfrm>
              </p:grpSpPr>
              <p:pic>
                <p:nvPicPr>
                  <p:cNvPr id="266" name="Picture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a:solidFill>
                    <a:srgbClr val="FFC000"/>
                  </a:solidFill>
                  <a:ln>
                    <a:noFill/>
                    <a:headEnd type="none" w="med" len="med"/>
                    <a:tailEnd type="none" w="med" len="med"/>
                  </a:ln>
                  <a:effectLst/>
                </p:spPr>
              </p:pic>
              <p:sp>
                <p:nvSpPr>
                  <p:cNvPr id="267" name="Rectangle 266"/>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5" name="Group 244"/>
                <p:cNvGrpSpPr/>
                <p:nvPr/>
              </p:nvGrpSpPr>
              <p:grpSpPr>
                <a:xfrm>
                  <a:off x="874548" y="3073496"/>
                  <a:ext cx="866164" cy="631077"/>
                  <a:chOff x="2146300" y="552450"/>
                  <a:chExt cx="7896225" cy="5753100"/>
                </a:xfrm>
              </p:grpSpPr>
              <p:pic>
                <p:nvPicPr>
                  <p:cNvPr id="264" name="Picture 2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65" name="Rectangle 264"/>
                  <p:cNvSpPr/>
                  <p:nvPr/>
                </p:nvSpPr>
                <p:spPr bwMode="auto">
                  <a:xfrm>
                    <a:off x="2271251" y="1651097"/>
                    <a:ext cx="7659329" cy="4484232"/>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6" name="Group 245"/>
                <p:cNvGrpSpPr/>
                <p:nvPr/>
              </p:nvGrpSpPr>
              <p:grpSpPr>
                <a:xfrm>
                  <a:off x="874548" y="3762695"/>
                  <a:ext cx="866164" cy="631077"/>
                  <a:chOff x="2146300" y="552450"/>
                  <a:chExt cx="7896225" cy="5753100"/>
                </a:xfrm>
              </p:grpSpPr>
              <p:pic>
                <p:nvPicPr>
                  <p:cNvPr id="262" name="Picture 26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63" name="Rectangle 262"/>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7" name="Group 246"/>
                <p:cNvGrpSpPr/>
                <p:nvPr/>
              </p:nvGrpSpPr>
              <p:grpSpPr>
                <a:xfrm>
                  <a:off x="874548" y="4451895"/>
                  <a:ext cx="866164" cy="631077"/>
                  <a:chOff x="2146300" y="552450"/>
                  <a:chExt cx="7896225" cy="5753100"/>
                </a:xfrm>
              </p:grpSpPr>
              <p:pic>
                <p:nvPicPr>
                  <p:cNvPr id="260" name="Picture 25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261" name="Rectangle 260"/>
                  <p:cNvSpPr/>
                  <p:nvPr/>
                </p:nvSpPr>
                <p:spPr bwMode="auto">
                  <a:xfrm>
                    <a:off x="2271251" y="1651097"/>
                    <a:ext cx="7659329" cy="448423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8" name="Group 247"/>
                <p:cNvGrpSpPr/>
                <p:nvPr/>
              </p:nvGrpSpPr>
              <p:grpSpPr>
                <a:xfrm>
                  <a:off x="-1" y="3073496"/>
                  <a:ext cx="778852" cy="631077"/>
                  <a:chOff x="2942264" y="552450"/>
                  <a:chExt cx="7100261" cy="5753100"/>
                </a:xfrm>
              </p:grpSpPr>
              <p:pic>
                <p:nvPicPr>
                  <p:cNvPr id="258" name="Picture 257"/>
                  <p:cNvPicPr>
                    <a:picLocks noChangeAspect="1"/>
                  </p:cNvPicPr>
                  <p:nvPr/>
                </p:nvPicPr>
                <p:blipFill rotWithShape="1">
                  <a:blip r:embed="rId4"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59" name="Rectangle 258"/>
                  <p:cNvSpPr/>
                  <p:nvPr/>
                </p:nvSpPr>
                <p:spPr bwMode="auto">
                  <a:xfrm>
                    <a:off x="2942266" y="1651094"/>
                    <a:ext cx="6988310" cy="4484236"/>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49" name="Group 248"/>
                <p:cNvGrpSpPr/>
                <p:nvPr/>
              </p:nvGrpSpPr>
              <p:grpSpPr>
                <a:xfrm>
                  <a:off x="-1" y="3762695"/>
                  <a:ext cx="778852" cy="631077"/>
                  <a:chOff x="2942264" y="552450"/>
                  <a:chExt cx="7100261" cy="5753100"/>
                </a:xfrm>
              </p:grpSpPr>
              <p:pic>
                <p:nvPicPr>
                  <p:cNvPr id="256" name="Picture 255"/>
                  <p:cNvPicPr>
                    <a:picLocks noChangeAspect="1"/>
                  </p:cNvPicPr>
                  <p:nvPr/>
                </p:nvPicPr>
                <p:blipFill rotWithShape="1">
                  <a:blip r:embed="rId4"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57" name="Rectangle 256"/>
                  <p:cNvSpPr/>
                  <p:nvPr/>
                </p:nvSpPr>
                <p:spPr bwMode="auto">
                  <a:xfrm>
                    <a:off x="2942266" y="1651094"/>
                    <a:ext cx="6988301" cy="4484236"/>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250" name="Group 249"/>
                <p:cNvGrpSpPr/>
                <p:nvPr/>
              </p:nvGrpSpPr>
              <p:grpSpPr>
                <a:xfrm>
                  <a:off x="-1" y="4451895"/>
                  <a:ext cx="778852" cy="631077"/>
                  <a:chOff x="2942264" y="552450"/>
                  <a:chExt cx="7100261" cy="5753100"/>
                </a:xfrm>
              </p:grpSpPr>
              <p:pic>
                <p:nvPicPr>
                  <p:cNvPr id="254" name="Picture 253"/>
                  <p:cNvPicPr>
                    <a:picLocks noChangeAspect="1"/>
                  </p:cNvPicPr>
                  <p:nvPr/>
                </p:nvPicPr>
                <p:blipFill rotWithShape="1">
                  <a:blip r:embed="rId4" cstate="print">
                    <a:extLst>
                      <a:ext uri="{28A0092B-C50C-407E-A947-70E740481C1C}">
                        <a14:useLocalDpi xmlns:a14="http://schemas.microsoft.com/office/drawing/2010/main" val="0"/>
                      </a:ext>
                    </a:extLst>
                  </a:blip>
                  <a:srcRect l="10080"/>
                  <a:stretch/>
                </p:blipFill>
                <p:spPr>
                  <a:xfrm>
                    <a:off x="2942264" y="552450"/>
                    <a:ext cx="7100261" cy="5753100"/>
                  </a:xfrm>
                  <a:prstGeom prst="rect">
                    <a:avLst/>
                  </a:prstGeom>
                </p:spPr>
              </p:pic>
              <p:sp>
                <p:nvSpPr>
                  <p:cNvPr id="255" name="Rectangle 254"/>
                  <p:cNvSpPr/>
                  <p:nvPr/>
                </p:nvSpPr>
                <p:spPr bwMode="auto">
                  <a:xfrm>
                    <a:off x="2942266" y="1651094"/>
                    <a:ext cx="6988310" cy="4484236"/>
                  </a:xfrm>
                  <a:prstGeom prst="rect">
                    <a:avLst/>
                  </a:prstGeom>
                  <a:solidFill>
                    <a:srgbClr val="00AEE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grpSp>
        <p:grpSp>
          <p:nvGrpSpPr>
            <p:cNvPr id="299" name="Group 298"/>
            <p:cNvGrpSpPr/>
            <p:nvPr/>
          </p:nvGrpSpPr>
          <p:grpSpPr>
            <a:xfrm>
              <a:off x="1850962" y="4536375"/>
              <a:ext cx="852458" cy="527785"/>
              <a:chOff x="3780607" y="3155943"/>
              <a:chExt cx="852458" cy="527785"/>
            </a:xfrm>
          </p:grpSpPr>
          <p:sp>
            <p:nvSpPr>
              <p:cNvPr id="300" name="Rectangle 299"/>
              <p:cNvSpPr/>
              <p:nvPr/>
            </p:nvSpPr>
            <p:spPr bwMode="auto">
              <a:xfrm>
                <a:off x="3780607" y="3191837"/>
                <a:ext cx="840178" cy="49189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301" name="Rectangle 300"/>
              <p:cNvSpPr/>
              <p:nvPr/>
            </p:nvSpPr>
            <p:spPr bwMode="auto">
              <a:xfrm>
                <a:off x="3792887" y="3155943"/>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84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grpSp>
        <p:nvGrpSpPr>
          <p:cNvPr id="10" name="Group 9"/>
          <p:cNvGrpSpPr/>
          <p:nvPr/>
        </p:nvGrpSpPr>
        <p:grpSpPr>
          <a:xfrm>
            <a:off x="-1" y="1"/>
            <a:ext cx="14620770" cy="1179882"/>
            <a:chOff x="-1" y="0"/>
            <a:chExt cx="12180802" cy="983234"/>
          </a:xfrm>
        </p:grpSpPr>
        <p:sp>
          <p:nvSpPr>
            <p:cNvPr id="191" name="Rectangle 190"/>
            <p:cNvSpPr/>
            <p:nvPr/>
          </p:nvSpPr>
          <p:spPr bwMode="auto">
            <a:xfrm>
              <a:off x="-1" y="0"/>
              <a:ext cx="8587620"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201" name="Rectangle 200"/>
            <p:cNvSpPr/>
            <p:nvPr/>
          </p:nvSpPr>
          <p:spPr bwMode="auto">
            <a:xfrm>
              <a:off x="8550971" y="0"/>
              <a:ext cx="2174417" cy="30000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211" name="Rectangle 210"/>
            <p:cNvSpPr/>
            <p:nvPr/>
          </p:nvSpPr>
          <p:spPr bwMode="auto">
            <a:xfrm>
              <a:off x="10677244" y="0"/>
              <a:ext cx="1503557"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88" name="Group 87"/>
          <p:cNvGrpSpPr/>
          <p:nvPr/>
        </p:nvGrpSpPr>
        <p:grpSpPr>
          <a:xfrm>
            <a:off x="3639160" y="1551844"/>
            <a:ext cx="9176870" cy="1107996"/>
            <a:chOff x="3031844" y="1170370"/>
            <a:chExt cx="7645400" cy="923330"/>
          </a:xfrm>
        </p:grpSpPr>
        <p:grpSp>
          <p:nvGrpSpPr>
            <p:cNvPr id="20" name="Group 19"/>
            <p:cNvGrpSpPr/>
            <p:nvPr/>
          </p:nvGrpSpPr>
          <p:grpSpPr>
            <a:xfrm>
              <a:off x="3031844" y="1170370"/>
              <a:ext cx="7645400" cy="923330"/>
              <a:chOff x="2540230" y="5754872"/>
              <a:chExt cx="7645400" cy="923330"/>
            </a:xfrm>
          </p:grpSpPr>
          <p:sp>
            <p:nvSpPr>
              <p:cNvPr id="21" name="Rectangle 20"/>
              <p:cNvSpPr/>
              <p:nvPr/>
            </p:nvSpPr>
            <p:spPr bwMode="auto">
              <a:xfrm>
                <a:off x="2540230" y="6093147"/>
                <a:ext cx="6654800" cy="262467"/>
              </a:xfrm>
              <a:prstGeom prst="rect">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sp>
            <p:nvSpPr>
              <p:cNvPr id="22" name="TextBox 21"/>
              <p:cNvSpPr txBox="1"/>
              <p:nvPr/>
            </p:nvSpPr>
            <p:spPr>
              <a:xfrm>
                <a:off x="9195029" y="5754872"/>
                <a:ext cx="990601" cy="923330"/>
              </a:xfrm>
              <a:prstGeom prst="rect">
                <a:avLst/>
              </a:prstGeom>
              <a:noFill/>
            </p:spPr>
            <p:txBody>
              <a:bodyPr wrap="square" lIns="0" tIns="0" rIns="0" bIns="0" rtlCol="0">
                <a:spAutoFit/>
              </a:bodyPr>
              <a:lstStyle>
                <a:defPPr>
                  <a:defRPr lang="en-US"/>
                </a:defPPr>
                <a:lvl1pPr algn="ctr" defTabSz="1218987">
                  <a:lnSpc>
                    <a:spcPct val="90000"/>
                  </a:lnSpc>
                  <a:spcBef>
                    <a:spcPct val="20000"/>
                  </a:spcBef>
                  <a:buSzPct val="80000"/>
                  <a:defRPr sz="6600">
                    <a:latin typeface="Segoe UI Light" pitchFamily="34" charset="0"/>
                  </a:defRPr>
                </a:lvl1pPr>
              </a:lstStyle>
              <a:p>
                <a:pPr marL="0" marR="0" lvl="0" indent="0" algn="ctr" defTabSz="1218987" eaLnBrk="1" fontAlgn="auto" latinLnBrk="0" hangingPunct="1">
                  <a:lnSpc>
                    <a:spcPct val="90000"/>
                  </a:lnSpc>
                  <a:spcBef>
                    <a:spcPct val="20000"/>
                  </a:spcBef>
                  <a:spcAft>
                    <a:spcPts val="0"/>
                  </a:spcAft>
                  <a:buClrTx/>
                  <a:buSzPct val="80000"/>
                  <a:buFontTx/>
                  <a:buNone/>
                  <a:tabLst/>
                  <a:defRPr/>
                </a:pPr>
                <a:r>
                  <a:rPr kumimoji="0" lang="en-US" sz="8000" b="0" i="0" u="none" strike="noStrike" kern="0" cap="none" spc="0" normalizeH="0" baseline="0" noProof="0" dirty="0">
                    <a:ln>
                      <a:noFill/>
                    </a:ln>
                    <a:gradFill>
                      <a:gsLst>
                        <a:gs pos="0">
                          <a:srgbClr val="5F5F5F"/>
                        </a:gs>
                        <a:gs pos="100000">
                          <a:srgbClr val="5F5F5F"/>
                        </a:gs>
                      </a:gsLst>
                      <a:lin ang="5400000" scaled="0"/>
                    </a:gradFill>
                    <a:effectLst/>
                    <a:uLnTx/>
                    <a:uFillTx/>
                    <a:latin typeface="Segoe UI Light" pitchFamily="34" charset="0"/>
                  </a:rPr>
                  <a:t>1</a:t>
                </a:r>
              </a:p>
            </p:txBody>
          </p:sp>
          <p:sp>
            <p:nvSpPr>
              <p:cNvPr id="23" name="Rectangle 22"/>
              <p:cNvSpPr/>
              <p:nvPr/>
            </p:nvSpPr>
            <p:spPr bwMode="auto">
              <a:xfrm>
                <a:off x="2543998" y="6093146"/>
                <a:ext cx="750100" cy="26246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24" name="Rectangle 23"/>
            <p:cNvSpPr/>
            <p:nvPr/>
          </p:nvSpPr>
          <p:spPr bwMode="auto">
            <a:xfrm>
              <a:off x="3760131" y="1363080"/>
              <a:ext cx="135293" cy="52867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grpSp>
        <p:nvGrpSpPr>
          <p:cNvPr id="67" name="Group 66"/>
          <p:cNvGrpSpPr/>
          <p:nvPr/>
        </p:nvGrpSpPr>
        <p:grpSpPr>
          <a:xfrm>
            <a:off x="-1" y="6873335"/>
            <a:ext cx="14620770" cy="1255557"/>
            <a:chOff x="-5012461" y="5194194"/>
            <a:chExt cx="16023382" cy="1376363"/>
          </a:xfrm>
        </p:grpSpPr>
        <p:pic>
          <p:nvPicPr>
            <p:cNvPr id="68" name="Picture 2"/>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32619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69" name="Picture 2"/>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05054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0" name="Picture 2"/>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25108"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1" name="Picture 2"/>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517356"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7"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54553"/>
            <a:stretch/>
          </p:blipFill>
          <p:spPr bwMode="auto">
            <a:xfrm>
              <a:off x="-5012461" y="5194194"/>
              <a:ext cx="1447407"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8"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r="54805"/>
            <a:stretch/>
          </p:blipFill>
          <p:spPr bwMode="auto">
            <a:xfrm>
              <a:off x="9571520" y="5194195"/>
              <a:ext cx="1439401" cy="1376362"/>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29" name="Title 1"/>
          <p:cNvSpPr txBox="1">
            <a:spLocks/>
          </p:cNvSpPr>
          <p:nvPr/>
        </p:nvSpPr>
        <p:spPr>
          <a:xfrm>
            <a:off x="8241595" y="567695"/>
            <a:ext cx="1907933"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FFFFFF"/>
                    </a:gs>
                    <a:gs pos="100000">
                      <a:srgbClr val="FFFFFF"/>
                    </a:gs>
                  </a:gsLst>
                  <a:lin ang="5400000" scaled="0"/>
                </a:gradFill>
                <a:effectLst/>
                <a:uLnTx/>
                <a:uFillTx/>
                <a:latin typeface="Segoe UI Light" pitchFamily="34" charset="0"/>
                <a:ea typeface="+mn-ea"/>
                <a:cs typeface="Arial" charset="0"/>
              </a:rPr>
              <a:t>shared</a:t>
            </a:r>
          </a:p>
        </p:txBody>
      </p:sp>
      <p:sp>
        <p:nvSpPr>
          <p:cNvPr id="130" name="Title 1"/>
          <p:cNvSpPr txBox="1">
            <a:spLocks/>
          </p:cNvSpPr>
          <p:nvPr/>
        </p:nvSpPr>
        <p:spPr>
          <a:xfrm>
            <a:off x="10420984" y="544098"/>
            <a:ext cx="2206934"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0071BC"/>
                    </a:gs>
                    <a:gs pos="100000">
                      <a:srgbClr val="0071BC"/>
                    </a:gs>
                  </a:gsLst>
                  <a:lin ang="5400000" scaled="0"/>
                </a:gradFill>
                <a:effectLst/>
                <a:uLnTx/>
                <a:uFillTx/>
                <a:latin typeface="Segoe UI Light" pitchFamily="34" charset="0"/>
                <a:ea typeface="+mn-ea"/>
                <a:cs typeface="Arial" charset="0"/>
              </a:rPr>
              <a:t>standard</a:t>
            </a:r>
          </a:p>
        </p:txBody>
      </p:sp>
      <p:cxnSp>
        <p:nvCxnSpPr>
          <p:cNvPr id="131" name="Straight Connector 130"/>
          <p:cNvCxnSpPr/>
          <p:nvPr/>
        </p:nvCxnSpPr>
        <p:spPr>
          <a:xfrm flipV="1">
            <a:off x="10307827" y="360010"/>
            <a:ext cx="0" cy="819872"/>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0307833" y="360010"/>
            <a:ext cx="2508203"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816030" y="360015"/>
            <a:ext cx="0" cy="81987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816036" y="1179880"/>
            <a:ext cx="1814370"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0" y="1179880"/>
            <a:ext cx="10307827"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a:xfrm>
            <a:off x="7356631" y="3159782"/>
            <a:ext cx="2847438" cy="3514517"/>
            <a:chOff x="4888659" y="2633150"/>
            <a:chExt cx="2372247" cy="2928764"/>
          </a:xfrm>
        </p:grpSpPr>
        <p:sp>
          <p:nvSpPr>
            <p:cNvPr id="137" name="Isosceles Triangle 26"/>
            <p:cNvSpPr/>
            <p:nvPr/>
          </p:nvSpPr>
          <p:spPr bwMode="auto">
            <a:xfrm rot="5400000" flipV="1">
              <a:off x="4610401" y="2911408"/>
              <a:ext cx="2928764" cy="2372247"/>
            </a:xfrm>
            <a:custGeom>
              <a:avLst/>
              <a:gdLst/>
              <a:ahLst/>
              <a:cxnLst/>
              <a:rect l="l" t="t" r="r" b="b"/>
              <a:pathLst>
                <a:path w="3115842" h="2172929">
                  <a:moveTo>
                    <a:pt x="0" y="126182"/>
                  </a:moveTo>
                  <a:lnTo>
                    <a:pt x="0" y="2046747"/>
                  </a:lnTo>
                  <a:cubicBezTo>
                    <a:pt x="0" y="2116435"/>
                    <a:pt x="56494" y="2172929"/>
                    <a:pt x="126182" y="2172929"/>
                  </a:cubicBezTo>
                  <a:lnTo>
                    <a:pt x="2676011" y="2172929"/>
                  </a:lnTo>
                  <a:cubicBezTo>
                    <a:pt x="2745699" y="2172929"/>
                    <a:pt x="2802193" y="2116435"/>
                    <a:pt x="2802193" y="2046747"/>
                  </a:cubicBezTo>
                  <a:lnTo>
                    <a:pt x="2802193" y="612286"/>
                  </a:lnTo>
                  <a:lnTo>
                    <a:pt x="3115842" y="612286"/>
                  </a:lnTo>
                  <a:lnTo>
                    <a:pt x="2802193" y="343044"/>
                  </a:lnTo>
                  <a:lnTo>
                    <a:pt x="2802193" y="126182"/>
                  </a:lnTo>
                  <a:cubicBezTo>
                    <a:pt x="2802193" y="56494"/>
                    <a:pt x="2745699" y="0"/>
                    <a:pt x="2676011" y="0"/>
                  </a:cubicBezTo>
                  <a:lnTo>
                    <a:pt x="126182" y="0"/>
                  </a:lnTo>
                  <a:cubicBezTo>
                    <a:pt x="56494" y="0"/>
                    <a:pt x="0" y="56494"/>
                    <a:pt x="0" y="126182"/>
                  </a:cubicBez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38" name="TextBox 137"/>
            <p:cNvSpPr txBox="1"/>
            <p:nvPr/>
          </p:nvSpPr>
          <p:spPr>
            <a:xfrm>
              <a:off x="5014374" y="2791511"/>
              <a:ext cx="2150456" cy="221589"/>
            </a:xfrm>
            <a:prstGeom prst="rect">
              <a:avLst/>
            </a:prstGeom>
            <a:noFill/>
          </p:spPr>
          <p:txBody>
            <a:bodyPr wrap="non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Standard instance</a:t>
              </a:r>
            </a:p>
          </p:txBody>
        </p:sp>
      </p:grpSp>
      <p:sp>
        <p:nvSpPr>
          <p:cNvPr id="4" name="Rectangle 3"/>
          <p:cNvSpPr/>
          <p:nvPr/>
        </p:nvSpPr>
        <p:spPr bwMode="auto">
          <a:xfrm>
            <a:off x="10307833" y="360009"/>
            <a:ext cx="2508203" cy="9204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9723" tIns="54862" rIns="109723" bIns="54862"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nvGrpSpPr>
          <p:cNvPr id="144" name="Group 143"/>
          <p:cNvGrpSpPr/>
          <p:nvPr/>
        </p:nvGrpSpPr>
        <p:grpSpPr>
          <a:xfrm>
            <a:off x="7483740" y="3949726"/>
            <a:ext cx="2593221" cy="1887550"/>
            <a:chOff x="5633504" y="3707933"/>
            <a:chExt cx="866164" cy="631077"/>
          </a:xfrm>
        </p:grpSpPr>
        <p:grpSp>
          <p:nvGrpSpPr>
            <p:cNvPr id="145" name="Group 144"/>
            <p:cNvGrpSpPr/>
            <p:nvPr/>
          </p:nvGrpSpPr>
          <p:grpSpPr>
            <a:xfrm>
              <a:off x="5633504" y="3707933"/>
              <a:ext cx="866164" cy="631077"/>
              <a:chOff x="2146305" y="552450"/>
              <a:chExt cx="7896221" cy="5753100"/>
            </a:xfrm>
          </p:grpSpPr>
          <p:pic>
            <p:nvPicPr>
              <p:cNvPr id="147" name="Picture 1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46305" y="552450"/>
                <a:ext cx="7896221" cy="5753100"/>
              </a:xfrm>
              <a:prstGeom prst="rect">
                <a:avLst/>
              </a:prstGeom>
            </p:spPr>
          </p:pic>
          <p:sp>
            <p:nvSpPr>
              <p:cNvPr id="148" name="Rectangle 147"/>
              <p:cNvSpPr/>
              <p:nvPr/>
            </p:nvSpPr>
            <p:spPr bwMode="auto">
              <a:xfrm>
                <a:off x="2271255" y="1651098"/>
                <a:ext cx="7659329" cy="448423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46" name="Rectangle 145"/>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65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305" name="Group 304"/>
          <p:cNvGrpSpPr/>
          <p:nvPr/>
        </p:nvGrpSpPr>
        <p:grpSpPr>
          <a:xfrm>
            <a:off x="4512847" y="4515153"/>
            <a:ext cx="1039667" cy="757294"/>
            <a:chOff x="5633504" y="3707933"/>
            <a:chExt cx="866164" cy="631078"/>
          </a:xfrm>
        </p:grpSpPr>
        <p:grpSp>
          <p:nvGrpSpPr>
            <p:cNvPr id="306" name="Group 305"/>
            <p:cNvGrpSpPr/>
            <p:nvPr/>
          </p:nvGrpSpPr>
          <p:grpSpPr>
            <a:xfrm>
              <a:off x="5633504" y="3707933"/>
              <a:ext cx="866164" cy="631078"/>
              <a:chOff x="2146300" y="552450"/>
              <a:chExt cx="7896225" cy="5753100"/>
            </a:xfrm>
          </p:grpSpPr>
          <p:pic>
            <p:nvPicPr>
              <p:cNvPr id="308" name="Picture 30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309" name="Rectangle 308"/>
              <p:cNvSpPr/>
              <p:nvPr/>
            </p:nvSpPr>
            <p:spPr bwMode="auto">
              <a:xfrm>
                <a:off x="2271251" y="1651097"/>
                <a:ext cx="7659329" cy="4484232"/>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307" name="Rectangle 306"/>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84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310" name="Group 309"/>
          <p:cNvGrpSpPr/>
          <p:nvPr/>
        </p:nvGrpSpPr>
        <p:grpSpPr>
          <a:xfrm>
            <a:off x="3639160" y="1561254"/>
            <a:ext cx="9134413" cy="1107996"/>
            <a:chOff x="3031844" y="1178212"/>
            <a:chExt cx="7610028" cy="923330"/>
          </a:xfrm>
        </p:grpSpPr>
        <p:grpSp>
          <p:nvGrpSpPr>
            <p:cNvPr id="314" name="Group 313"/>
            <p:cNvGrpSpPr/>
            <p:nvPr/>
          </p:nvGrpSpPr>
          <p:grpSpPr>
            <a:xfrm>
              <a:off x="3031844" y="1178212"/>
              <a:ext cx="7610028" cy="923330"/>
              <a:chOff x="2540230" y="5762714"/>
              <a:chExt cx="7610028" cy="923330"/>
            </a:xfrm>
          </p:grpSpPr>
          <p:sp>
            <p:nvSpPr>
              <p:cNvPr id="316" name="TextBox 315"/>
              <p:cNvSpPr txBox="1"/>
              <p:nvPr/>
            </p:nvSpPr>
            <p:spPr>
              <a:xfrm>
                <a:off x="9159657" y="5762714"/>
                <a:ext cx="990601" cy="923330"/>
              </a:xfrm>
              <a:prstGeom prst="rect">
                <a:avLst/>
              </a:prstGeom>
              <a:noFill/>
            </p:spPr>
            <p:txBody>
              <a:bodyPr wrap="square" lIns="0" tIns="0" rIns="0" bIns="0" rtlCol="0">
                <a:spAutoFit/>
              </a:bodyPr>
              <a:lstStyle>
                <a:defPPr>
                  <a:defRPr lang="en-US"/>
                </a:defPPr>
                <a:lvl1pPr algn="ctr" defTabSz="1218987">
                  <a:lnSpc>
                    <a:spcPct val="90000"/>
                  </a:lnSpc>
                  <a:spcBef>
                    <a:spcPct val="20000"/>
                  </a:spcBef>
                  <a:buSzPct val="80000"/>
                  <a:defRPr sz="6600">
                    <a:latin typeface="Segoe UI Light" pitchFamily="34" charset="0"/>
                  </a:defRPr>
                </a:lvl1pPr>
              </a:lstStyle>
              <a:p>
                <a:pPr marL="0" marR="0" lvl="0" indent="0" algn="ctr" defTabSz="1218987" eaLnBrk="1" fontAlgn="auto" latinLnBrk="0" hangingPunct="1">
                  <a:lnSpc>
                    <a:spcPct val="90000"/>
                  </a:lnSpc>
                  <a:spcBef>
                    <a:spcPct val="20000"/>
                  </a:spcBef>
                  <a:spcAft>
                    <a:spcPts val="0"/>
                  </a:spcAft>
                  <a:buClrTx/>
                  <a:buSzPct val="80000"/>
                  <a:buFontTx/>
                  <a:buNone/>
                  <a:tabLst/>
                  <a:defRPr/>
                </a:pPr>
                <a:r>
                  <a:rPr kumimoji="0" lang="en-US" sz="8000" b="0" i="0" u="none" strike="noStrike" kern="0" cap="none" spc="0" normalizeH="0" baseline="0" noProof="0" dirty="0">
                    <a:ln>
                      <a:noFill/>
                    </a:ln>
                    <a:gradFill>
                      <a:gsLst>
                        <a:gs pos="0">
                          <a:srgbClr val="5F5F5F"/>
                        </a:gs>
                        <a:gs pos="100000">
                          <a:srgbClr val="5F5F5F"/>
                        </a:gs>
                      </a:gsLst>
                      <a:lin ang="5400000" scaled="0"/>
                    </a:gradFill>
                    <a:effectLst/>
                    <a:uLnTx/>
                    <a:uFillTx/>
                    <a:latin typeface="Segoe UI Light" pitchFamily="34" charset="0"/>
                  </a:rPr>
                  <a:t>0</a:t>
                </a:r>
              </a:p>
            </p:txBody>
          </p:sp>
          <p:sp>
            <p:nvSpPr>
              <p:cNvPr id="315" name="Rectangle 314"/>
              <p:cNvSpPr/>
              <p:nvPr/>
            </p:nvSpPr>
            <p:spPr bwMode="auto">
              <a:xfrm>
                <a:off x="2540230" y="6093147"/>
                <a:ext cx="6654800" cy="262467"/>
              </a:xfrm>
              <a:prstGeom prst="rect">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sp>
            <p:nvSpPr>
              <p:cNvPr id="317" name="Rectangle 316"/>
              <p:cNvSpPr/>
              <p:nvPr/>
            </p:nvSpPr>
            <p:spPr bwMode="auto">
              <a:xfrm>
                <a:off x="2543998" y="6093146"/>
                <a:ext cx="264591" cy="26246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312" name="Rectangle 311"/>
            <p:cNvSpPr/>
            <p:nvPr/>
          </p:nvSpPr>
          <p:spPr bwMode="auto">
            <a:xfrm>
              <a:off x="3164910" y="1363080"/>
              <a:ext cx="135293" cy="52867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125" name="Title 1"/>
          <p:cNvSpPr txBox="1">
            <a:spLocks/>
          </p:cNvSpPr>
          <p:nvPr/>
        </p:nvSpPr>
        <p:spPr>
          <a:xfrm>
            <a:off x="1466875" y="1840308"/>
            <a:ext cx="1907933" cy="531812"/>
          </a:xfrm>
          <a:prstGeom prst="rect">
            <a:avLst/>
          </a:prstGeom>
        </p:spPr>
        <p:txBody>
          <a:bodyPr vert="horz" wrap="square" lIns="0" tIns="0" rIns="0" bIns="0" rtlCol="0" anchor="t">
            <a:spAutoFit/>
          </a:bodyPr>
          <a:lstStyle>
            <a:defPPr>
              <a:defRPr lang="en-US"/>
            </a:defPPr>
            <a:lvl1pPr algn="r">
              <a:lnSpc>
                <a:spcPct val="90000"/>
              </a:lnSpc>
              <a:spcBef>
                <a:spcPct val="0"/>
              </a:spcBef>
              <a:buNone/>
              <a:tabLst>
                <a:tab pos="1089025" algn="l"/>
              </a:tabLst>
              <a:defRPr sz="3200" b="0" cap="none" spc="-100" baseline="0">
                <a:ln w="3175">
                  <a:noFill/>
                </a:ln>
                <a:effectLst/>
                <a:latin typeface="Segoe UI" pitchFamily="34" charset="0"/>
                <a:ea typeface="Segoe UI" pitchFamily="34" charset="0"/>
                <a:cs typeface="Segoe UI" pitchFamily="34" charset="0"/>
              </a:defRPr>
            </a:lvl1pPr>
          </a:lstStyle>
          <a:p>
            <a:pPr marL="0" marR="0" lvl="0" indent="0" algn="r" defTabSz="1097245" eaLnBrk="1" fontAlgn="auto" latinLnBrk="0" hangingPunct="1">
              <a:lnSpc>
                <a:spcPct val="90000"/>
              </a:lnSpc>
              <a:spcBef>
                <a:spcPct val="0"/>
              </a:spcBef>
              <a:spcAft>
                <a:spcPts val="0"/>
              </a:spcAft>
              <a:buClrTx/>
              <a:buSzTx/>
              <a:buFontTx/>
              <a:buNone/>
              <a:tabLst>
                <a:tab pos="1089025" algn="l"/>
              </a:tabLst>
              <a:defRPr/>
            </a:pPr>
            <a:r>
              <a:rPr kumimoji="0" lang="en-US" sz="384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rPr>
              <a:t>standard</a:t>
            </a:r>
            <a:endParaRPr kumimoji="0" sz="512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endParaRPr>
          </a:p>
        </p:txBody>
      </p:sp>
      <p:sp>
        <p:nvSpPr>
          <p:cNvPr id="3" name="Title 2"/>
          <p:cNvSpPr>
            <a:spLocks noGrp="1"/>
          </p:cNvSpPr>
          <p:nvPr>
            <p:ph type="title"/>
          </p:nvPr>
        </p:nvSpPr>
        <p:spPr/>
        <p:txBody>
          <a:bodyPr/>
          <a:lstStyle/>
          <a:p>
            <a:r>
              <a:rPr lang="en-US" dirty="0">
                <a:gradFill>
                  <a:gsLst>
                    <a:gs pos="0">
                      <a:srgbClr val="FFFFFF"/>
                    </a:gs>
                    <a:gs pos="100000">
                      <a:srgbClr val="FFFFFF"/>
                    </a:gs>
                  </a:gsLst>
                  <a:lin ang="5400000" scaled="0"/>
                </a:gradFill>
              </a:rPr>
              <a:t>web sites </a:t>
            </a:r>
          </a:p>
        </p:txBody>
      </p:sp>
    </p:spTree>
    <p:extLst>
      <p:ext uri="{BB962C8B-B14F-4D97-AF65-F5344CB8AC3E}">
        <p14:creationId xmlns:p14="http://schemas.microsoft.com/office/powerpoint/2010/main" val="715990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750"/>
                                  </p:stCondLst>
                                  <p:childTnLst>
                                    <p:set>
                                      <p:cBhvr>
                                        <p:cTn id="10" dur="1" fill="hold">
                                          <p:stCondLst>
                                            <p:cond delay="0"/>
                                          </p:stCondLst>
                                        </p:cTn>
                                        <p:tgtEl>
                                          <p:spTgt spid="88"/>
                                        </p:tgtEl>
                                        <p:attrNameLst>
                                          <p:attrName>style.visibility</p:attrName>
                                        </p:attrNameLst>
                                      </p:cBhvr>
                                      <p:to>
                                        <p:strVal val="visible"/>
                                      </p:to>
                                    </p:set>
                                    <p:animEffect transition="in" filter="fade">
                                      <p:cBhvr>
                                        <p:cTn id="11" dur="500"/>
                                        <p:tgtEl>
                                          <p:spTgt spid="88"/>
                                        </p:tgtEl>
                                      </p:cBhvr>
                                    </p:animEffect>
                                  </p:childTnLst>
                                </p:cTn>
                              </p:par>
                              <p:par>
                                <p:cTn id="12" presetID="10" presetClass="exit" presetSubtype="0" fill="hold" nodeType="withEffect">
                                  <p:stCondLst>
                                    <p:cond delay="750"/>
                                  </p:stCondLst>
                                  <p:childTnLst>
                                    <p:animEffect transition="out" filter="fade">
                                      <p:cBhvr>
                                        <p:cTn id="13" dur="500"/>
                                        <p:tgtEl>
                                          <p:spTgt spid="310"/>
                                        </p:tgtEl>
                                      </p:cBhvr>
                                    </p:animEffect>
                                    <p:set>
                                      <p:cBhvr>
                                        <p:cTn id="14" dur="1" fill="hold">
                                          <p:stCondLst>
                                            <p:cond delay="499"/>
                                          </p:stCondLst>
                                        </p:cTn>
                                        <p:tgtEl>
                                          <p:spTgt spid="310"/>
                                        </p:tgtEl>
                                        <p:attrNameLst>
                                          <p:attrName>style.visibility</p:attrName>
                                        </p:attrNameLst>
                                      </p:cBhvr>
                                      <p:to>
                                        <p:strVal val="hidden"/>
                                      </p:to>
                                    </p:set>
                                  </p:childTnLst>
                                </p:cTn>
                              </p:par>
                            </p:childTnLst>
                          </p:cTn>
                        </p:par>
                        <p:par>
                          <p:cTn id="15" fill="hold">
                            <p:stCondLst>
                              <p:cond delay="1750"/>
                            </p:stCondLst>
                            <p:childTnLst>
                              <p:par>
                                <p:cTn id="16" presetID="10" presetClass="entr" presetSubtype="0" fill="hold" nodeType="after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fade">
                                      <p:cBhvr>
                                        <p:cTn id="18" dur="500"/>
                                        <p:tgtEl>
                                          <p:spTgt spid="136"/>
                                        </p:tgtEl>
                                      </p:cBhvr>
                                    </p:animEffect>
                                  </p:childTnLst>
                                </p:cTn>
                              </p:par>
                            </p:childTnLst>
                          </p:cTn>
                        </p:par>
                        <p:par>
                          <p:cTn id="19" fill="hold">
                            <p:stCondLst>
                              <p:cond delay="2250"/>
                            </p:stCondLst>
                            <p:childTnLst>
                              <p:par>
                                <p:cTn id="20" presetID="63" presetClass="path" presetSubtype="0" accel="50000" decel="50000" fill="hold" nodeType="afterEffect">
                                  <p:stCondLst>
                                    <p:cond delay="0"/>
                                  </p:stCondLst>
                                  <p:childTnLst>
                                    <p:animMotion origin="layout" path="M -4.23453E-6 4.19056E-6 L 0.25772 4.19056E-6 " pathEditMode="relative" rAng="0" ptsTypes="AA">
                                      <p:cBhvr>
                                        <p:cTn id="21" dur="2000" fill="hold"/>
                                        <p:tgtEl>
                                          <p:spTgt spid="305"/>
                                        </p:tgtEl>
                                        <p:attrNameLst>
                                          <p:attrName>ppt_x</p:attrName>
                                          <p:attrName>ppt_y</p:attrName>
                                        </p:attrNameLst>
                                      </p:cBhvr>
                                      <p:rCtr x="12886" y="0"/>
                                    </p:animMotion>
                                  </p:childTnLst>
                                </p:cTn>
                              </p:par>
                            </p:childTnLst>
                          </p:cTn>
                        </p:par>
                        <p:par>
                          <p:cTn id="22" fill="hold">
                            <p:stCondLst>
                              <p:cond delay="4250"/>
                            </p:stCondLst>
                            <p:childTnLst>
                              <p:par>
                                <p:cTn id="23" presetID="10" presetClass="exit" presetSubtype="0" fill="hold" nodeType="afterEffect">
                                  <p:stCondLst>
                                    <p:cond delay="0"/>
                                  </p:stCondLst>
                                  <p:childTnLst>
                                    <p:animEffect transition="out" filter="fade">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par>
                                <p:cTn id="26" presetID="53" presetClass="entr" presetSubtype="16" fill="hold" nodeType="withEffect">
                                  <p:stCondLst>
                                    <p:cond delay="0"/>
                                  </p:stCondLst>
                                  <p:childTnLst>
                                    <p:set>
                                      <p:cBhvr>
                                        <p:cTn id="27" dur="1" fill="hold">
                                          <p:stCondLst>
                                            <p:cond delay="0"/>
                                          </p:stCondLst>
                                        </p:cTn>
                                        <p:tgtEl>
                                          <p:spTgt spid="144"/>
                                        </p:tgtEl>
                                        <p:attrNameLst>
                                          <p:attrName>style.visibility</p:attrName>
                                        </p:attrNameLst>
                                      </p:cBhvr>
                                      <p:to>
                                        <p:strVal val="visible"/>
                                      </p:to>
                                    </p:set>
                                    <p:anim calcmode="lin" valueType="num">
                                      <p:cBhvr>
                                        <p:cTn id="28" dur="1250" fill="hold"/>
                                        <p:tgtEl>
                                          <p:spTgt spid="144"/>
                                        </p:tgtEl>
                                        <p:attrNameLst>
                                          <p:attrName>ppt_w</p:attrName>
                                        </p:attrNameLst>
                                      </p:cBhvr>
                                      <p:tavLst>
                                        <p:tav tm="0">
                                          <p:val>
                                            <p:fltVal val="0"/>
                                          </p:val>
                                        </p:tav>
                                        <p:tav tm="100000">
                                          <p:val>
                                            <p:strVal val="#ppt_w"/>
                                          </p:val>
                                        </p:tav>
                                      </p:tavLst>
                                    </p:anim>
                                    <p:anim calcmode="lin" valueType="num">
                                      <p:cBhvr>
                                        <p:cTn id="29" dur="1250" fill="hold"/>
                                        <p:tgtEl>
                                          <p:spTgt spid="144"/>
                                        </p:tgtEl>
                                        <p:attrNameLst>
                                          <p:attrName>ppt_h</p:attrName>
                                        </p:attrNameLst>
                                      </p:cBhvr>
                                      <p:tavLst>
                                        <p:tav tm="0">
                                          <p:val>
                                            <p:fltVal val="0"/>
                                          </p:val>
                                        </p:tav>
                                        <p:tav tm="100000">
                                          <p:val>
                                            <p:strVal val="#ppt_h"/>
                                          </p:val>
                                        </p:tav>
                                      </p:tavLst>
                                    </p:anim>
                                    <p:animEffect transition="in" filter="fade">
                                      <p:cBhvr>
                                        <p:cTn id="30" dur="1250"/>
                                        <p:tgtEl>
                                          <p:spTgt spid="144"/>
                                        </p:tgtEl>
                                      </p:cBhvr>
                                    </p:animEffect>
                                  </p:childTnLst>
                                </p:cTn>
                              </p:par>
                              <p:par>
                                <p:cTn id="31" presetID="10" presetClass="exit" presetSubtype="0" fill="hold" nodeType="withEffect">
                                  <p:stCondLst>
                                    <p:cond delay="0"/>
                                  </p:stCondLst>
                                  <p:childTnLst>
                                    <p:animEffect transition="out" filter="fade">
                                      <p:cBhvr>
                                        <p:cTn id="32" dur="1250"/>
                                        <p:tgtEl>
                                          <p:spTgt spid="305"/>
                                        </p:tgtEl>
                                      </p:cBhvr>
                                    </p:animEffect>
                                    <p:set>
                                      <p:cBhvr>
                                        <p:cTn id="33" dur="1" fill="hold">
                                          <p:stCondLst>
                                            <p:cond delay="1249"/>
                                          </p:stCondLst>
                                        </p:cTn>
                                        <p:tgtEl>
                                          <p:spTgt spid="3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Group 120"/>
          <p:cNvGrpSpPr/>
          <p:nvPr/>
        </p:nvGrpSpPr>
        <p:grpSpPr>
          <a:xfrm>
            <a:off x="7356631" y="3172502"/>
            <a:ext cx="2847438" cy="3514517"/>
            <a:chOff x="7389812" y="2633150"/>
            <a:chExt cx="2372247" cy="2928764"/>
          </a:xfrm>
        </p:grpSpPr>
        <p:grpSp>
          <p:nvGrpSpPr>
            <p:cNvPr id="122" name="Group 121"/>
            <p:cNvGrpSpPr/>
            <p:nvPr/>
          </p:nvGrpSpPr>
          <p:grpSpPr>
            <a:xfrm>
              <a:off x="7389812" y="2633150"/>
              <a:ext cx="2372247" cy="2928764"/>
              <a:chOff x="4888659" y="2633150"/>
              <a:chExt cx="2372247" cy="2928764"/>
            </a:xfrm>
          </p:grpSpPr>
          <p:sp>
            <p:nvSpPr>
              <p:cNvPr id="128" name="Isosceles Triangle 26"/>
              <p:cNvSpPr/>
              <p:nvPr/>
            </p:nvSpPr>
            <p:spPr bwMode="auto">
              <a:xfrm rot="5400000" flipV="1">
                <a:off x="4610401" y="2911408"/>
                <a:ext cx="2928764" cy="2372247"/>
              </a:xfrm>
              <a:custGeom>
                <a:avLst/>
                <a:gdLst/>
                <a:ahLst/>
                <a:cxnLst/>
                <a:rect l="l" t="t" r="r" b="b"/>
                <a:pathLst>
                  <a:path w="3115842" h="2172929">
                    <a:moveTo>
                      <a:pt x="0" y="126182"/>
                    </a:moveTo>
                    <a:lnTo>
                      <a:pt x="0" y="2046747"/>
                    </a:lnTo>
                    <a:cubicBezTo>
                      <a:pt x="0" y="2116435"/>
                      <a:pt x="56494" y="2172929"/>
                      <a:pt x="126182" y="2172929"/>
                    </a:cubicBezTo>
                    <a:lnTo>
                      <a:pt x="2676011" y="2172929"/>
                    </a:lnTo>
                    <a:cubicBezTo>
                      <a:pt x="2745699" y="2172929"/>
                      <a:pt x="2802193" y="2116435"/>
                      <a:pt x="2802193" y="2046747"/>
                    </a:cubicBezTo>
                    <a:lnTo>
                      <a:pt x="2802193" y="612286"/>
                    </a:lnTo>
                    <a:lnTo>
                      <a:pt x="3115842" y="612286"/>
                    </a:lnTo>
                    <a:lnTo>
                      <a:pt x="2802193" y="343044"/>
                    </a:lnTo>
                    <a:lnTo>
                      <a:pt x="2802193" y="126182"/>
                    </a:lnTo>
                    <a:cubicBezTo>
                      <a:pt x="2802193" y="56494"/>
                      <a:pt x="2745699" y="0"/>
                      <a:pt x="2676011" y="0"/>
                    </a:cubicBezTo>
                    <a:lnTo>
                      <a:pt x="126182" y="0"/>
                    </a:lnTo>
                    <a:cubicBezTo>
                      <a:pt x="56494" y="0"/>
                      <a:pt x="0" y="56494"/>
                      <a:pt x="0" y="126182"/>
                    </a:cubicBez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49" name="TextBox 148"/>
              <p:cNvSpPr txBox="1"/>
              <p:nvPr/>
            </p:nvSpPr>
            <p:spPr>
              <a:xfrm>
                <a:off x="5014374" y="2791511"/>
                <a:ext cx="2150456" cy="221589"/>
              </a:xfrm>
              <a:prstGeom prst="rect">
                <a:avLst/>
              </a:prstGeom>
              <a:noFill/>
            </p:spPr>
            <p:txBody>
              <a:bodyPr wrap="non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Standard instance</a:t>
                </a:r>
              </a:p>
            </p:txBody>
          </p:sp>
        </p:grpSp>
        <p:grpSp>
          <p:nvGrpSpPr>
            <p:cNvPr id="123" name="Group 122"/>
            <p:cNvGrpSpPr/>
            <p:nvPr/>
          </p:nvGrpSpPr>
          <p:grpSpPr>
            <a:xfrm>
              <a:off x="7502079" y="3298030"/>
              <a:ext cx="2160454" cy="1572958"/>
              <a:chOff x="5633504" y="3792006"/>
              <a:chExt cx="866164" cy="631077"/>
            </a:xfrm>
          </p:grpSpPr>
          <p:grpSp>
            <p:nvGrpSpPr>
              <p:cNvPr id="124" name="Group 123"/>
              <p:cNvGrpSpPr/>
              <p:nvPr/>
            </p:nvGrpSpPr>
            <p:grpSpPr>
              <a:xfrm>
                <a:off x="5633504" y="3792006"/>
                <a:ext cx="866164" cy="631077"/>
                <a:chOff x="2146300" y="1318875"/>
                <a:chExt cx="7896225" cy="5753100"/>
              </a:xfrm>
            </p:grpSpPr>
            <p:pic>
              <p:nvPicPr>
                <p:cNvPr id="126" name="Picture 1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46300" y="1318875"/>
                  <a:ext cx="7896225" cy="5753100"/>
                </a:xfrm>
                <a:prstGeom prst="rect">
                  <a:avLst/>
                </a:prstGeom>
              </p:spPr>
            </p:pic>
            <p:sp>
              <p:nvSpPr>
                <p:cNvPr id="127" name="Rectangle 126"/>
                <p:cNvSpPr/>
                <p:nvPr/>
              </p:nvSpPr>
              <p:spPr bwMode="auto">
                <a:xfrm>
                  <a:off x="2271250" y="2417523"/>
                  <a:ext cx="7659330" cy="448423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25" name="Rectangle 124"/>
              <p:cNvSpPr/>
              <p:nvPr/>
            </p:nvSpPr>
            <p:spPr bwMode="auto">
              <a:xfrm>
                <a:off x="5659490" y="3873723"/>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65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grpSp>
        <p:nvGrpSpPr>
          <p:cNvPr id="42" name="Group 41"/>
          <p:cNvGrpSpPr/>
          <p:nvPr/>
        </p:nvGrpSpPr>
        <p:grpSpPr>
          <a:xfrm>
            <a:off x="-1" y="1"/>
            <a:ext cx="14620770" cy="1179882"/>
            <a:chOff x="-1" y="0"/>
            <a:chExt cx="12180802" cy="983234"/>
          </a:xfrm>
        </p:grpSpPr>
        <p:sp>
          <p:nvSpPr>
            <p:cNvPr id="43" name="Rectangle 42"/>
            <p:cNvSpPr/>
            <p:nvPr/>
          </p:nvSpPr>
          <p:spPr bwMode="auto">
            <a:xfrm>
              <a:off x="-1" y="0"/>
              <a:ext cx="8587620"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44" name="Rectangle 43"/>
            <p:cNvSpPr/>
            <p:nvPr/>
          </p:nvSpPr>
          <p:spPr bwMode="auto">
            <a:xfrm>
              <a:off x="8550971" y="0"/>
              <a:ext cx="2174417" cy="30000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45" name="Rectangle 44"/>
            <p:cNvSpPr/>
            <p:nvPr/>
          </p:nvSpPr>
          <p:spPr bwMode="auto">
            <a:xfrm>
              <a:off x="10677244" y="0"/>
              <a:ext cx="1503557"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88" name="Group 87"/>
          <p:cNvGrpSpPr/>
          <p:nvPr/>
        </p:nvGrpSpPr>
        <p:grpSpPr>
          <a:xfrm>
            <a:off x="3639160" y="1551844"/>
            <a:ext cx="9176870" cy="1107996"/>
            <a:chOff x="3031844" y="1170370"/>
            <a:chExt cx="7645400" cy="923330"/>
          </a:xfrm>
        </p:grpSpPr>
        <p:grpSp>
          <p:nvGrpSpPr>
            <p:cNvPr id="20" name="Group 19"/>
            <p:cNvGrpSpPr/>
            <p:nvPr/>
          </p:nvGrpSpPr>
          <p:grpSpPr>
            <a:xfrm>
              <a:off x="3031844" y="1170370"/>
              <a:ext cx="7645400" cy="923330"/>
              <a:chOff x="2540230" y="5754872"/>
              <a:chExt cx="7645400" cy="923330"/>
            </a:xfrm>
          </p:grpSpPr>
          <p:sp>
            <p:nvSpPr>
              <p:cNvPr id="22" name="TextBox 21"/>
              <p:cNvSpPr txBox="1"/>
              <p:nvPr/>
            </p:nvSpPr>
            <p:spPr>
              <a:xfrm>
                <a:off x="9195029" y="5754872"/>
                <a:ext cx="990601" cy="923330"/>
              </a:xfrm>
              <a:prstGeom prst="rect">
                <a:avLst/>
              </a:prstGeom>
              <a:noFill/>
            </p:spPr>
            <p:txBody>
              <a:bodyPr wrap="square" lIns="0" tIns="0" rIns="0" bIns="0" rtlCol="0">
                <a:spAutoFit/>
              </a:bodyPr>
              <a:lstStyle>
                <a:defPPr>
                  <a:defRPr lang="en-US"/>
                </a:defPPr>
                <a:lvl1pPr algn="ctr" defTabSz="1218987">
                  <a:lnSpc>
                    <a:spcPct val="90000"/>
                  </a:lnSpc>
                  <a:spcBef>
                    <a:spcPct val="20000"/>
                  </a:spcBef>
                  <a:buSzPct val="80000"/>
                  <a:defRPr sz="6600">
                    <a:latin typeface="Segoe UI Light" pitchFamily="34" charset="0"/>
                  </a:defRPr>
                </a:lvl1pPr>
              </a:lstStyle>
              <a:p>
                <a:pPr marL="0" marR="0" lvl="0" indent="0" algn="ctr" defTabSz="1218987" eaLnBrk="1" fontAlgn="auto" latinLnBrk="0" hangingPunct="1">
                  <a:lnSpc>
                    <a:spcPct val="90000"/>
                  </a:lnSpc>
                  <a:spcBef>
                    <a:spcPct val="20000"/>
                  </a:spcBef>
                  <a:spcAft>
                    <a:spcPts val="0"/>
                  </a:spcAft>
                  <a:buClrTx/>
                  <a:buSzPct val="80000"/>
                  <a:buFontTx/>
                  <a:buNone/>
                  <a:tabLst/>
                  <a:defRPr/>
                </a:pPr>
                <a:r>
                  <a:rPr kumimoji="0" lang="en-US" sz="8000" b="0" i="0" u="none" strike="noStrike" kern="0" cap="none" spc="0" normalizeH="0" baseline="0" noProof="0" dirty="0">
                    <a:ln>
                      <a:noFill/>
                    </a:ln>
                    <a:gradFill>
                      <a:gsLst>
                        <a:gs pos="0">
                          <a:srgbClr val="5F5F5F"/>
                        </a:gs>
                        <a:gs pos="100000">
                          <a:srgbClr val="5F5F5F"/>
                        </a:gs>
                      </a:gsLst>
                      <a:lin ang="5400000" scaled="0"/>
                    </a:gradFill>
                    <a:effectLst/>
                    <a:uLnTx/>
                    <a:uFillTx/>
                    <a:latin typeface="Segoe UI Light" pitchFamily="34" charset="0"/>
                  </a:rPr>
                  <a:t>2</a:t>
                </a:r>
              </a:p>
            </p:txBody>
          </p:sp>
          <p:sp>
            <p:nvSpPr>
              <p:cNvPr id="21" name="Rectangle 20"/>
              <p:cNvSpPr/>
              <p:nvPr/>
            </p:nvSpPr>
            <p:spPr bwMode="auto">
              <a:xfrm>
                <a:off x="2540230" y="6093147"/>
                <a:ext cx="6654800" cy="262467"/>
              </a:xfrm>
              <a:prstGeom prst="rect">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sp>
            <p:nvSpPr>
              <p:cNvPr id="23" name="Rectangle 22"/>
              <p:cNvSpPr/>
              <p:nvPr/>
            </p:nvSpPr>
            <p:spPr bwMode="auto">
              <a:xfrm>
                <a:off x="2543998" y="6093146"/>
                <a:ext cx="2052528" cy="26246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24" name="Rectangle 23"/>
            <p:cNvSpPr/>
            <p:nvPr/>
          </p:nvSpPr>
          <p:spPr bwMode="auto">
            <a:xfrm>
              <a:off x="5088140" y="1363080"/>
              <a:ext cx="135293" cy="52867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grpSp>
        <p:nvGrpSpPr>
          <p:cNvPr id="67" name="Group 66"/>
          <p:cNvGrpSpPr/>
          <p:nvPr/>
        </p:nvGrpSpPr>
        <p:grpSpPr>
          <a:xfrm>
            <a:off x="-1" y="6873335"/>
            <a:ext cx="14630402" cy="1255557"/>
            <a:chOff x="-5012461" y="5194194"/>
            <a:chExt cx="16033937" cy="1376363"/>
          </a:xfrm>
        </p:grpSpPr>
        <p:pic>
          <p:nvPicPr>
            <p:cNvPr id="68"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32619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69"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05054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25108"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1"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517356"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7"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54553"/>
            <a:stretch/>
          </p:blipFill>
          <p:spPr bwMode="auto">
            <a:xfrm>
              <a:off x="-5012461" y="5194194"/>
              <a:ext cx="1447407"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54473"/>
            <a:stretch/>
          </p:blipFill>
          <p:spPr bwMode="auto">
            <a:xfrm>
              <a:off x="9571520" y="5194195"/>
              <a:ext cx="1449956" cy="1376362"/>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29" name="Title 1"/>
          <p:cNvSpPr txBox="1">
            <a:spLocks/>
          </p:cNvSpPr>
          <p:nvPr/>
        </p:nvSpPr>
        <p:spPr>
          <a:xfrm>
            <a:off x="8241595" y="567695"/>
            <a:ext cx="1907933"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FFFFFF"/>
                    </a:gs>
                    <a:gs pos="100000">
                      <a:srgbClr val="FFFFFF"/>
                    </a:gs>
                  </a:gsLst>
                  <a:lin ang="5400000" scaled="0"/>
                </a:gradFill>
                <a:effectLst/>
                <a:uLnTx/>
                <a:uFillTx/>
                <a:latin typeface="Segoe UI Light" pitchFamily="34" charset="0"/>
                <a:ea typeface="+mn-ea"/>
                <a:cs typeface="Arial" charset="0"/>
              </a:rPr>
              <a:t>shared</a:t>
            </a:r>
          </a:p>
        </p:txBody>
      </p:sp>
      <p:sp>
        <p:nvSpPr>
          <p:cNvPr id="130" name="Title 1"/>
          <p:cNvSpPr txBox="1">
            <a:spLocks/>
          </p:cNvSpPr>
          <p:nvPr/>
        </p:nvSpPr>
        <p:spPr>
          <a:xfrm>
            <a:off x="10420984" y="544098"/>
            <a:ext cx="2206934"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0071BC"/>
                    </a:gs>
                    <a:gs pos="100000">
                      <a:srgbClr val="0071BC"/>
                    </a:gs>
                  </a:gsLst>
                  <a:lin ang="5400000" scaled="0"/>
                </a:gradFill>
                <a:effectLst/>
                <a:uLnTx/>
                <a:uFillTx/>
                <a:latin typeface="Segoe UI Light" pitchFamily="34" charset="0"/>
                <a:ea typeface="+mn-ea"/>
                <a:cs typeface="Arial" charset="0"/>
              </a:rPr>
              <a:t>standard</a:t>
            </a:r>
          </a:p>
        </p:txBody>
      </p:sp>
      <p:cxnSp>
        <p:nvCxnSpPr>
          <p:cNvPr id="131" name="Straight Connector 130"/>
          <p:cNvCxnSpPr/>
          <p:nvPr/>
        </p:nvCxnSpPr>
        <p:spPr>
          <a:xfrm flipV="1">
            <a:off x="10307827" y="360010"/>
            <a:ext cx="0" cy="819872"/>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0307833" y="360010"/>
            <a:ext cx="2508203"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816030" y="360015"/>
            <a:ext cx="0" cy="81987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816036" y="1179880"/>
            <a:ext cx="1814370"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0" y="1179880"/>
            <a:ext cx="10307827"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a:xfrm>
            <a:off x="7356631" y="3159782"/>
            <a:ext cx="2847438" cy="3514517"/>
            <a:chOff x="4888659" y="2633150"/>
            <a:chExt cx="2372247" cy="2928764"/>
          </a:xfrm>
        </p:grpSpPr>
        <p:sp>
          <p:nvSpPr>
            <p:cNvPr id="137" name="Isosceles Triangle 26"/>
            <p:cNvSpPr/>
            <p:nvPr/>
          </p:nvSpPr>
          <p:spPr bwMode="auto">
            <a:xfrm rot="5400000" flipV="1">
              <a:off x="4610401" y="2911408"/>
              <a:ext cx="2928764" cy="2372247"/>
            </a:xfrm>
            <a:custGeom>
              <a:avLst/>
              <a:gdLst/>
              <a:ahLst/>
              <a:cxnLst/>
              <a:rect l="l" t="t" r="r" b="b"/>
              <a:pathLst>
                <a:path w="3115842" h="2172929">
                  <a:moveTo>
                    <a:pt x="0" y="126182"/>
                  </a:moveTo>
                  <a:lnTo>
                    <a:pt x="0" y="2046747"/>
                  </a:lnTo>
                  <a:cubicBezTo>
                    <a:pt x="0" y="2116435"/>
                    <a:pt x="56494" y="2172929"/>
                    <a:pt x="126182" y="2172929"/>
                  </a:cubicBezTo>
                  <a:lnTo>
                    <a:pt x="2676011" y="2172929"/>
                  </a:lnTo>
                  <a:cubicBezTo>
                    <a:pt x="2745699" y="2172929"/>
                    <a:pt x="2802193" y="2116435"/>
                    <a:pt x="2802193" y="2046747"/>
                  </a:cubicBezTo>
                  <a:lnTo>
                    <a:pt x="2802193" y="612286"/>
                  </a:lnTo>
                  <a:lnTo>
                    <a:pt x="3115842" y="612286"/>
                  </a:lnTo>
                  <a:lnTo>
                    <a:pt x="2802193" y="343044"/>
                  </a:lnTo>
                  <a:lnTo>
                    <a:pt x="2802193" y="126182"/>
                  </a:lnTo>
                  <a:cubicBezTo>
                    <a:pt x="2802193" y="56494"/>
                    <a:pt x="2745699" y="0"/>
                    <a:pt x="2676011" y="0"/>
                  </a:cubicBezTo>
                  <a:lnTo>
                    <a:pt x="126182" y="0"/>
                  </a:lnTo>
                  <a:cubicBezTo>
                    <a:pt x="56494" y="0"/>
                    <a:pt x="0" y="56494"/>
                    <a:pt x="0" y="126182"/>
                  </a:cubicBez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38" name="TextBox 137"/>
            <p:cNvSpPr txBox="1"/>
            <p:nvPr/>
          </p:nvSpPr>
          <p:spPr>
            <a:xfrm>
              <a:off x="5014374" y="2791511"/>
              <a:ext cx="2150456" cy="221589"/>
            </a:xfrm>
            <a:prstGeom prst="rect">
              <a:avLst/>
            </a:prstGeom>
            <a:noFill/>
          </p:spPr>
          <p:txBody>
            <a:bodyPr wrap="non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Standard instance</a:t>
              </a:r>
            </a:p>
          </p:txBody>
        </p:sp>
      </p:grpSp>
      <p:grpSp>
        <p:nvGrpSpPr>
          <p:cNvPr id="144" name="Group 143"/>
          <p:cNvGrpSpPr/>
          <p:nvPr/>
        </p:nvGrpSpPr>
        <p:grpSpPr>
          <a:xfrm>
            <a:off x="7483740" y="3949726"/>
            <a:ext cx="2593221" cy="1887550"/>
            <a:chOff x="5633504" y="3707933"/>
            <a:chExt cx="866164" cy="631077"/>
          </a:xfrm>
        </p:grpSpPr>
        <p:grpSp>
          <p:nvGrpSpPr>
            <p:cNvPr id="145" name="Group 144"/>
            <p:cNvGrpSpPr/>
            <p:nvPr/>
          </p:nvGrpSpPr>
          <p:grpSpPr>
            <a:xfrm>
              <a:off x="5633504" y="3707933"/>
              <a:ext cx="866164" cy="631077"/>
              <a:chOff x="2146305" y="552450"/>
              <a:chExt cx="7896221" cy="5753100"/>
            </a:xfrm>
          </p:grpSpPr>
          <p:pic>
            <p:nvPicPr>
              <p:cNvPr id="147" name="Picture 14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46305" y="552450"/>
                <a:ext cx="7896221" cy="5753100"/>
              </a:xfrm>
              <a:prstGeom prst="rect">
                <a:avLst/>
              </a:prstGeom>
            </p:spPr>
          </p:pic>
          <p:sp>
            <p:nvSpPr>
              <p:cNvPr id="148" name="Rectangle 147"/>
              <p:cNvSpPr/>
              <p:nvPr/>
            </p:nvSpPr>
            <p:spPr bwMode="auto">
              <a:xfrm>
                <a:off x="2271255" y="1651098"/>
                <a:ext cx="7659329" cy="448423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46" name="Rectangle 145"/>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65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46" name="Title 1"/>
          <p:cNvSpPr txBox="1">
            <a:spLocks/>
          </p:cNvSpPr>
          <p:nvPr/>
        </p:nvSpPr>
        <p:spPr>
          <a:xfrm>
            <a:off x="1466875" y="1840308"/>
            <a:ext cx="1907933" cy="531812"/>
          </a:xfrm>
          <a:prstGeom prst="rect">
            <a:avLst/>
          </a:prstGeom>
        </p:spPr>
        <p:txBody>
          <a:bodyPr vert="horz" wrap="square" lIns="0" tIns="0" rIns="0" bIns="0" rtlCol="0" anchor="t">
            <a:spAutoFit/>
          </a:bodyPr>
          <a:lstStyle>
            <a:defPPr>
              <a:defRPr lang="en-US"/>
            </a:defPPr>
            <a:lvl1pPr algn="r">
              <a:lnSpc>
                <a:spcPct val="90000"/>
              </a:lnSpc>
              <a:spcBef>
                <a:spcPct val="0"/>
              </a:spcBef>
              <a:buNone/>
              <a:tabLst>
                <a:tab pos="1089025" algn="l"/>
              </a:tabLst>
              <a:defRPr sz="3200" b="0" cap="none" spc="-100" baseline="0">
                <a:ln w="3175">
                  <a:noFill/>
                </a:ln>
                <a:effectLst/>
                <a:latin typeface="Segoe UI" pitchFamily="34" charset="0"/>
                <a:ea typeface="Segoe UI" pitchFamily="34" charset="0"/>
                <a:cs typeface="Segoe UI" pitchFamily="34" charset="0"/>
              </a:defRPr>
            </a:lvl1pPr>
          </a:lstStyle>
          <a:p>
            <a:pPr marL="0" marR="0" lvl="0" indent="0" algn="r" defTabSz="1097245" eaLnBrk="1" fontAlgn="auto" latinLnBrk="0" hangingPunct="1">
              <a:lnSpc>
                <a:spcPct val="90000"/>
              </a:lnSpc>
              <a:spcBef>
                <a:spcPct val="0"/>
              </a:spcBef>
              <a:spcAft>
                <a:spcPts val="0"/>
              </a:spcAft>
              <a:buClrTx/>
              <a:buSzTx/>
              <a:buFontTx/>
              <a:buNone/>
              <a:tabLst>
                <a:tab pos="1089025" algn="l"/>
              </a:tabLst>
              <a:defRPr/>
            </a:pPr>
            <a:r>
              <a:rPr kumimoji="0" lang="en-US" sz="384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rPr>
              <a:t>standard</a:t>
            </a:r>
            <a:endParaRPr kumimoji="0" sz="512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endParaRPr>
          </a:p>
        </p:txBody>
      </p:sp>
      <p:sp>
        <p:nvSpPr>
          <p:cNvPr id="3" name="Title 2"/>
          <p:cNvSpPr>
            <a:spLocks noGrp="1"/>
          </p:cNvSpPr>
          <p:nvPr>
            <p:ph type="title"/>
          </p:nvPr>
        </p:nvSpPr>
        <p:spPr/>
        <p:txBody>
          <a:bodyPr/>
          <a:lstStyle/>
          <a:p>
            <a:r>
              <a:rPr lang="en-US" dirty="0">
                <a:gradFill>
                  <a:gsLst>
                    <a:gs pos="0">
                      <a:srgbClr val="FFFFFF"/>
                    </a:gs>
                    <a:gs pos="100000">
                      <a:srgbClr val="FFFFFF"/>
                    </a:gs>
                  </a:gsLst>
                  <a:lin ang="5400000" scaled="0"/>
                </a:gradFill>
              </a:rPr>
              <a:t>web sites</a:t>
            </a:r>
          </a:p>
        </p:txBody>
      </p:sp>
    </p:spTree>
    <p:extLst>
      <p:ext uri="{BB962C8B-B14F-4D97-AF65-F5344CB8AC3E}">
        <p14:creationId xmlns:p14="http://schemas.microsoft.com/office/powerpoint/2010/main" val="1307036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2000"/>
                                        <p:tgtEl>
                                          <p:spTgt spid="121"/>
                                        </p:tgtEl>
                                      </p:cBhvr>
                                    </p:animEffect>
                                  </p:childTnLst>
                                </p:cTn>
                              </p:par>
                              <p:par>
                                <p:cTn id="8" presetID="63" presetClass="path" presetSubtype="0" accel="50000" decel="50000" fill="hold" nodeType="withEffect">
                                  <p:stCondLst>
                                    <p:cond delay="0"/>
                                  </p:stCondLst>
                                  <p:childTnLst>
                                    <p:animMotion origin="layout" path="M -4.46659E-6 -1.01758E-6 L 0.20347 -1.01758E-6 " pathEditMode="relative" rAng="0" ptsTypes="AA">
                                      <p:cBhvr>
                                        <p:cTn id="9" dur="2000" fill="hold"/>
                                        <p:tgtEl>
                                          <p:spTgt spid="121"/>
                                        </p:tgtEl>
                                        <p:attrNameLst>
                                          <p:attrName>ppt_x</p:attrName>
                                          <p:attrName>ppt_y</p:attrName>
                                        </p:attrNameLst>
                                      </p:cBhvr>
                                      <p:rCtr x="1017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oup 94"/>
          <p:cNvGrpSpPr/>
          <p:nvPr/>
        </p:nvGrpSpPr>
        <p:grpSpPr>
          <a:xfrm>
            <a:off x="-1" y="1"/>
            <a:ext cx="14620770" cy="1179882"/>
            <a:chOff x="-1" y="0"/>
            <a:chExt cx="12180802" cy="983234"/>
          </a:xfrm>
        </p:grpSpPr>
        <p:sp>
          <p:nvSpPr>
            <p:cNvPr id="96" name="Rectangle 95"/>
            <p:cNvSpPr/>
            <p:nvPr/>
          </p:nvSpPr>
          <p:spPr bwMode="auto">
            <a:xfrm>
              <a:off x="-1" y="0"/>
              <a:ext cx="8587620"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97" name="Rectangle 96"/>
            <p:cNvSpPr/>
            <p:nvPr/>
          </p:nvSpPr>
          <p:spPr bwMode="auto">
            <a:xfrm>
              <a:off x="8550971" y="0"/>
              <a:ext cx="2174417" cy="30000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98" name="Rectangle 97"/>
            <p:cNvSpPr/>
            <p:nvPr/>
          </p:nvSpPr>
          <p:spPr bwMode="auto">
            <a:xfrm>
              <a:off x="10677244" y="0"/>
              <a:ext cx="1503557" cy="98323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88" name="Group 87"/>
          <p:cNvGrpSpPr/>
          <p:nvPr/>
        </p:nvGrpSpPr>
        <p:grpSpPr>
          <a:xfrm>
            <a:off x="3639160" y="1551844"/>
            <a:ext cx="9176870" cy="1107996"/>
            <a:chOff x="3031844" y="1170370"/>
            <a:chExt cx="7645400" cy="923330"/>
          </a:xfrm>
        </p:grpSpPr>
        <p:grpSp>
          <p:nvGrpSpPr>
            <p:cNvPr id="20" name="Group 19"/>
            <p:cNvGrpSpPr/>
            <p:nvPr/>
          </p:nvGrpSpPr>
          <p:grpSpPr>
            <a:xfrm>
              <a:off x="3031844" y="1170370"/>
              <a:ext cx="7645400" cy="923330"/>
              <a:chOff x="2540230" y="5754872"/>
              <a:chExt cx="7645400" cy="923330"/>
            </a:xfrm>
          </p:grpSpPr>
          <p:sp>
            <p:nvSpPr>
              <p:cNvPr id="22" name="TextBox 21"/>
              <p:cNvSpPr txBox="1"/>
              <p:nvPr/>
            </p:nvSpPr>
            <p:spPr>
              <a:xfrm>
                <a:off x="9195029" y="5754872"/>
                <a:ext cx="990601" cy="923330"/>
              </a:xfrm>
              <a:prstGeom prst="rect">
                <a:avLst/>
              </a:prstGeom>
              <a:noFill/>
            </p:spPr>
            <p:txBody>
              <a:bodyPr wrap="square" lIns="0" tIns="0" rIns="0" bIns="0" rtlCol="0">
                <a:spAutoFit/>
              </a:bodyPr>
              <a:lstStyle>
                <a:defPPr>
                  <a:defRPr lang="en-US"/>
                </a:defPPr>
                <a:lvl1pPr algn="ctr" defTabSz="1218987">
                  <a:lnSpc>
                    <a:spcPct val="90000"/>
                  </a:lnSpc>
                  <a:spcBef>
                    <a:spcPct val="20000"/>
                  </a:spcBef>
                  <a:buSzPct val="80000"/>
                  <a:defRPr sz="6600">
                    <a:latin typeface="Segoe UI Light" pitchFamily="34" charset="0"/>
                  </a:defRPr>
                </a:lvl1pPr>
              </a:lstStyle>
              <a:p>
                <a:pPr marL="0" marR="0" lvl="0" indent="0" algn="ctr" defTabSz="1218987" eaLnBrk="1" fontAlgn="auto" latinLnBrk="0" hangingPunct="1">
                  <a:lnSpc>
                    <a:spcPct val="90000"/>
                  </a:lnSpc>
                  <a:spcBef>
                    <a:spcPct val="20000"/>
                  </a:spcBef>
                  <a:spcAft>
                    <a:spcPts val="0"/>
                  </a:spcAft>
                  <a:buClrTx/>
                  <a:buSzPct val="80000"/>
                  <a:buFontTx/>
                  <a:buNone/>
                  <a:tabLst/>
                  <a:defRPr/>
                </a:pPr>
                <a:r>
                  <a:rPr kumimoji="0" lang="en-US" sz="8000" b="0" i="0" u="none" strike="noStrike" kern="0" cap="none" spc="0" normalizeH="0" baseline="0" noProof="0" dirty="0">
                    <a:ln>
                      <a:noFill/>
                    </a:ln>
                    <a:gradFill>
                      <a:gsLst>
                        <a:gs pos="0">
                          <a:srgbClr val="5F5F5F"/>
                        </a:gs>
                        <a:gs pos="100000">
                          <a:srgbClr val="5F5F5F"/>
                        </a:gs>
                      </a:gsLst>
                      <a:lin ang="5400000" scaled="0"/>
                    </a:gradFill>
                    <a:effectLst/>
                    <a:uLnTx/>
                    <a:uFillTx/>
                    <a:latin typeface="Segoe UI Light" pitchFamily="34" charset="0"/>
                  </a:rPr>
                  <a:t>2</a:t>
                </a:r>
              </a:p>
            </p:txBody>
          </p:sp>
          <p:sp>
            <p:nvSpPr>
              <p:cNvPr id="21" name="Rectangle 20"/>
              <p:cNvSpPr/>
              <p:nvPr/>
            </p:nvSpPr>
            <p:spPr bwMode="auto">
              <a:xfrm>
                <a:off x="2540230" y="6093147"/>
                <a:ext cx="6654800" cy="262467"/>
              </a:xfrm>
              <a:prstGeom prst="rect">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sp>
            <p:nvSpPr>
              <p:cNvPr id="23" name="Rectangle 22"/>
              <p:cNvSpPr/>
              <p:nvPr/>
            </p:nvSpPr>
            <p:spPr bwMode="auto">
              <a:xfrm>
                <a:off x="2543998" y="6093146"/>
                <a:ext cx="2052528" cy="26246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sp>
          <p:nvSpPr>
            <p:cNvPr id="24" name="Rectangle 23"/>
            <p:cNvSpPr/>
            <p:nvPr/>
          </p:nvSpPr>
          <p:spPr bwMode="auto">
            <a:xfrm>
              <a:off x="5088140" y="1363080"/>
              <a:ext cx="135293" cy="52867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5F5F5F"/>
                    </a:gs>
                    <a:gs pos="100000">
                      <a:srgbClr val="5F5F5F"/>
                    </a:gs>
                  </a:gsLst>
                  <a:lin ang="5400000" scaled="0"/>
                </a:gradFill>
                <a:effectLst/>
                <a:uLnTx/>
                <a:uFillTx/>
              </a:endParaRPr>
            </a:p>
          </p:txBody>
        </p:sp>
      </p:grpSp>
      <p:grpSp>
        <p:nvGrpSpPr>
          <p:cNvPr id="67" name="Group 66"/>
          <p:cNvGrpSpPr/>
          <p:nvPr/>
        </p:nvGrpSpPr>
        <p:grpSpPr>
          <a:xfrm>
            <a:off x="2" y="6873328"/>
            <a:ext cx="14630402" cy="1255555"/>
            <a:chOff x="-5012460" y="5194194"/>
            <a:chExt cx="16033937" cy="1376362"/>
          </a:xfrm>
        </p:grpSpPr>
        <p:pic>
          <p:nvPicPr>
            <p:cNvPr id="6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2619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69"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50542"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0"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5108"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71"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17356" y="5194194"/>
              <a:ext cx="3184840"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553"/>
            <a:stretch/>
          </p:blipFill>
          <p:spPr bwMode="auto">
            <a:xfrm>
              <a:off x="-5012460" y="5194194"/>
              <a:ext cx="1447405" cy="1376362"/>
            </a:xfrm>
            <a:prstGeom prst="rect">
              <a:avLst/>
            </a:prstGeom>
            <a:noFill/>
            <a:extLst>
              <a:ext uri="{909E8E84-426E-40dd-AFC4-6F175D3DCCD1}">
                <a14:hiddenFill xmlns:a14="http://schemas.microsoft.com/office/drawing/2010/main" xmlns="">
                  <a:solidFill>
                    <a:srgbClr val="FFFFFF"/>
                  </a:solidFill>
                </a14:hiddenFill>
              </a:ext>
            </a:extLst>
          </p:spPr>
        </p:pic>
        <p:pic>
          <p:nvPicPr>
            <p:cNvPr id="1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4473"/>
            <a:stretch/>
          </p:blipFill>
          <p:spPr bwMode="auto">
            <a:xfrm>
              <a:off x="9571520" y="5194194"/>
              <a:ext cx="1449957" cy="1376361"/>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29" name="Title 1"/>
          <p:cNvSpPr txBox="1">
            <a:spLocks/>
          </p:cNvSpPr>
          <p:nvPr/>
        </p:nvSpPr>
        <p:spPr>
          <a:xfrm>
            <a:off x="8241595" y="567695"/>
            <a:ext cx="1907933"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FFFFFF"/>
                    </a:gs>
                    <a:gs pos="100000">
                      <a:srgbClr val="FFFFFF"/>
                    </a:gs>
                  </a:gsLst>
                  <a:lin ang="5400000" scaled="0"/>
                </a:gradFill>
                <a:effectLst/>
                <a:uLnTx/>
                <a:uFillTx/>
                <a:latin typeface="Segoe UI Light" pitchFamily="34" charset="0"/>
                <a:ea typeface="+mn-ea"/>
                <a:cs typeface="Arial" charset="0"/>
              </a:rPr>
              <a:t>shared</a:t>
            </a:r>
          </a:p>
        </p:txBody>
      </p:sp>
      <p:sp>
        <p:nvSpPr>
          <p:cNvPr id="130" name="Title 1"/>
          <p:cNvSpPr txBox="1">
            <a:spLocks/>
          </p:cNvSpPr>
          <p:nvPr/>
        </p:nvSpPr>
        <p:spPr>
          <a:xfrm>
            <a:off x="10420984" y="544098"/>
            <a:ext cx="2206934" cy="531812"/>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5400" b="0" kern="1200" cap="none" spc="-100" baseline="0">
                <a:ln w="3175">
                  <a:noFill/>
                </a:ln>
                <a:solidFill>
                  <a:schemeClr val="bg1"/>
                </a:solidFill>
                <a:effectLst/>
                <a:latin typeface="Segoe UI Light" pitchFamily="34" charset="0"/>
                <a:ea typeface="+mn-ea"/>
                <a:cs typeface="Arial" charset="0"/>
              </a:defRPr>
            </a:lvl1pPr>
          </a:lstStyle>
          <a:p>
            <a:pPr marL="0" marR="0" lvl="0" indent="0" algn="ctr" defTabSz="914363" rtl="0" eaLnBrk="1" fontAlgn="auto" latinLnBrk="0" hangingPunct="1">
              <a:lnSpc>
                <a:spcPct val="90000"/>
              </a:lnSpc>
              <a:spcBef>
                <a:spcPct val="0"/>
              </a:spcBef>
              <a:spcAft>
                <a:spcPts val="0"/>
              </a:spcAft>
              <a:buClrTx/>
              <a:buSzTx/>
              <a:buFontTx/>
              <a:buNone/>
              <a:tabLst>
                <a:tab pos="1306842" algn="l"/>
              </a:tabLst>
              <a:defRPr/>
            </a:pPr>
            <a:r>
              <a:rPr kumimoji="0" lang="en-US" sz="3840" b="0" i="0" u="none" strike="noStrike" kern="1200" cap="none" spc="-100" normalizeH="0" baseline="0" noProof="0" dirty="0">
                <a:ln w="3175">
                  <a:noFill/>
                </a:ln>
                <a:gradFill>
                  <a:gsLst>
                    <a:gs pos="0">
                      <a:srgbClr val="0071BC"/>
                    </a:gs>
                    <a:gs pos="100000">
                      <a:srgbClr val="0071BC"/>
                    </a:gs>
                  </a:gsLst>
                  <a:lin ang="5400000" scaled="0"/>
                </a:gradFill>
                <a:effectLst/>
                <a:uLnTx/>
                <a:uFillTx/>
                <a:latin typeface="Segoe UI Light" pitchFamily="34" charset="0"/>
                <a:ea typeface="+mn-ea"/>
                <a:cs typeface="Arial" charset="0"/>
              </a:rPr>
              <a:t>standard</a:t>
            </a:r>
          </a:p>
        </p:txBody>
      </p:sp>
      <p:cxnSp>
        <p:nvCxnSpPr>
          <p:cNvPr id="131" name="Straight Connector 130"/>
          <p:cNvCxnSpPr/>
          <p:nvPr/>
        </p:nvCxnSpPr>
        <p:spPr>
          <a:xfrm flipV="1">
            <a:off x="10307827" y="360010"/>
            <a:ext cx="0" cy="819872"/>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0307833" y="360010"/>
            <a:ext cx="2508203"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816030" y="360015"/>
            <a:ext cx="0" cy="81987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816036" y="1179880"/>
            <a:ext cx="1814370"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0" y="1179880"/>
            <a:ext cx="10307827" cy="0"/>
          </a:xfrm>
          <a:prstGeom prst="line">
            <a:avLst/>
          </a:prstGeom>
          <a:ln w="12700" cap="rnd">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a:xfrm>
            <a:off x="7356631" y="3159782"/>
            <a:ext cx="2847438" cy="3514517"/>
            <a:chOff x="4888659" y="2633150"/>
            <a:chExt cx="2372247" cy="2928764"/>
          </a:xfrm>
        </p:grpSpPr>
        <p:sp>
          <p:nvSpPr>
            <p:cNvPr id="137" name="Isosceles Triangle 26"/>
            <p:cNvSpPr/>
            <p:nvPr/>
          </p:nvSpPr>
          <p:spPr bwMode="auto">
            <a:xfrm rot="5400000" flipV="1">
              <a:off x="4610401" y="2911408"/>
              <a:ext cx="2928764" cy="2372247"/>
            </a:xfrm>
            <a:custGeom>
              <a:avLst/>
              <a:gdLst/>
              <a:ahLst/>
              <a:cxnLst/>
              <a:rect l="l" t="t" r="r" b="b"/>
              <a:pathLst>
                <a:path w="3115842" h="2172929">
                  <a:moveTo>
                    <a:pt x="0" y="126182"/>
                  </a:moveTo>
                  <a:lnTo>
                    <a:pt x="0" y="2046747"/>
                  </a:lnTo>
                  <a:cubicBezTo>
                    <a:pt x="0" y="2116435"/>
                    <a:pt x="56494" y="2172929"/>
                    <a:pt x="126182" y="2172929"/>
                  </a:cubicBezTo>
                  <a:lnTo>
                    <a:pt x="2676011" y="2172929"/>
                  </a:lnTo>
                  <a:cubicBezTo>
                    <a:pt x="2745699" y="2172929"/>
                    <a:pt x="2802193" y="2116435"/>
                    <a:pt x="2802193" y="2046747"/>
                  </a:cubicBezTo>
                  <a:lnTo>
                    <a:pt x="2802193" y="612286"/>
                  </a:lnTo>
                  <a:lnTo>
                    <a:pt x="3115842" y="612286"/>
                  </a:lnTo>
                  <a:lnTo>
                    <a:pt x="2802193" y="343044"/>
                  </a:lnTo>
                  <a:lnTo>
                    <a:pt x="2802193" y="126182"/>
                  </a:lnTo>
                  <a:cubicBezTo>
                    <a:pt x="2802193" y="56494"/>
                    <a:pt x="2745699" y="0"/>
                    <a:pt x="2676011" y="0"/>
                  </a:cubicBezTo>
                  <a:lnTo>
                    <a:pt x="126182" y="0"/>
                  </a:lnTo>
                  <a:cubicBezTo>
                    <a:pt x="56494" y="0"/>
                    <a:pt x="0" y="56494"/>
                    <a:pt x="0" y="126182"/>
                  </a:cubicBez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38" name="TextBox 137"/>
            <p:cNvSpPr txBox="1"/>
            <p:nvPr/>
          </p:nvSpPr>
          <p:spPr>
            <a:xfrm>
              <a:off x="5014374" y="2791511"/>
              <a:ext cx="2150456" cy="221589"/>
            </a:xfrm>
            <a:prstGeom prst="rect">
              <a:avLst/>
            </a:prstGeom>
            <a:noFill/>
          </p:spPr>
          <p:txBody>
            <a:bodyPr wrap="non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Standard instance</a:t>
              </a:r>
            </a:p>
          </p:txBody>
        </p:sp>
      </p:grpSp>
      <p:grpSp>
        <p:nvGrpSpPr>
          <p:cNvPr id="144" name="Group 143"/>
          <p:cNvGrpSpPr/>
          <p:nvPr/>
        </p:nvGrpSpPr>
        <p:grpSpPr>
          <a:xfrm>
            <a:off x="7483740" y="3949731"/>
            <a:ext cx="2593224" cy="1887550"/>
            <a:chOff x="5633503" y="3707934"/>
            <a:chExt cx="866165" cy="631077"/>
          </a:xfrm>
        </p:grpSpPr>
        <p:grpSp>
          <p:nvGrpSpPr>
            <p:cNvPr id="145" name="Group 144"/>
            <p:cNvGrpSpPr/>
            <p:nvPr/>
          </p:nvGrpSpPr>
          <p:grpSpPr>
            <a:xfrm>
              <a:off x="5633503" y="3707934"/>
              <a:ext cx="866164" cy="631077"/>
              <a:chOff x="2146305" y="552450"/>
              <a:chExt cx="7896221" cy="5753100"/>
            </a:xfrm>
          </p:grpSpPr>
          <p:pic>
            <p:nvPicPr>
              <p:cNvPr id="147" name="Picture 1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5" y="552450"/>
                <a:ext cx="7896221" cy="5753100"/>
              </a:xfrm>
              <a:prstGeom prst="rect">
                <a:avLst/>
              </a:prstGeom>
            </p:spPr>
          </p:pic>
          <p:sp>
            <p:nvSpPr>
              <p:cNvPr id="148" name="Rectangle 147"/>
              <p:cNvSpPr/>
              <p:nvPr/>
            </p:nvSpPr>
            <p:spPr bwMode="auto">
              <a:xfrm>
                <a:off x="2271255" y="1651098"/>
                <a:ext cx="7659329" cy="448423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46" name="Rectangle 145"/>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65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122" name="Group 121"/>
          <p:cNvGrpSpPr/>
          <p:nvPr/>
        </p:nvGrpSpPr>
        <p:grpSpPr>
          <a:xfrm>
            <a:off x="10342669" y="3159782"/>
            <a:ext cx="2847438" cy="3514517"/>
            <a:chOff x="4888659" y="2633150"/>
            <a:chExt cx="2372247" cy="2928764"/>
          </a:xfrm>
        </p:grpSpPr>
        <p:sp>
          <p:nvSpPr>
            <p:cNvPr id="128" name="Isosceles Triangle 26"/>
            <p:cNvSpPr/>
            <p:nvPr/>
          </p:nvSpPr>
          <p:spPr bwMode="auto">
            <a:xfrm rot="5400000" flipV="1">
              <a:off x="4610401" y="2911408"/>
              <a:ext cx="2928764" cy="2372247"/>
            </a:xfrm>
            <a:custGeom>
              <a:avLst/>
              <a:gdLst/>
              <a:ahLst/>
              <a:cxnLst/>
              <a:rect l="l" t="t" r="r" b="b"/>
              <a:pathLst>
                <a:path w="3115842" h="2172929">
                  <a:moveTo>
                    <a:pt x="0" y="126182"/>
                  </a:moveTo>
                  <a:lnTo>
                    <a:pt x="0" y="2046747"/>
                  </a:lnTo>
                  <a:cubicBezTo>
                    <a:pt x="0" y="2116435"/>
                    <a:pt x="56494" y="2172929"/>
                    <a:pt x="126182" y="2172929"/>
                  </a:cubicBezTo>
                  <a:lnTo>
                    <a:pt x="2676011" y="2172929"/>
                  </a:lnTo>
                  <a:cubicBezTo>
                    <a:pt x="2745699" y="2172929"/>
                    <a:pt x="2802193" y="2116435"/>
                    <a:pt x="2802193" y="2046747"/>
                  </a:cubicBezTo>
                  <a:lnTo>
                    <a:pt x="2802193" y="612286"/>
                  </a:lnTo>
                  <a:lnTo>
                    <a:pt x="3115842" y="612286"/>
                  </a:lnTo>
                  <a:lnTo>
                    <a:pt x="2802193" y="343044"/>
                  </a:lnTo>
                  <a:lnTo>
                    <a:pt x="2802193" y="126182"/>
                  </a:lnTo>
                  <a:cubicBezTo>
                    <a:pt x="2802193" y="56494"/>
                    <a:pt x="2745699" y="0"/>
                    <a:pt x="2676011" y="0"/>
                  </a:cubicBezTo>
                  <a:lnTo>
                    <a:pt x="126182" y="0"/>
                  </a:lnTo>
                  <a:cubicBezTo>
                    <a:pt x="56494" y="0"/>
                    <a:pt x="0" y="56494"/>
                    <a:pt x="0" y="126182"/>
                  </a:cubicBezTo>
                  <a:close/>
                </a:path>
              </a:pathLst>
            </a:cu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sp>
          <p:nvSpPr>
            <p:cNvPr id="149" name="TextBox 148"/>
            <p:cNvSpPr txBox="1"/>
            <p:nvPr/>
          </p:nvSpPr>
          <p:spPr>
            <a:xfrm>
              <a:off x="5014374" y="2791511"/>
              <a:ext cx="2150456" cy="221589"/>
            </a:xfrm>
            <a:prstGeom prst="rect">
              <a:avLst/>
            </a:prstGeom>
            <a:noFill/>
          </p:spPr>
          <p:txBody>
            <a:bodyPr wrap="none" lIns="0" tIns="0" rIns="0" bIns="0" rtlCol="0">
              <a:spAutoFit/>
            </a:bodyPr>
            <a:lstStyle/>
            <a:p>
              <a:pPr marL="0" marR="0" lvl="0" indent="0" defTabSz="1462797" eaLnBrk="1" fontAlgn="auto" latinLnBrk="0" hangingPunct="1">
                <a:lnSpc>
                  <a:spcPct val="90000"/>
                </a:lnSpc>
                <a:spcBef>
                  <a:spcPct val="20000"/>
                </a:spcBef>
                <a:spcAft>
                  <a:spcPts val="0"/>
                </a:spcAft>
                <a:buClrTx/>
                <a:buSzPct val="80000"/>
                <a:buFontTx/>
                <a:buNone/>
                <a:tabLst/>
                <a:defRPr/>
              </a:pPr>
              <a:r>
                <a:rPr kumimoji="0" lang="en-US" sz="1920" b="1" i="0" u="none" strike="noStrike" kern="0" cap="all" spc="0" normalizeH="0" baseline="0" noProof="0" dirty="0">
                  <a:ln>
                    <a:noFill/>
                  </a:ln>
                  <a:gradFill>
                    <a:gsLst>
                      <a:gs pos="0">
                        <a:srgbClr val="FFFFFF"/>
                      </a:gs>
                      <a:gs pos="100000">
                        <a:srgbClr val="FFFFFF"/>
                      </a:gs>
                    </a:gsLst>
                    <a:lin ang="5400000" scaled="0"/>
                  </a:gradFill>
                  <a:effectLst/>
                  <a:uLnTx/>
                  <a:uFillTx/>
                </a:rPr>
                <a:t>Standard instance</a:t>
              </a:r>
            </a:p>
          </p:txBody>
        </p:sp>
      </p:grpSp>
      <p:grpSp>
        <p:nvGrpSpPr>
          <p:cNvPr id="123" name="Group 122"/>
          <p:cNvGrpSpPr/>
          <p:nvPr/>
        </p:nvGrpSpPr>
        <p:grpSpPr>
          <a:xfrm>
            <a:off x="10477425" y="3957641"/>
            <a:ext cx="2593221" cy="1887550"/>
            <a:chOff x="5633504" y="3792006"/>
            <a:chExt cx="866164" cy="631077"/>
          </a:xfrm>
        </p:grpSpPr>
        <p:grpSp>
          <p:nvGrpSpPr>
            <p:cNvPr id="124" name="Group 123"/>
            <p:cNvGrpSpPr/>
            <p:nvPr/>
          </p:nvGrpSpPr>
          <p:grpSpPr>
            <a:xfrm>
              <a:off x="5633504" y="3792006"/>
              <a:ext cx="866164" cy="631077"/>
              <a:chOff x="2146300" y="1318875"/>
              <a:chExt cx="7896225" cy="5753100"/>
            </a:xfrm>
          </p:grpSpPr>
          <p:pic>
            <p:nvPicPr>
              <p:cNvPr id="126" name="Picture 1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6300" y="1318875"/>
                <a:ext cx="7896225" cy="5753100"/>
              </a:xfrm>
              <a:prstGeom prst="rect">
                <a:avLst/>
              </a:prstGeom>
            </p:spPr>
          </p:pic>
          <p:sp>
            <p:nvSpPr>
              <p:cNvPr id="127" name="Rectangle 126"/>
              <p:cNvSpPr/>
              <p:nvPr/>
            </p:nvSpPr>
            <p:spPr bwMode="auto">
              <a:xfrm>
                <a:off x="2271250" y="2417523"/>
                <a:ext cx="7659330" cy="4484231"/>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125" name="Rectangle 124"/>
            <p:cNvSpPr/>
            <p:nvPr/>
          </p:nvSpPr>
          <p:spPr bwMode="auto">
            <a:xfrm>
              <a:off x="5659490" y="3873723"/>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65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58" name="Group 57"/>
          <p:cNvGrpSpPr/>
          <p:nvPr/>
        </p:nvGrpSpPr>
        <p:grpSpPr>
          <a:xfrm>
            <a:off x="7477501" y="3727110"/>
            <a:ext cx="1832653" cy="1333949"/>
            <a:chOff x="5633504" y="3707933"/>
            <a:chExt cx="866164" cy="631077"/>
          </a:xfrm>
        </p:grpSpPr>
        <p:grpSp>
          <p:nvGrpSpPr>
            <p:cNvPr id="59" name="Group 58"/>
            <p:cNvGrpSpPr/>
            <p:nvPr/>
          </p:nvGrpSpPr>
          <p:grpSpPr>
            <a:xfrm>
              <a:off x="5633504" y="3707933"/>
              <a:ext cx="866164" cy="631077"/>
              <a:chOff x="2146300" y="552450"/>
              <a:chExt cx="7896225" cy="5753100"/>
            </a:xfrm>
          </p:grpSpPr>
          <p:pic>
            <p:nvPicPr>
              <p:cNvPr id="61" name="Picture 6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62" name="Rectangle 61"/>
              <p:cNvSpPr/>
              <p:nvPr/>
            </p:nvSpPr>
            <p:spPr bwMode="auto">
              <a:xfrm>
                <a:off x="2271251" y="1651097"/>
                <a:ext cx="7659329" cy="4484232"/>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60" name="Rectangle 59"/>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28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63" name="Group 62"/>
          <p:cNvGrpSpPr/>
          <p:nvPr/>
        </p:nvGrpSpPr>
        <p:grpSpPr>
          <a:xfrm>
            <a:off x="7477506" y="5190156"/>
            <a:ext cx="1146338" cy="834395"/>
            <a:chOff x="5633504" y="3707933"/>
            <a:chExt cx="866164" cy="631077"/>
          </a:xfrm>
        </p:grpSpPr>
        <p:grpSp>
          <p:nvGrpSpPr>
            <p:cNvPr id="64" name="Group 63"/>
            <p:cNvGrpSpPr/>
            <p:nvPr/>
          </p:nvGrpSpPr>
          <p:grpSpPr>
            <a:xfrm>
              <a:off x="5633504" y="3707933"/>
              <a:ext cx="866164" cy="631077"/>
              <a:chOff x="2146300" y="552450"/>
              <a:chExt cx="7896225" cy="5753100"/>
            </a:xfrm>
          </p:grpSpPr>
          <p:pic>
            <p:nvPicPr>
              <p:cNvPr id="66" name="Picture 6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72" name="Rectangle 71"/>
              <p:cNvSpPr/>
              <p:nvPr/>
            </p:nvSpPr>
            <p:spPr bwMode="auto">
              <a:xfrm>
                <a:off x="2271251" y="1651097"/>
                <a:ext cx="7659329" cy="4484232"/>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128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65" name="Rectangle 64"/>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20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73" name="Group 72"/>
          <p:cNvGrpSpPr/>
          <p:nvPr/>
        </p:nvGrpSpPr>
        <p:grpSpPr>
          <a:xfrm>
            <a:off x="8730849" y="5190156"/>
            <a:ext cx="1146338" cy="834395"/>
            <a:chOff x="5633504" y="3707933"/>
            <a:chExt cx="866164" cy="631077"/>
          </a:xfrm>
        </p:grpSpPr>
        <p:grpSp>
          <p:nvGrpSpPr>
            <p:cNvPr id="74" name="Group 73"/>
            <p:cNvGrpSpPr/>
            <p:nvPr/>
          </p:nvGrpSpPr>
          <p:grpSpPr>
            <a:xfrm>
              <a:off x="5633504" y="3707933"/>
              <a:ext cx="866164" cy="631077"/>
              <a:chOff x="2146300" y="552450"/>
              <a:chExt cx="7896225" cy="5753100"/>
            </a:xfrm>
          </p:grpSpPr>
          <p:pic>
            <p:nvPicPr>
              <p:cNvPr id="76" name="Picture 7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77" name="Rectangle 76"/>
              <p:cNvSpPr/>
              <p:nvPr/>
            </p:nvSpPr>
            <p:spPr bwMode="auto">
              <a:xfrm>
                <a:off x="2271251" y="1651097"/>
                <a:ext cx="7659329" cy="4484232"/>
              </a:xfrm>
              <a:prstGeom prst="rect">
                <a:avLst/>
              </a:prstGeom>
              <a:solidFill>
                <a:schemeClr val="accent4">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128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75" name="Rectangle 74"/>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20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78" name="Group 77"/>
          <p:cNvGrpSpPr/>
          <p:nvPr/>
        </p:nvGrpSpPr>
        <p:grpSpPr>
          <a:xfrm>
            <a:off x="10430510" y="3727110"/>
            <a:ext cx="1832653" cy="1333949"/>
            <a:chOff x="5633504" y="3707933"/>
            <a:chExt cx="866164" cy="631077"/>
          </a:xfrm>
        </p:grpSpPr>
        <p:grpSp>
          <p:nvGrpSpPr>
            <p:cNvPr id="79" name="Group 78"/>
            <p:cNvGrpSpPr/>
            <p:nvPr/>
          </p:nvGrpSpPr>
          <p:grpSpPr>
            <a:xfrm>
              <a:off x="5633504" y="3707933"/>
              <a:ext cx="866164" cy="631077"/>
              <a:chOff x="2146300" y="552450"/>
              <a:chExt cx="7896225" cy="5753100"/>
            </a:xfrm>
          </p:grpSpPr>
          <p:pic>
            <p:nvPicPr>
              <p:cNvPr id="81" name="Picture 8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82" name="Rectangle 81"/>
              <p:cNvSpPr/>
              <p:nvPr/>
            </p:nvSpPr>
            <p:spPr bwMode="auto">
              <a:xfrm>
                <a:off x="2271251" y="1651097"/>
                <a:ext cx="7659329" cy="4484232"/>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272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80" name="Rectangle 79"/>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57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528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83" name="Group 82"/>
          <p:cNvGrpSpPr/>
          <p:nvPr/>
        </p:nvGrpSpPr>
        <p:grpSpPr>
          <a:xfrm>
            <a:off x="10430516" y="5190156"/>
            <a:ext cx="1146338" cy="834395"/>
            <a:chOff x="5633504" y="3707933"/>
            <a:chExt cx="866164" cy="631077"/>
          </a:xfrm>
        </p:grpSpPr>
        <p:grpSp>
          <p:nvGrpSpPr>
            <p:cNvPr id="84" name="Group 83"/>
            <p:cNvGrpSpPr/>
            <p:nvPr/>
          </p:nvGrpSpPr>
          <p:grpSpPr>
            <a:xfrm>
              <a:off x="5633504" y="3707933"/>
              <a:ext cx="866164" cy="631077"/>
              <a:chOff x="2146300" y="552450"/>
              <a:chExt cx="7896225" cy="5753100"/>
            </a:xfrm>
          </p:grpSpPr>
          <p:pic>
            <p:nvPicPr>
              <p:cNvPr id="86" name="Picture 8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89" name="Rectangle 88"/>
              <p:cNvSpPr/>
              <p:nvPr/>
            </p:nvSpPr>
            <p:spPr bwMode="auto">
              <a:xfrm>
                <a:off x="2271251" y="1651097"/>
                <a:ext cx="7659329" cy="4484232"/>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128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85" name="Rectangle 84"/>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20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grpSp>
        <p:nvGrpSpPr>
          <p:cNvPr id="90" name="Group 89"/>
          <p:cNvGrpSpPr/>
          <p:nvPr/>
        </p:nvGrpSpPr>
        <p:grpSpPr>
          <a:xfrm>
            <a:off x="11683858" y="5190156"/>
            <a:ext cx="1146338" cy="834395"/>
            <a:chOff x="5633504" y="3707933"/>
            <a:chExt cx="866164" cy="631077"/>
          </a:xfrm>
        </p:grpSpPr>
        <p:grpSp>
          <p:nvGrpSpPr>
            <p:cNvPr id="91" name="Group 90"/>
            <p:cNvGrpSpPr/>
            <p:nvPr/>
          </p:nvGrpSpPr>
          <p:grpSpPr>
            <a:xfrm>
              <a:off x="5633504" y="3707933"/>
              <a:ext cx="866164" cy="631077"/>
              <a:chOff x="2146300" y="552450"/>
              <a:chExt cx="7896225" cy="5753100"/>
            </a:xfrm>
          </p:grpSpPr>
          <p:pic>
            <p:nvPicPr>
              <p:cNvPr id="93" name="Picture 9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46300" y="552450"/>
                <a:ext cx="7896225" cy="5753100"/>
              </a:xfrm>
              <a:prstGeom prst="rect">
                <a:avLst/>
              </a:prstGeom>
            </p:spPr>
          </p:pic>
          <p:sp>
            <p:nvSpPr>
              <p:cNvPr id="94" name="Rectangle 93"/>
              <p:cNvSpPr/>
              <p:nvPr/>
            </p:nvSpPr>
            <p:spPr bwMode="auto">
              <a:xfrm>
                <a:off x="2271251" y="1651097"/>
                <a:ext cx="7659329" cy="4484232"/>
              </a:xfrm>
              <a:prstGeom prst="rect">
                <a:avLst/>
              </a:prstGeom>
              <a:solidFill>
                <a:schemeClr val="accent4">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endParaRPr kumimoji="0" lang="en-US" sz="128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92" name="Rectangle 91"/>
            <p:cNvSpPr/>
            <p:nvPr/>
          </p:nvSpPr>
          <p:spPr bwMode="auto">
            <a:xfrm>
              <a:off x="5659490" y="3789650"/>
              <a:ext cx="840178" cy="49189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46298" tIns="73149" rIns="146298" bIns="73149" numCol="1" rtlCol="0" anchor="ctr" anchorCtr="0" compatLnSpc="1">
              <a:prstTxWarp prst="textNoShape">
                <a:avLst/>
              </a:prstTxWarp>
            </a:bodyPr>
            <a:lstStyle/>
            <a:p>
              <a:pPr marL="0" marR="0" lvl="0" indent="0" algn="ctr" defTabSz="1096928" eaLnBrk="1" fontAlgn="base" latinLnBrk="0" hangingPunct="1">
                <a:lnSpc>
                  <a:spcPct val="100000"/>
                </a:lnSpc>
                <a:spcBef>
                  <a:spcPct val="0"/>
                </a:spcBef>
                <a:spcAft>
                  <a:spcPct val="0"/>
                </a:spcAft>
                <a:buClrTx/>
                <a:buSzTx/>
                <a:buFontTx/>
                <a:buNone/>
                <a:tabLst/>
                <a:defRPr/>
              </a:pPr>
              <a:r>
                <a:rPr kumimoji="0" lang="en-US" sz="3360" b="0" i="0" u="none" strike="noStrike" kern="0" cap="none" spc="0" normalizeH="0" baseline="0" noProof="0" dirty="0">
                  <a:ln>
                    <a:noFill/>
                  </a:ln>
                  <a:gradFill>
                    <a:gsLst>
                      <a:gs pos="0">
                        <a:srgbClr val="FFFFFF"/>
                      </a:gs>
                      <a:gs pos="100000">
                        <a:srgbClr val="FFFFFF"/>
                      </a:gs>
                    </a:gsLst>
                    <a:lin ang="5400000" scaled="0"/>
                  </a:gradFill>
                  <a:effectLst/>
                  <a:uLnTx/>
                  <a:uFillTx/>
                  <a:sym typeface="Wingdings" pitchFamily="2" charset="2"/>
                </a:rPr>
                <a:t>:-)</a:t>
              </a:r>
              <a:endParaRPr kumimoji="0" lang="en-US" sz="3200"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sp>
        <p:nvSpPr>
          <p:cNvPr id="99" name="Title 1"/>
          <p:cNvSpPr txBox="1">
            <a:spLocks/>
          </p:cNvSpPr>
          <p:nvPr/>
        </p:nvSpPr>
        <p:spPr>
          <a:xfrm>
            <a:off x="1466875" y="1840308"/>
            <a:ext cx="1907933" cy="531812"/>
          </a:xfrm>
          <a:prstGeom prst="rect">
            <a:avLst/>
          </a:prstGeom>
        </p:spPr>
        <p:txBody>
          <a:bodyPr vert="horz" wrap="square" lIns="0" tIns="0" rIns="0" bIns="0" rtlCol="0" anchor="t">
            <a:spAutoFit/>
          </a:bodyPr>
          <a:lstStyle>
            <a:defPPr>
              <a:defRPr lang="en-US"/>
            </a:defPPr>
            <a:lvl1pPr algn="r">
              <a:lnSpc>
                <a:spcPct val="90000"/>
              </a:lnSpc>
              <a:spcBef>
                <a:spcPct val="0"/>
              </a:spcBef>
              <a:buNone/>
              <a:tabLst>
                <a:tab pos="1089025" algn="l"/>
              </a:tabLst>
              <a:defRPr sz="3200" b="0" cap="none" spc="-100" baseline="0">
                <a:ln w="3175">
                  <a:noFill/>
                </a:ln>
                <a:effectLst/>
                <a:latin typeface="Segoe UI" pitchFamily="34" charset="0"/>
                <a:ea typeface="Segoe UI" pitchFamily="34" charset="0"/>
                <a:cs typeface="Segoe UI" pitchFamily="34" charset="0"/>
              </a:defRPr>
            </a:lvl1pPr>
          </a:lstStyle>
          <a:p>
            <a:pPr marL="0" marR="0" lvl="0" indent="0" algn="r" defTabSz="1097245" eaLnBrk="1" fontAlgn="auto" latinLnBrk="0" hangingPunct="1">
              <a:lnSpc>
                <a:spcPct val="90000"/>
              </a:lnSpc>
              <a:spcBef>
                <a:spcPct val="0"/>
              </a:spcBef>
              <a:spcAft>
                <a:spcPts val="0"/>
              </a:spcAft>
              <a:buClrTx/>
              <a:buSzTx/>
              <a:buFontTx/>
              <a:buNone/>
              <a:tabLst>
                <a:tab pos="1089025" algn="l"/>
              </a:tabLst>
              <a:defRPr/>
            </a:pPr>
            <a:r>
              <a:rPr kumimoji="0" lang="en-US" sz="384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rPr>
              <a:t>standard</a:t>
            </a:r>
            <a:endParaRPr kumimoji="0" sz="5120" b="0" i="0" u="none" strike="noStrike" kern="0" cap="none" spc="-100" normalizeH="0" baseline="0" noProof="0" dirty="0">
              <a:ln w="3175">
                <a:noFill/>
              </a:ln>
              <a:gradFill>
                <a:gsLst>
                  <a:gs pos="0">
                    <a:srgbClr val="5F5F5F"/>
                  </a:gs>
                  <a:gs pos="100000">
                    <a:srgbClr val="5F5F5F"/>
                  </a:gs>
                </a:gsLst>
                <a:lin ang="5400000" scaled="0"/>
              </a:gradFill>
              <a:effectLst/>
              <a:uLnTx/>
              <a:uFillTx/>
              <a:latin typeface="Segoe UI" pitchFamily="34" charset="0"/>
              <a:ea typeface="Segoe UI" pitchFamily="34" charset="0"/>
              <a:cs typeface="Segoe UI" pitchFamily="34" charset="0"/>
            </a:endParaRPr>
          </a:p>
        </p:txBody>
      </p:sp>
      <p:sp>
        <p:nvSpPr>
          <p:cNvPr id="3" name="Title 2"/>
          <p:cNvSpPr>
            <a:spLocks noGrp="1"/>
          </p:cNvSpPr>
          <p:nvPr>
            <p:ph type="title"/>
          </p:nvPr>
        </p:nvSpPr>
        <p:spPr/>
        <p:txBody>
          <a:bodyPr/>
          <a:lstStyle/>
          <a:p>
            <a:r>
              <a:rPr lang="en-US" dirty="0">
                <a:gradFill>
                  <a:gsLst>
                    <a:gs pos="0">
                      <a:srgbClr val="FFFFFF"/>
                    </a:gs>
                    <a:gs pos="100000">
                      <a:srgbClr val="FFFFFF"/>
                    </a:gs>
                  </a:gsLst>
                  <a:lin ang="5400000" scaled="0"/>
                </a:gradFill>
              </a:rPr>
              <a:t>web sites </a:t>
            </a:r>
          </a:p>
        </p:txBody>
      </p:sp>
    </p:spTree>
    <p:extLst>
      <p:ext uri="{BB962C8B-B14F-4D97-AF65-F5344CB8AC3E}">
        <p14:creationId xmlns:p14="http://schemas.microsoft.com/office/powerpoint/2010/main" val="3908309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afterEffect">
                                  <p:stCondLst>
                                    <p:cond delay="0"/>
                                  </p:stCondLst>
                                  <p:childTnLst>
                                    <p:animEffect transition="out" filter="fade">
                                      <p:cBhvr>
                                        <p:cTn id="6" dur="500"/>
                                        <p:tgtEl>
                                          <p:spTgt spid="123"/>
                                        </p:tgtEl>
                                      </p:cBhvr>
                                    </p:animEffect>
                                    <p:set>
                                      <p:cBhvr>
                                        <p:cTn id="7" dur="1" fill="hold">
                                          <p:stCondLst>
                                            <p:cond delay="499"/>
                                          </p:stCondLst>
                                        </p:cTn>
                                        <p:tgtEl>
                                          <p:spTgt spid="123"/>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44"/>
                                        </p:tgtEl>
                                      </p:cBhvr>
                                    </p:animEffect>
                                    <p:set>
                                      <p:cBhvr>
                                        <p:cTn id="10" dur="1" fill="hold">
                                          <p:stCondLst>
                                            <p:cond delay="499"/>
                                          </p:stCondLst>
                                        </p:cTn>
                                        <p:tgtEl>
                                          <p:spTgt spid="144"/>
                                        </p:tgtEl>
                                        <p:attrNameLst>
                                          <p:attrName>style.visibility</p:attrName>
                                        </p:attrNameLst>
                                      </p:cBhvr>
                                      <p:to>
                                        <p:strVal val="hidden"/>
                                      </p:to>
                                    </p:se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500"/>
                                        <p:tgtEl>
                                          <p:spTgt spid="58"/>
                                        </p:tgtEl>
                                      </p:cBhvr>
                                    </p:animEffect>
                                  </p:childTnLst>
                                </p:cTn>
                              </p:par>
                              <p:par>
                                <p:cTn id="15" presetID="10" presetClass="entr" presetSubtype="0"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fade">
                                      <p:cBhvr>
                                        <p:cTn id="17" dur="500"/>
                                        <p:tgtEl>
                                          <p:spTgt spid="78"/>
                                        </p:tgtEl>
                                      </p:cBhvr>
                                    </p:animEffect>
                                  </p:childTnLst>
                                </p:cTn>
                              </p:par>
                            </p:childTnLst>
                          </p:cTn>
                        </p:par>
                        <p:par>
                          <p:cTn id="18" fill="hold">
                            <p:stCondLst>
                              <p:cond delay="1000"/>
                            </p:stCondLst>
                            <p:childTnLst>
                              <p:par>
                                <p:cTn id="19" presetID="10" presetClass="entr" presetSubtype="0" fill="hold" nodeType="afterEffect">
                                  <p:stCondLst>
                                    <p:cond delay="750"/>
                                  </p:stCondLst>
                                  <p:childTnLst>
                                    <p:set>
                                      <p:cBhvr>
                                        <p:cTn id="20" dur="1" fill="hold">
                                          <p:stCondLst>
                                            <p:cond delay="0"/>
                                          </p:stCondLst>
                                        </p:cTn>
                                        <p:tgtEl>
                                          <p:spTgt spid="63"/>
                                        </p:tgtEl>
                                        <p:attrNameLst>
                                          <p:attrName>style.visibility</p:attrName>
                                        </p:attrNameLst>
                                      </p:cBhvr>
                                      <p:to>
                                        <p:strVal val="visible"/>
                                      </p:to>
                                    </p:set>
                                    <p:animEffect transition="in" filter="fade">
                                      <p:cBhvr>
                                        <p:cTn id="21" dur="500"/>
                                        <p:tgtEl>
                                          <p:spTgt spid="63"/>
                                        </p:tgtEl>
                                      </p:cBhvr>
                                    </p:animEffect>
                                  </p:childTnLst>
                                </p:cTn>
                              </p:par>
                              <p:par>
                                <p:cTn id="22" presetID="10" presetClass="entr" presetSubtype="0" fill="hold" nodeType="withEffect">
                                  <p:stCondLst>
                                    <p:cond delay="750"/>
                                  </p:stCondLst>
                                  <p:childTnLst>
                                    <p:set>
                                      <p:cBhvr>
                                        <p:cTn id="23" dur="1" fill="hold">
                                          <p:stCondLst>
                                            <p:cond delay="0"/>
                                          </p:stCondLst>
                                        </p:cTn>
                                        <p:tgtEl>
                                          <p:spTgt spid="83"/>
                                        </p:tgtEl>
                                        <p:attrNameLst>
                                          <p:attrName>style.visibility</p:attrName>
                                        </p:attrNameLst>
                                      </p:cBhvr>
                                      <p:to>
                                        <p:strVal val="visible"/>
                                      </p:to>
                                    </p:set>
                                    <p:animEffect transition="in" filter="fade">
                                      <p:cBhvr>
                                        <p:cTn id="24" dur="500"/>
                                        <p:tgtEl>
                                          <p:spTgt spid="83"/>
                                        </p:tgtEl>
                                      </p:cBhvr>
                                    </p:animEffect>
                                  </p:childTnLst>
                                </p:cTn>
                              </p:par>
                            </p:childTnLst>
                          </p:cTn>
                        </p:par>
                        <p:par>
                          <p:cTn id="25" fill="hold">
                            <p:stCondLst>
                              <p:cond delay="2250"/>
                            </p:stCondLst>
                            <p:childTnLst>
                              <p:par>
                                <p:cTn id="26" presetID="10" presetClass="entr" presetSubtype="0" fill="hold" nodeType="afterEffect">
                                  <p:stCondLst>
                                    <p:cond delay="500"/>
                                  </p:stCondLst>
                                  <p:childTnLst>
                                    <p:set>
                                      <p:cBhvr>
                                        <p:cTn id="27" dur="1" fill="hold">
                                          <p:stCondLst>
                                            <p:cond delay="0"/>
                                          </p:stCondLst>
                                        </p:cTn>
                                        <p:tgtEl>
                                          <p:spTgt spid="73"/>
                                        </p:tgtEl>
                                        <p:attrNameLst>
                                          <p:attrName>style.visibility</p:attrName>
                                        </p:attrNameLst>
                                      </p:cBhvr>
                                      <p:to>
                                        <p:strVal val="visible"/>
                                      </p:to>
                                    </p:set>
                                    <p:animEffect transition="in" filter="fade">
                                      <p:cBhvr>
                                        <p:cTn id="28" dur="500"/>
                                        <p:tgtEl>
                                          <p:spTgt spid="73"/>
                                        </p:tgtEl>
                                      </p:cBhvr>
                                    </p:animEffect>
                                  </p:childTnLst>
                                </p:cTn>
                              </p:par>
                            </p:childTnLst>
                          </p:cTn>
                        </p:par>
                        <p:par>
                          <p:cTn id="29" fill="hold">
                            <p:stCondLst>
                              <p:cond delay="3250"/>
                            </p:stCondLst>
                            <p:childTnLst>
                              <p:par>
                                <p:cTn id="30" presetID="10" presetClass="entr" presetSubtype="0" fill="hold" nodeType="afterEffect">
                                  <p:stCondLst>
                                    <p:cond delay="0"/>
                                  </p:stCondLst>
                                  <p:childTnLst>
                                    <p:set>
                                      <p:cBhvr>
                                        <p:cTn id="31" dur="1" fill="hold">
                                          <p:stCondLst>
                                            <p:cond delay="0"/>
                                          </p:stCondLst>
                                        </p:cTn>
                                        <p:tgtEl>
                                          <p:spTgt spid="90"/>
                                        </p:tgtEl>
                                        <p:attrNameLst>
                                          <p:attrName>style.visibility</p:attrName>
                                        </p:attrNameLst>
                                      </p:cBhvr>
                                      <p:to>
                                        <p:strVal val="visible"/>
                                      </p:to>
                                    </p:set>
                                    <p:animEffect transition="in" filter="fade">
                                      <p:cBhvr>
                                        <p:cTn id="32"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演示</a:t>
            </a:r>
            <a:r>
              <a:rPr lang="en-US" altLang="zh-CN" dirty="0"/>
              <a:t> :</a:t>
            </a:r>
            <a:endParaRPr lang="zh-CN" altLang="en-US" dirty="0"/>
          </a:p>
        </p:txBody>
      </p:sp>
      <p:sp>
        <p:nvSpPr>
          <p:cNvPr id="2" name="内容占位符 1"/>
          <p:cNvSpPr>
            <a:spLocks noGrp="1"/>
          </p:cNvSpPr>
          <p:nvPr>
            <p:ph sz="quarter" idx="10"/>
          </p:nvPr>
        </p:nvSpPr>
        <p:spPr>
          <a:xfrm>
            <a:off x="623098" y="1756411"/>
            <a:ext cx="13390303" cy="6156557"/>
          </a:xfrm>
        </p:spPr>
        <p:txBody>
          <a:bodyPr/>
          <a:lstStyle/>
          <a:p>
            <a:r>
              <a:rPr lang="en-US" altLang="zh-CN" sz="4000" dirty="0">
                <a:solidFill>
                  <a:schemeClr val="tx1"/>
                </a:solidFill>
              </a:rPr>
              <a:t>Demo: </a:t>
            </a:r>
            <a:r>
              <a:rPr lang="zh-CN" altLang="en-US" sz="4000" dirty="0">
                <a:solidFill>
                  <a:schemeClr val="tx1"/>
                </a:solidFill>
              </a:rPr>
              <a:t>创建</a:t>
            </a:r>
            <a:r>
              <a:rPr lang="en-US" altLang="zh-CN" sz="4000" dirty="0">
                <a:solidFill>
                  <a:schemeClr val="tx1"/>
                </a:solidFill>
              </a:rPr>
              <a:t>Azure Web App</a:t>
            </a:r>
          </a:p>
          <a:p>
            <a:r>
              <a:rPr lang="en-US" altLang="zh-CN" sz="4000" dirty="0">
                <a:solidFill>
                  <a:schemeClr val="tx1"/>
                </a:solidFill>
              </a:rPr>
              <a:t>Demo: </a:t>
            </a:r>
            <a:r>
              <a:rPr lang="zh-CN" altLang="en-US" sz="4000" dirty="0">
                <a:solidFill>
                  <a:schemeClr val="tx1"/>
                </a:solidFill>
              </a:rPr>
              <a:t>使用</a:t>
            </a:r>
            <a:r>
              <a:rPr lang="en-US" altLang="zh-CN" sz="4000" dirty="0">
                <a:solidFill>
                  <a:schemeClr val="tx1"/>
                </a:solidFill>
              </a:rPr>
              <a:t>FTP</a:t>
            </a:r>
            <a:r>
              <a:rPr lang="zh-CN" altLang="en-US" sz="4000" dirty="0">
                <a:solidFill>
                  <a:schemeClr val="tx1"/>
                </a:solidFill>
              </a:rPr>
              <a:t>部署</a:t>
            </a:r>
            <a:endParaRPr lang="en-US" altLang="zh-CN" sz="4000" dirty="0">
              <a:solidFill>
                <a:schemeClr val="tx1"/>
              </a:solidFill>
            </a:endParaRPr>
          </a:p>
          <a:p>
            <a:r>
              <a:rPr lang="en-US" altLang="zh-CN" sz="4000" dirty="0">
                <a:solidFill>
                  <a:schemeClr val="tx1"/>
                </a:solidFill>
              </a:rPr>
              <a:t>Demo: </a:t>
            </a:r>
            <a:r>
              <a:rPr lang="zh-CN" altLang="en-US" sz="4000" dirty="0">
                <a:solidFill>
                  <a:schemeClr val="tx1"/>
                </a:solidFill>
              </a:rPr>
              <a:t>使用</a:t>
            </a:r>
            <a:r>
              <a:rPr lang="en-US" altLang="zh-CN" sz="4000" dirty="0">
                <a:solidFill>
                  <a:schemeClr val="tx1"/>
                </a:solidFill>
              </a:rPr>
              <a:t>Visual Studio</a:t>
            </a:r>
            <a:r>
              <a:rPr lang="zh-CN" altLang="en-US" sz="4000" dirty="0">
                <a:solidFill>
                  <a:schemeClr val="tx1"/>
                </a:solidFill>
              </a:rPr>
              <a:t>部署</a:t>
            </a:r>
            <a:endParaRPr lang="en-US" altLang="zh-CN" sz="4000" dirty="0">
              <a:solidFill>
                <a:schemeClr val="tx1"/>
              </a:solidFill>
            </a:endParaRPr>
          </a:p>
          <a:p>
            <a:r>
              <a:rPr lang="en-US" altLang="zh-CN" sz="4000" dirty="0">
                <a:solidFill>
                  <a:schemeClr val="tx1"/>
                </a:solidFill>
              </a:rPr>
              <a:t>Demo: </a:t>
            </a:r>
            <a:r>
              <a:rPr lang="zh-CN" altLang="en-US" sz="4000" dirty="0">
                <a:solidFill>
                  <a:schemeClr val="tx1"/>
                </a:solidFill>
              </a:rPr>
              <a:t>使用</a:t>
            </a:r>
            <a:r>
              <a:rPr lang="en-US" altLang="zh-CN" sz="4000" dirty="0">
                <a:solidFill>
                  <a:schemeClr val="tx1"/>
                </a:solidFill>
              </a:rPr>
              <a:t>GitHub</a:t>
            </a:r>
            <a:r>
              <a:rPr lang="zh-CN" altLang="en-US" sz="4000" dirty="0">
                <a:solidFill>
                  <a:schemeClr val="tx1"/>
                </a:solidFill>
              </a:rPr>
              <a:t>部署</a:t>
            </a:r>
            <a:endParaRPr lang="en-US" altLang="zh-CN" sz="4000" dirty="0">
              <a:solidFill>
                <a:schemeClr val="tx1"/>
              </a:solidFill>
            </a:endParaRPr>
          </a:p>
          <a:p>
            <a:r>
              <a:rPr lang="en-US" altLang="zh-CN" sz="4000" dirty="0">
                <a:solidFill>
                  <a:schemeClr val="tx1"/>
                </a:solidFill>
              </a:rPr>
              <a:t>Demo: Kudu</a:t>
            </a:r>
          </a:p>
          <a:p>
            <a:r>
              <a:rPr lang="en-US" altLang="zh-CN" sz="4000" dirty="0">
                <a:solidFill>
                  <a:schemeClr val="tx1"/>
                </a:solidFill>
              </a:rPr>
              <a:t>Web App</a:t>
            </a:r>
            <a:r>
              <a:rPr lang="zh-CN" altLang="en-US" sz="4000" dirty="0">
                <a:solidFill>
                  <a:schemeClr val="tx1"/>
                </a:solidFill>
              </a:rPr>
              <a:t>备份</a:t>
            </a:r>
            <a:endParaRPr lang="en-US" altLang="zh-CN" sz="4000" dirty="0">
              <a:solidFill>
                <a:schemeClr val="tx1"/>
              </a:solidFill>
            </a:endParaRPr>
          </a:p>
          <a:p>
            <a:r>
              <a:rPr lang="en-US" altLang="zh-CN" sz="4000" dirty="0">
                <a:solidFill>
                  <a:schemeClr val="tx1"/>
                </a:solidFill>
              </a:rPr>
              <a:t>Web App</a:t>
            </a:r>
            <a:r>
              <a:rPr lang="zh-CN" altLang="en-US" sz="4000" dirty="0">
                <a:solidFill>
                  <a:schemeClr val="tx1"/>
                </a:solidFill>
              </a:rPr>
              <a:t>时区</a:t>
            </a:r>
            <a:endParaRPr lang="en-US" altLang="zh-CN" sz="4000" dirty="0">
              <a:solidFill>
                <a:schemeClr val="tx1"/>
              </a:solidFill>
            </a:endParaRPr>
          </a:p>
          <a:p>
            <a:endParaRPr lang="zh-CN" altLang="en-US" dirty="0"/>
          </a:p>
        </p:txBody>
      </p:sp>
    </p:spTree>
    <p:extLst>
      <p:ext uri="{BB962C8B-B14F-4D97-AF65-F5344CB8AC3E}">
        <p14:creationId xmlns:p14="http://schemas.microsoft.com/office/powerpoint/2010/main" val="395955854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Web App </a:t>
            </a:r>
            <a:r>
              <a:rPr lang="zh-CN" altLang="en-US" dirty="0"/>
              <a:t>时区</a:t>
            </a:r>
          </a:p>
        </p:txBody>
      </p:sp>
      <p:pic>
        <p:nvPicPr>
          <p:cNvPr id="7" name="内容占位符 6"/>
          <p:cNvPicPr>
            <a:picLocks noGrp="1" noChangeAspect="1"/>
          </p:cNvPicPr>
          <p:nvPr>
            <p:ph sz="quarter" idx="10"/>
          </p:nvPr>
        </p:nvPicPr>
        <p:blipFill>
          <a:blip r:embed="rId2"/>
          <a:stretch>
            <a:fillRect/>
          </a:stretch>
        </p:blipFill>
        <p:spPr>
          <a:xfrm>
            <a:off x="1994" y="1523509"/>
            <a:ext cx="14628406" cy="3072633"/>
          </a:xfrm>
        </p:spPr>
      </p:pic>
    </p:spTree>
    <p:extLst>
      <p:ext uri="{BB962C8B-B14F-4D97-AF65-F5344CB8AC3E}">
        <p14:creationId xmlns:p14="http://schemas.microsoft.com/office/powerpoint/2010/main" val="266335882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案例分享</a:t>
            </a:r>
          </a:p>
        </p:txBody>
      </p:sp>
      <p:pic>
        <p:nvPicPr>
          <p:cNvPr id="5" name="图片 4"/>
          <p:cNvPicPr>
            <a:picLocks noChangeAspect="1"/>
          </p:cNvPicPr>
          <p:nvPr/>
        </p:nvPicPr>
        <p:blipFill>
          <a:blip r:embed="rId2"/>
          <a:stretch>
            <a:fillRect/>
          </a:stretch>
        </p:blipFill>
        <p:spPr>
          <a:xfrm>
            <a:off x="2680294" y="1171796"/>
            <a:ext cx="10716530" cy="7057803"/>
          </a:xfrm>
          <a:prstGeom prst="rect">
            <a:avLst/>
          </a:prstGeom>
        </p:spPr>
      </p:pic>
    </p:spTree>
    <p:extLst>
      <p:ext uri="{BB962C8B-B14F-4D97-AF65-F5344CB8AC3E}">
        <p14:creationId xmlns:p14="http://schemas.microsoft.com/office/powerpoint/2010/main" val="388794960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案例分享</a:t>
            </a:r>
          </a:p>
        </p:txBody>
      </p:sp>
      <p:pic>
        <p:nvPicPr>
          <p:cNvPr id="3" name="图片 2"/>
          <p:cNvPicPr>
            <a:picLocks noChangeAspect="1"/>
          </p:cNvPicPr>
          <p:nvPr/>
        </p:nvPicPr>
        <p:blipFill>
          <a:blip r:embed="rId2"/>
          <a:stretch>
            <a:fillRect/>
          </a:stretch>
        </p:blipFill>
        <p:spPr>
          <a:xfrm>
            <a:off x="3997623" y="1171797"/>
            <a:ext cx="6536097" cy="7057803"/>
          </a:xfrm>
          <a:prstGeom prst="rect">
            <a:avLst/>
          </a:prstGeom>
        </p:spPr>
      </p:pic>
    </p:spTree>
    <p:extLst>
      <p:ext uri="{BB962C8B-B14F-4D97-AF65-F5344CB8AC3E}">
        <p14:creationId xmlns:p14="http://schemas.microsoft.com/office/powerpoint/2010/main" val="44817247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案例分享</a:t>
            </a:r>
          </a:p>
        </p:txBody>
      </p:sp>
      <p:pic>
        <p:nvPicPr>
          <p:cNvPr id="3" name="图片 2"/>
          <p:cNvPicPr>
            <a:picLocks noChangeAspect="1"/>
          </p:cNvPicPr>
          <p:nvPr/>
        </p:nvPicPr>
        <p:blipFill>
          <a:blip r:embed="rId2"/>
          <a:stretch>
            <a:fillRect/>
          </a:stretch>
        </p:blipFill>
        <p:spPr>
          <a:xfrm>
            <a:off x="1846051" y="1171797"/>
            <a:ext cx="11156654" cy="6511057"/>
          </a:xfrm>
          <a:prstGeom prst="rect">
            <a:avLst/>
          </a:prstGeom>
        </p:spPr>
      </p:pic>
    </p:spTree>
    <p:extLst>
      <p:ext uri="{BB962C8B-B14F-4D97-AF65-F5344CB8AC3E}">
        <p14:creationId xmlns:p14="http://schemas.microsoft.com/office/powerpoint/2010/main" val="362022974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nvPr>
        </p:nvGraphicFramePr>
        <p:xfrm>
          <a:off x="1906" y="0"/>
          <a:ext cx="190500" cy="190500"/>
        </p:xfrm>
        <a:graphic>
          <a:graphicData uri="http://schemas.openxmlformats.org/presentationml/2006/ole">
            <mc:AlternateContent xmlns:mc="http://schemas.openxmlformats.org/markup-compatibility/2006">
              <mc:Choice xmlns:v="urn:schemas-microsoft-com:vml" Requires="v">
                <p:oleObj spid="_x0000_s724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906" y="0"/>
                        <a:ext cx="190500" cy="190500"/>
                      </a:xfrm>
                      <a:prstGeom prst="rect">
                        <a:avLst/>
                      </a:prstGeom>
                    </p:spPr>
                  </p:pic>
                </p:oleObj>
              </mc:Fallback>
            </mc:AlternateContent>
          </a:graphicData>
        </a:graphic>
      </p:graphicFrame>
    </p:spTree>
    <p:extLst>
      <p:ext uri="{BB962C8B-B14F-4D97-AF65-F5344CB8AC3E}">
        <p14:creationId xmlns:p14="http://schemas.microsoft.com/office/powerpoint/2010/main" val="109527015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7.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2.xml><?xml version="1.0" encoding="utf-8"?>
<a:theme xmlns:a="http://schemas.openxmlformats.org/drawingml/2006/main" name="3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3.xml><?xml version="1.0" encoding="utf-8"?>
<a:theme xmlns:a="http://schemas.openxmlformats.org/drawingml/2006/main" name="Office_Vision_Roadmap_15.21-FINAL">
  <a:themeElements>
    <a:clrScheme name="Custom 2">
      <a:dk1>
        <a:sysClr val="windowText" lastClr="000000"/>
      </a:dk1>
      <a:lt1>
        <a:sysClr val="window" lastClr="FFFFFF"/>
      </a:lt1>
      <a:dk2>
        <a:srgbClr val="525051"/>
      </a:dk2>
      <a:lt2>
        <a:srgbClr val="D4D4D4"/>
      </a:lt2>
      <a:accent1>
        <a:srgbClr val="16A5D9"/>
      </a:accent1>
      <a:accent2>
        <a:srgbClr val="AFFAFA"/>
      </a:accent2>
      <a:accent3>
        <a:srgbClr val="0BD0D9"/>
      </a:accent3>
      <a:accent4>
        <a:srgbClr val="10CF9B"/>
      </a:accent4>
      <a:accent5>
        <a:srgbClr val="5AD12C"/>
      </a:accent5>
      <a:accent6>
        <a:srgbClr val="DAF40A"/>
      </a:accent6>
      <a:hlink>
        <a:srgbClr val="FE5815"/>
      </a:hlink>
      <a:folHlink>
        <a:srgbClr val="85DFD0"/>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1800" dirty="0">
            <a:gradFill>
              <a:gsLst>
                <a:gs pos="0">
                  <a:srgbClr val="FFFFFF"/>
                </a:gs>
                <a:gs pos="100000">
                  <a:srgbClr val="FFFFFF"/>
                </a:gs>
              </a:gsLst>
              <a:lin ang="5400000" scaled="0"/>
            </a:gradFill>
          </a:defRPr>
        </a:defPPr>
      </a:lstStyle>
      <a:style>
        <a:lnRef idx="1">
          <a:schemeClr val="accent4"/>
        </a:lnRef>
        <a:fillRef idx="3">
          <a:schemeClr val="accent4"/>
        </a:fillRef>
        <a:effectRef idx="2">
          <a:schemeClr val="accent4"/>
        </a:effectRef>
        <a:fontRef idx="minor">
          <a:schemeClr val="lt1"/>
        </a:fontRef>
      </a:style>
    </a:spDef>
    <a:txDef>
      <a:spPr>
        <a:noFill/>
      </a:spPr>
      <a:bodyPr wrap="square" lIns="0" tIns="0" rIns="0" bIns="0" rtlCol="0">
        <a:spAutoFit/>
      </a:bodyPr>
      <a:lstStyle>
        <a:defPPr>
          <a:defRPr dirty="0" err="1" smtClean="0">
            <a:gradFill>
              <a:gsLst>
                <a:gs pos="0">
                  <a:schemeClr val="tx1"/>
                </a:gs>
                <a:gs pos="86000">
                  <a:schemeClr val="tx1"/>
                </a:gs>
              </a:gsLst>
              <a:lin ang="5400000" scaled="0"/>
            </a:gradFill>
          </a:defRPr>
        </a:defPPr>
      </a:lstStyle>
    </a:txDef>
  </a:objectDefaults>
  <a:extraClrSchemeLst/>
</a:theme>
</file>

<file path=ppt/theme/theme4.xml><?xml version="1.0" encoding="utf-8"?>
<a:theme xmlns:a="http://schemas.openxmlformats.org/drawingml/2006/main" name="1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5.xml><?xml version="1.0" encoding="utf-8"?>
<a:theme xmlns:a="http://schemas.openxmlformats.org/drawingml/2006/main" name="4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6.xml><?xml version="1.0" encoding="utf-8"?>
<a:theme xmlns:a="http://schemas.openxmlformats.org/drawingml/2006/main" name="5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7.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3.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5.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6.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7.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8.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9.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10.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11.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12.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13.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14.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15.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16.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17.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18.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19.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20.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21.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22.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23.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24.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25.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26.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27.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28.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29.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30.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31.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32.xml><?xml version="1.0" encoding="utf-8"?>
<Control xmlns="http://schemas.microsoft.com/VisualStudio/2011/storyboarding/control">
  <Id Name="d958b0b1-ce6a-47f8-8511-e81450d6049a" RevisionId="25a1845b-b0e7-4af0-a3ce-26dd836d4ebc" Stencil="48ab8805-b199-4546-a652-7582788c988d" StencilRevisionId="00000000-0000-0000-0000-000000000000" StencilVersion="0.0"/>
</Control>
</file>

<file path=customXml/item33.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34.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35.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36.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37.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38.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39.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40.xml><?xml version="1.0" encoding="utf-8"?>
<?mso-contentType ?>
<FormTemplates xmlns="http://schemas.microsoft.com/sharepoint/v3/contenttype/forms">
  <Display>DocumentLibraryForm</Display>
  <Edit>DocumentLibraryForm</Edit>
  <New>DocumentLibraryForm</New>
</FormTemplates>
</file>

<file path=customXml/item41.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42.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43.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44.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45.xml><?xml version="1.0" encoding="utf-8"?>
<Control xmlns="http://schemas.microsoft.com/VisualStudio/2011/storyboarding/control">
  <Id Name="d958b0b1-ce6a-47f8-8511-e81450d6049a" RevisionId="25a1845b-b0e7-4af0-a3ce-26dd836d4ebc" Stencil="48ab8805-b199-4546-a652-7582788c988d" StencilRevisionId="00000000-0000-0000-0000-000000000000" StencilVersion="0.0"/>
</Control>
</file>

<file path=customXml/item46.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47.xml><?xml version="1.0" encoding="utf-8"?>
<ct:contentTypeSchema xmlns:ct="http://schemas.microsoft.com/office/2006/metadata/contentType" xmlns:ma="http://schemas.microsoft.com/office/2006/metadata/properties/metaAttributes" ct:_="" ma:_="" ma:contentTypeName="Document" ma:contentTypeID="0x010100C086AF6043FE7B4A8171E526847ABF5D" ma:contentTypeVersion="3" ma:contentTypeDescription="Create a new document." ma:contentTypeScope="" ma:versionID="9c26c0958366d8fbdb7cd574263d640a">
  <xsd:schema xmlns:xsd="http://www.w3.org/2001/XMLSchema" xmlns:xs="http://www.w3.org/2001/XMLSchema" xmlns:p="http://schemas.microsoft.com/office/2006/metadata/properties" xmlns:ns2="4839e00f-7462-4bde-8879-e3dad150b11b" targetNamespace="http://schemas.microsoft.com/office/2006/metadata/properties" ma:root="true" ma:fieldsID="2967c9bbb066412380ed165a1e67b05d" ns2:_="">
    <xsd:import namespace="4839e00f-7462-4bde-8879-e3dad150b11b"/>
    <xsd:element name="properties">
      <xsd:complexType>
        <xsd:sequence>
          <xsd:element name="documentManagement">
            <xsd:complexType>
              <xsd:all>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39e00f-7462-4bde-8879-e3dad150b1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8.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49.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50.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51.xml><?xml version="1.0" encoding="utf-8"?>
<p:properties xmlns:p="http://schemas.microsoft.com/office/2006/metadata/properties" xmlns:xsi="http://www.w3.org/2001/XMLSchema-instance" xmlns:pc="http://schemas.microsoft.com/office/infopath/2007/PartnerControls">
  <documentManagement>
    <BOM_x002f_Launch_x0020_Alignment xmlns="f847e7ad-bfae-49c8-aedd-39ec05321f40" xsi:nil="true"/>
    <Scenario xmlns="f847e7ad-bfae-49c8-aedd-39ec05321f40" xsi:nil="true"/>
    <Document_x0020_Owner xmlns="f847e7ad-bfae-49c8-aedd-39ec05321f40">
      <UserInfo>
        <DisplayName>Rajan Bisht</DisplayName>
        <AccountId>65</AccountId>
        <AccountType/>
      </UserInfo>
    </Document_x0020_Owner>
    <Capability_x002f_Product xmlns="f847e7ad-bfae-49c8-aedd-39ec05321f40">19</Capability_x002f_Product>
    <Workstream xmlns="f847e7ad-bfae-49c8-aedd-39ec05321f40">11</Workstream>
    <Source xmlns="f847e7ad-bfae-49c8-aedd-39ec05321f40">1</Source>
    <Document_x0020_Status xmlns="f847e7ad-bfae-49c8-aedd-39ec05321f40">Draft</Document_x0020_Status>
    <Segment xmlns="f847e7ad-bfae-49c8-aedd-39ec05321f40">5</Segment>
  </documentManagement>
</p:properties>
</file>

<file path=customXml/item52.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53.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Props1.xml><?xml version="1.0" encoding="utf-8"?>
<ds:datastoreItem xmlns:ds="http://schemas.openxmlformats.org/officeDocument/2006/customXml" ds:itemID="{94E04B32-DA19-42EB-961D-B52FAA3279C3}">
  <ds:schemaRefs>
    <ds:schemaRef ds:uri="http://schemas.microsoft.com/sharepoint/v3/contenttype/forms"/>
  </ds:schemaRefs>
</ds:datastoreItem>
</file>

<file path=customXml/itemProps2.xml><?xml version="1.0" encoding="utf-8"?>
<ds:datastoreItem xmlns:ds="http://schemas.openxmlformats.org/officeDocument/2006/customXml" ds:itemID="{53A13508-6F0F-4EE3-83E8-09A3C30DD352}">
  <ds:schemaRefs>
    <ds:schemaRef ds:uri="http://schemas.microsoft.com/VisualStudio/2011/storyboarding/control"/>
  </ds:schemaRefs>
</ds:datastoreItem>
</file>

<file path=customXml/itemProps3.xml><?xml version="1.0" encoding="utf-8"?>
<ds:datastoreItem xmlns:ds="http://schemas.openxmlformats.org/officeDocument/2006/customXml" ds:itemID="{8171EEBF-78D4-47BA-A22F-30776DD0388E}">
  <ds:schemaRefs>
    <ds:schemaRef ds:uri="http://schemas.microsoft.com/VisualStudio/2011/storyboarding/control"/>
  </ds:schemaRefs>
</ds:datastoreItem>
</file>

<file path=customXml/itemProps4.xml><?xml version="1.0" encoding="utf-8"?>
<ds:datastoreItem xmlns:ds="http://schemas.openxmlformats.org/officeDocument/2006/customXml" ds:itemID="{F4483A16-55D8-4E97-90F4-E0BA5879CD52}">
  <ds:schemaRefs>
    <ds:schemaRef ds:uri="http://schemas.microsoft.com/office/2006/metadata/properties"/>
    <ds:schemaRef ds:uri="http://schemas.microsoft.com/office/infopath/2007/PartnerControls"/>
  </ds:schemaRefs>
</ds:datastoreItem>
</file>

<file path=customXml/itemProps5.xml><?xml version="1.0" encoding="utf-8"?>
<ds:datastoreItem xmlns:ds="http://schemas.openxmlformats.org/officeDocument/2006/customXml" ds:itemID="{B51B4314-378B-4707-87EC-D3DC8E63F7E2}">
  <ds:schemaRefs>
    <ds:schemaRef ds:uri="http://schemas.microsoft.com/VisualStudio/2011/storyboarding/control"/>
  </ds:schemaRefs>
</ds:datastoreItem>
</file>

<file path=customXml/itemProps6.xml><?xml version="1.0" encoding="utf-8"?>
<ds:datastoreItem xmlns:ds="http://schemas.openxmlformats.org/officeDocument/2006/customXml" ds:itemID="{4BFC7C2A-8EF8-4563-9AA5-5ADAB80329A9}">
  <ds:schemaRefs>
    <ds:schemaRef ds:uri="http://schemas.microsoft.com/VisualStudio/2011/storyboarding/control"/>
  </ds:schemaRefs>
</ds:datastoreItem>
</file>

<file path=customXml/itemProps7.xml><?xml version="1.0" encoding="utf-8"?>
<ds:datastoreItem xmlns:ds="http://schemas.openxmlformats.org/officeDocument/2006/customXml" ds:itemID="{0DD45E06-C190-4BFE-A359-E6CDB05072B4}">
  <ds:schemaRefs>
    <ds:schemaRef ds:uri="http://schemas.microsoft.com/VisualStudio/2011/storyboarding/control"/>
  </ds:schemaRefs>
</ds:datastoreItem>
</file>

<file path=customXml/itemProps8.xml><?xml version="1.0" encoding="utf-8"?>
<ds:datastoreItem xmlns:ds="http://schemas.openxmlformats.org/officeDocument/2006/customXml" ds:itemID="{5992A315-DEAB-40C7-80FB-C5763FD3A35A}">
  <ds:schemaRefs>
    <ds:schemaRef ds:uri="http://schemas.microsoft.com/VisualStudio/2011/storyboarding/control"/>
  </ds:schemaRefs>
</ds:datastoreItem>
</file>

<file path=customXml/itemProps9.xml><?xml version="1.0" encoding="utf-8"?>
<ds:datastoreItem xmlns:ds="http://schemas.openxmlformats.org/officeDocument/2006/customXml" ds:itemID="{1C7AAC2F-801C-48FC-99F7-76A6BA40A08B}">
  <ds:schemaRefs>
    <ds:schemaRef ds:uri="http://schemas.microsoft.com/VisualStudio/2011/storyboarding/control"/>
  </ds:schemaRefs>
</ds:datastoreItem>
</file>

<file path=customXml/itemProps10.xml><?xml version="1.0" encoding="utf-8"?>
<ds:datastoreItem xmlns:ds="http://schemas.openxmlformats.org/officeDocument/2006/customXml" ds:itemID="{C6BF7534-FEBF-4B2F-B990-9E0A3891C1DB}">
  <ds:schemaRefs>
    <ds:schemaRef ds:uri="http://schemas.microsoft.com/VisualStudio/2011/storyboarding/control"/>
  </ds:schemaRefs>
</ds:datastoreItem>
</file>

<file path=customXml/itemProps11.xml><?xml version="1.0" encoding="utf-8"?>
<ds:datastoreItem xmlns:ds="http://schemas.openxmlformats.org/officeDocument/2006/customXml" ds:itemID="{EABC711D-190B-4001-A64F-95E53F173660}">
  <ds:schemaRefs>
    <ds:schemaRef ds:uri="http://schemas.microsoft.com/VisualStudio/2011/storyboarding/control"/>
  </ds:schemaRefs>
</ds:datastoreItem>
</file>

<file path=customXml/itemProps12.xml><?xml version="1.0" encoding="utf-8"?>
<ds:datastoreItem xmlns:ds="http://schemas.openxmlformats.org/officeDocument/2006/customXml" ds:itemID="{769C124C-EC89-4DFA-A573-7CA9E3F877F7}">
  <ds:schemaRefs>
    <ds:schemaRef ds:uri="http://schemas.microsoft.com/VisualStudio/2011/storyboarding/control"/>
  </ds:schemaRefs>
</ds:datastoreItem>
</file>

<file path=customXml/itemProps13.xml><?xml version="1.0" encoding="utf-8"?>
<ds:datastoreItem xmlns:ds="http://schemas.openxmlformats.org/officeDocument/2006/customXml" ds:itemID="{B59AC2A8-A682-470C-A51E-6BBC81CDA120}">
  <ds:schemaRefs>
    <ds:schemaRef ds:uri="http://schemas.microsoft.com/VisualStudio/2011/storyboarding/control"/>
  </ds:schemaRefs>
</ds:datastoreItem>
</file>

<file path=customXml/itemProps14.xml><?xml version="1.0" encoding="utf-8"?>
<ds:datastoreItem xmlns:ds="http://schemas.openxmlformats.org/officeDocument/2006/customXml" ds:itemID="{D96B2291-1A82-4ABF-ADDD-07A6957A6777}">
  <ds:schemaRefs>
    <ds:schemaRef ds:uri="http://schemas.microsoft.com/VisualStudio/2011/storyboarding/control"/>
  </ds:schemaRefs>
</ds:datastoreItem>
</file>

<file path=customXml/itemProps15.xml><?xml version="1.0" encoding="utf-8"?>
<ds:datastoreItem xmlns:ds="http://schemas.openxmlformats.org/officeDocument/2006/customXml" ds:itemID="{A5AAED48-2DA4-402B-B75B-7B522F8D14A5}">
  <ds:schemaRefs>
    <ds:schemaRef ds:uri="http://schemas.microsoft.com/VisualStudio/2011/storyboarding/control"/>
  </ds:schemaRefs>
</ds:datastoreItem>
</file>

<file path=customXml/itemProps16.xml><?xml version="1.0" encoding="utf-8"?>
<ds:datastoreItem xmlns:ds="http://schemas.openxmlformats.org/officeDocument/2006/customXml" ds:itemID="{82CC56F9-242B-4DED-858C-891AA62E641E}">
  <ds:schemaRefs>
    <ds:schemaRef ds:uri="http://schemas.microsoft.com/VisualStudio/2011/storyboarding/control"/>
  </ds:schemaRefs>
</ds:datastoreItem>
</file>

<file path=customXml/itemProps17.xml><?xml version="1.0" encoding="utf-8"?>
<ds:datastoreItem xmlns:ds="http://schemas.openxmlformats.org/officeDocument/2006/customXml" ds:itemID="{B392D8E2-6061-4D5F-991B-1CFE1B7632D4}">
  <ds:schemaRefs>
    <ds:schemaRef ds:uri="http://schemas.microsoft.com/VisualStudio/2011/storyboarding/control"/>
  </ds:schemaRefs>
</ds:datastoreItem>
</file>

<file path=customXml/itemProps18.xml><?xml version="1.0" encoding="utf-8"?>
<ds:datastoreItem xmlns:ds="http://schemas.openxmlformats.org/officeDocument/2006/customXml" ds:itemID="{C17EE38E-9296-4308-9DEA-165393617913}">
  <ds:schemaRefs>
    <ds:schemaRef ds:uri="http://schemas.microsoft.com/VisualStudio/2011/storyboarding/control"/>
  </ds:schemaRefs>
</ds:datastoreItem>
</file>

<file path=customXml/itemProps19.xml><?xml version="1.0" encoding="utf-8"?>
<ds:datastoreItem xmlns:ds="http://schemas.openxmlformats.org/officeDocument/2006/customXml" ds:itemID="{D9BAAA94-99A4-4A81-B312-F4ED5862B236}">
  <ds:schemaRefs>
    <ds:schemaRef ds:uri="http://schemas.microsoft.com/VisualStudio/2011/storyboarding/control"/>
  </ds:schemaRefs>
</ds:datastoreItem>
</file>

<file path=customXml/itemProps20.xml><?xml version="1.0" encoding="utf-8"?>
<ds:datastoreItem xmlns:ds="http://schemas.openxmlformats.org/officeDocument/2006/customXml" ds:itemID="{E9872304-594F-4508-812A-829FCC0AE704}">
  <ds:schemaRefs>
    <ds:schemaRef ds:uri="http://schemas.microsoft.com/VisualStudio/2011/storyboarding/control"/>
  </ds:schemaRefs>
</ds:datastoreItem>
</file>

<file path=customXml/itemProps21.xml><?xml version="1.0" encoding="utf-8"?>
<ds:datastoreItem xmlns:ds="http://schemas.openxmlformats.org/officeDocument/2006/customXml" ds:itemID="{DB211BA9-6EBF-4A66-83AA-47711603610A}">
  <ds:schemaRefs>
    <ds:schemaRef ds:uri="http://schemas.microsoft.com/VisualStudio/2011/storyboarding/control"/>
  </ds:schemaRefs>
</ds:datastoreItem>
</file>

<file path=customXml/itemProps22.xml><?xml version="1.0" encoding="utf-8"?>
<ds:datastoreItem xmlns:ds="http://schemas.openxmlformats.org/officeDocument/2006/customXml" ds:itemID="{41417706-817A-49D4-A26E-DFFC6B42795F}">
  <ds:schemaRefs>
    <ds:schemaRef ds:uri="http://schemas.microsoft.com/VisualStudio/2011/storyboarding/control"/>
  </ds:schemaRefs>
</ds:datastoreItem>
</file>

<file path=customXml/itemProps23.xml><?xml version="1.0" encoding="utf-8"?>
<ds:datastoreItem xmlns:ds="http://schemas.openxmlformats.org/officeDocument/2006/customXml" ds:itemID="{5882DEAA-2B2D-4AF8-B494-9B69E363EE14}">
  <ds:schemaRefs>
    <ds:schemaRef ds:uri="http://schemas.microsoft.com/VisualStudio/2011/storyboarding/control"/>
  </ds:schemaRefs>
</ds:datastoreItem>
</file>

<file path=customXml/itemProps24.xml><?xml version="1.0" encoding="utf-8"?>
<ds:datastoreItem xmlns:ds="http://schemas.openxmlformats.org/officeDocument/2006/customXml" ds:itemID="{2B5043C6-46F2-4700-B549-5E62168ECE17}">
  <ds:schemaRefs>
    <ds:schemaRef ds:uri="http://schemas.microsoft.com/VisualStudio/2011/storyboarding/control"/>
  </ds:schemaRefs>
</ds:datastoreItem>
</file>

<file path=customXml/itemProps25.xml><?xml version="1.0" encoding="utf-8"?>
<ds:datastoreItem xmlns:ds="http://schemas.openxmlformats.org/officeDocument/2006/customXml" ds:itemID="{20073B86-FEFB-499B-BA87-235FEF9242CF}">
  <ds:schemaRefs>
    <ds:schemaRef ds:uri="http://schemas.microsoft.com/VisualStudio/2011/storyboarding/control"/>
  </ds:schemaRefs>
</ds:datastoreItem>
</file>

<file path=customXml/itemProps26.xml><?xml version="1.0" encoding="utf-8"?>
<ds:datastoreItem xmlns:ds="http://schemas.openxmlformats.org/officeDocument/2006/customXml" ds:itemID="{5939D4CF-3538-41F8-A3AC-95206DD105ED}">
  <ds:schemaRefs>
    <ds:schemaRef ds:uri="http://schemas.microsoft.com/VisualStudio/2011/storyboarding/control"/>
  </ds:schemaRefs>
</ds:datastoreItem>
</file>

<file path=customXml/itemProps27.xml><?xml version="1.0" encoding="utf-8"?>
<ds:datastoreItem xmlns:ds="http://schemas.openxmlformats.org/officeDocument/2006/customXml" ds:itemID="{7075771A-A45A-4FA3-B884-A9C816890067}">
  <ds:schemaRefs>
    <ds:schemaRef ds:uri="http://schemas.microsoft.com/VisualStudio/2011/storyboarding/control"/>
  </ds:schemaRefs>
</ds:datastoreItem>
</file>

<file path=customXml/itemProps28.xml><?xml version="1.0" encoding="utf-8"?>
<ds:datastoreItem xmlns:ds="http://schemas.openxmlformats.org/officeDocument/2006/customXml" ds:itemID="{EFCB5BE3-ECD9-43CC-9225-7C2D8D23A063}">
  <ds:schemaRefs>
    <ds:schemaRef ds:uri="http://schemas.microsoft.com/VisualStudio/2011/storyboarding/control"/>
  </ds:schemaRefs>
</ds:datastoreItem>
</file>

<file path=customXml/itemProps29.xml><?xml version="1.0" encoding="utf-8"?>
<ds:datastoreItem xmlns:ds="http://schemas.openxmlformats.org/officeDocument/2006/customXml" ds:itemID="{2BDB7042-043E-43D8-8FB7-BB86E0C2A594}">
  <ds:schemaRefs>
    <ds:schemaRef ds:uri="http://schemas.microsoft.com/VisualStudio/2011/storyboarding/control"/>
  </ds:schemaRefs>
</ds:datastoreItem>
</file>

<file path=customXml/itemProps30.xml><?xml version="1.0" encoding="utf-8"?>
<ds:datastoreItem xmlns:ds="http://schemas.openxmlformats.org/officeDocument/2006/customXml" ds:itemID="{BA0BBE47-56AB-4B2F-95F7-E056FD15FC92}">
  <ds:schemaRefs>
    <ds:schemaRef ds:uri="http://schemas.microsoft.com/VisualStudio/2011/storyboarding/control"/>
  </ds:schemaRefs>
</ds:datastoreItem>
</file>

<file path=customXml/itemProps31.xml><?xml version="1.0" encoding="utf-8"?>
<ds:datastoreItem xmlns:ds="http://schemas.openxmlformats.org/officeDocument/2006/customXml" ds:itemID="{2C2036F9-E7EA-49E3-9A1E-3A921F81672B}">
  <ds:schemaRefs>
    <ds:schemaRef ds:uri="http://schemas.microsoft.com/VisualStudio/2011/storyboarding/control"/>
  </ds:schemaRefs>
</ds:datastoreItem>
</file>

<file path=customXml/itemProps32.xml><?xml version="1.0" encoding="utf-8"?>
<ds:datastoreItem xmlns:ds="http://schemas.openxmlformats.org/officeDocument/2006/customXml" ds:itemID="{B4201721-13A6-4E2F-8893-11B81368A064}">
  <ds:schemaRefs>
    <ds:schemaRef ds:uri="http://schemas.microsoft.com/VisualStudio/2011/storyboarding/control"/>
  </ds:schemaRefs>
</ds:datastoreItem>
</file>

<file path=customXml/itemProps33.xml><?xml version="1.0" encoding="utf-8"?>
<ds:datastoreItem xmlns:ds="http://schemas.openxmlformats.org/officeDocument/2006/customXml" ds:itemID="{40E97AF4-F2D8-4938-9B5E-9CE5D8C2B8B4}">
  <ds:schemaRefs>
    <ds:schemaRef ds:uri="http://schemas.microsoft.com/VisualStudio/2011/storyboarding/control"/>
  </ds:schemaRefs>
</ds:datastoreItem>
</file>

<file path=customXml/itemProps34.xml><?xml version="1.0" encoding="utf-8"?>
<ds:datastoreItem xmlns:ds="http://schemas.openxmlformats.org/officeDocument/2006/customXml" ds:itemID="{6B66B526-C21B-4101-BAE8-5EA52B79143B}">
  <ds:schemaRefs>
    <ds:schemaRef ds:uri="http://schemas.microsoft.com/VisualStudio/2011/storyboarding/control"/>
  </ds:schemaRefs>
</ds:datastoreItem>
</file>

<file path=customXml/itemProps35.xml><?xml version="1.0" encoding="utf-8"?>
<ds:datastoreItem xmlns:ds="http://schemas.openxmlformats.org/officeDocument/2006/customXml" ds:itemID="{9BCF0442-4014-4A54-BF25-596632B68DBA}">
  <ds:schemaRefs>
    <ds:schemaRef ds:uri="http://schemas.microsoft.com/VisualStudio/2011/storyboarding/control"/>
  </ds:schemaRefs>
</ds:datastoreItem>
</file>

<file path=customXml/itemProps36.xml><?xml version="1.0" encoding="utf-8"?>
<ds:datastoreItem xmlns:ds="http://schemas.openxmlformats.org/officeDocument/2006/customXml" ds:itemID="{F1A67354-42EA-4429-88D1-0B70B2A3C564}">
  <ds:schemaRefs>
    <ds:schemaRef ds:uri="http://schemas.microsoft.com/VisualStudio/2011/storyboarding/control"/>
  </ds:schemaRefs>
</ds:datastoreItem>
</file>

<file path=customXml/itemProps37.xml><?xml version="1.0" encoding="utf-8"?>
<ds:datastoreItem xmlns:ds="http://schemas.openxmlformats.org/officeDocument/2006/customXml" ds:itemID="{BCF36D9B-C476-4C37-A1BA-2F1290D27C9E}">
  <ds:schemaRefs>
    <ds:schemaRef ds:uri="http://schemas.microsoft.com/VisualStudio/2011/storyboarding/control"/>
  </ds:schemaRefs>
</ds:datastoreItem>
</file>

<file path=customXml/itemProps38.xml><?xml version="1.0" encoding="utf-8"?>
<ds:datastoreItem xmlns:ds="http://schemas.openxmlformats.org/officeDocument/2006/customXml" ds:itemID="{ECDB42AE-A9B4-4C8B-85E7-34D06A2AC1AB}">
  <ds:schemaRefs>
    <ds:schemaRef ds:uri="http://schemas.microsoft.com/VisualStudio/2011/storyboarding/control"/>
  </ds:schemaRefs>
</ds:datastoreItem>
</file>

<file path=customXml/itemProps39.xml><?xml version="1.0" encoding="utf-8"?>
<ds:datastoreItem xmlns:ds="http://schemas.openxmlformats.org/officeDocument/2006/customXml" ds:itemID="{1F0A5559-5CA9-4AAA-88EB-0470608167AD}">
  <ds:schemaRefs>
    <ds:schemaRef ds:uri="http://schemas.microsoft.com/VisualStudio/2011/storyboarding/control"/>
  </ds:schemaRefs>
</ds:datastoreItem>
</file>

<file path=customXml/itemProps40.xml><?xml version="1.0" encoding="utf-8"?>
<ds:datastoreItem xmlns:ds="http://schemas.openxmlformats.org/officeDocument/2006/customXml" ds:itemID="{20B6F2C4-47D3-4CE6-9F3F-F71D3105E588}">
  <ds:schemaRefs>
    <ds:schemaRef ds:uri="http://schemas.microsoft.com/sharepoint/v3/contenttype/forms"/>
  </ds:schemaRefs>
</ds:datastoreItem>
</file>

<file path=customXml/itemProps41.xml><?xml version="1.0" encoding="utf-8"?>
<ds:datastoreItem xmlns:ds="http://schemas.openxmlformats.org/officeDocument/2006/customXml" ds:itemID="{6DA1BDDD-ECE7-4EE9-AA3B-94A2B97A1F27}">
  <ds:schemaRefs>
    <ds:schemaRef ds:uri="http://schemas.microsoft.com/VisualStudio/2011/storyboarding/control"/>
  </ds:schemaRefs>
</ds:datastoreItem>
</file>

<file path=customXml/itemProps42.xml><?xml version="1.0" encoding="utf-8"?>
<ds:datastoreItem xmlns:ds="http://schemas.openxmlformats.org/officeDocument/2006/customXml" ds:itemID="{44E2E711-3F0A-4D9E-90B1-EB7C531BF942}">
  <ds:schemaRefs>
    <ds:schemaRef ds:uri="http://schemas.microsoft.com/VisualStudio/2011/storyboarding/control"/>
  </ds:schemaRefs>
</ds:datastoreItem>
</file>

<file path=customXml/itemProps43.xml><?xml version="1.0" encoding="utf-8"?>
<ds:datastoreItem xmlns:ds="http://schemas.openxmlformats.org/officeDocument/2006/customXml" ds:itemID="{0F6F43E2-D7BA-42B4-A1C5-149D82A605DF}">
  <ds:schemaRefs>
    <ds:schemaRef ds:uri="http://schemas.microsoft.com/VisualStudio/2011/storyboarding/control"/>
  </ds:schemaRefs>
</ds:datastoreItem>
</file>

<file path=customXml/itemProps44.xml><?xml version="1.0" encoding="utf-8"?>
<ds:datastoreItem xmlns:ds="http://schemas.openxmlformats.org/officeDocument/2006/customXml" ds:itemID="{89863270-8851-4642-B658-3053C11E3CA7}">
  <ds:schemaRefs>
    <ds:schemaRef ds:uri="http://schemas.microsoft.com/VisualStudio/2011/storyboarding/control"/>
  </ds:schemaRefs>
</ds:datastoreItem>
</file>

<file path=customXml/itemProps45.xml><?xml version="1.0" encoding="utf-8"?>
<ds:datastoreItem xmlns:ds="http://schemas.openxmlformats.org/officeDocument/2006/customXml" ds:itemID="{5B813F64-7958-44A8-8EF6-3994CBB8DBB5}">
  <ds:schemaRefs>
    <ds:schemaRef ds:uri="http://schemas.microsoft.com/VisualStudio/2011/storyboarding/control"/>
  </ds:schemaRefs>
</ds:datastoreItem>
</file>

<file path=customXml/itemProps46.xml><?xml version="1.0" encoding="utf-8"?>
<ds:datastoreItem xmlns:ds="http://schemas.openxmlformats.org/officeDocument/2006/customXml" ds:itemID="{FB74B497-17AE-4868-B818-4DEB2B5D3A20}">
  <ds:schemaRefs>
    <ds:schemaRef ds:uri="http://schemas.microsoft.com/VisualStudio/2011/storyboarding/control"/>
  </ds:schemaRefs>
</ds:datastoreItem>
</file>

<file path=customXml/itemProps47.xml><?xml version="1.0" encoding="utf-8"?>
<ds:datastoreItem xmlns:ds="http://schemas.openxmlformats.org/officeDocument/2006/customXml" ds:itemID="{5E3D2269-3A3D-43A1-86D7-C1CB6D7FD3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39e00f-7462-4bde-8879-e3dad150b1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8.xml><?xml version="1.0" encoding="utf-8"?>
<ds:datastoreItem xmlns:ds="http://schemas.openxmlformats.org/officeDocument/2006/customXml" ds:itemID="{91815AF0-4B0D-42BB-A0EE-E5CAA44E5517}">
  <ds:schemaRefs>
    <ds:schemaRef ds:uri="http://schemas.microsoft.com/VisualStudio/2011/storyboarding/control"/>
  </ds:schemaRefs>
</ds:datastoreItem>
</file>

<file path=customXml/itemProps49.xml><?xml version="1.0" encoding="utf-8"?>
<ds:datastoreItem xmlns:ds="http://schemas.openxmlformats.org/officeDocument/2006/customXml" ds:itemID="{E781486F-5CA5-4402-AB38-E4607A666076}">
  <ds:schemaRefs>
    <ds:schemaRef ds:uri="http://schemas.microsoft.com/VisualStudio/2011/storyboarding/control"/>
  </ds:schemaRefs>
</ds:datastoreItem>
</file>

<file path=customXml/itemProps50.xml><?xml version="1.0" encoding="utf-8"?>
<ds:datastoreItem xmlns:ds="http://schemas.openxmlformats.org/officeDocument/2006/customXml" ds:itemID="{D55A80E1-8441-49A1-ACD2-807F593787B5}">
  <ds:schemaRefs>
    <ds:schemaRef ds:uri="http://schemas.microsoft.com/VisualStudio/2011/storyboarding/control"/>
  </ds:schemaRefs>
</ds:datastoreItem>
</file>

<file path=customXml/itemProps51.xml><?xml version="1.0" encoding="utf-8"?>
<ds:datastoreItem xmlns:ds="http://schemas.openxmlformats.org/officeDocument/2006/customXml" ds:itemID="{B2C045CB-46CF-4366-B09C-103D81BA59D7}">
  <ds:schemaRefs>
    <ds:schemaRef ds:uri="http://schemas.microsoft.com/office/2006/metadata/properties"/>
    <ds:schemaRef ds:uri="http://schemas.microsoft.com/office/infopath/2007/PartnerControls"/>
    <ds:schemaRef ds:uri="f847e7ad-bfae-49c8-aedd-39ec05321f40"/>
  </ds:schemaRefs>
</ds:datastoreItem>
</file>

<file path=customXml/itemProps52.xml><?xml version="1.0" encoding="utf-8"?>
<ds:datastoreItem xmlns:ds="http://schemas.openxmlformats.org/officeDocument/2006/customXml" ds:itemID="{4D4A5F72-1F56-45E2-8CC3-F00F04D32464}">
  <ds:schemaRefs>
    <ds:schemaRef ds:uri="http://schemas.microsoft.com/VisualStudio/2011/storyboarding/control"/>
  </ds:schemaRefs>
</ds:datastoreItem>
</file>

<file path=customXml/itemProps53.xml><?xml version="1.0" encoding="utf-8"?>
<ds:datastoreItem xmlns:ds="http://schemas.openxmlformats.org/officeDocument/2006/customXml" ds:itemID="{5232913E-DC81-4A41-8676-CCA170888ADE}">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Office_Vision_Roadmap_15.21-FINAL</Template>
  <TotalTime>0</TotalTime>
  <Words>509</Words>
  <Application>Microsoft Office PowerPoint</Application>
  <PresentationFormat>自定义</PresentationFormat>
  <Paragraphs>221</Paragraphs>
  <Slides>20</Slides>
  <Notes>8</Notes>
  <HiddenSlides>0</HiddenSlides>
  <MMClips>0</MMClips>
  <ScaleCrop>false</ScaleCrop>
  <HeadingPairs>
    <vt:vector size="8" baseType="variant">
      <vt:variant>
        <vt:lpstr>已用的字体</vt:lpstr>
      </vt:variant>
      <vt:variant>
        <vt:i4>9</vt:i4>
      </vt:variant>
      <vt:variant>
        <vt:lpstr>主题</vt:lpstr>
      </vt:variant>
      <vt:variant>
        <vt:i4>7</vt:i4>
      </vt:variant>
      <vt:variant>
        <vt:lpstr>嵌入 OLE 服务器</vt:lpstr>
      </vt:variant>
      <vt:variant>
        <vt:i4>1</vt:i4>
      </vt:variant>
      <vt:variant>
        <vt:lpstr>幻灯片标题</vt:lpstr>
      </vt:variant>
      <vt:variant>
        <vt:i4>20</vt:i4>
      </vt:variant>
    </vt:vector>
  </HeadingPairs>
  <TitlesOfParts>
    <vt:vector size="37" baseType="lpstr">
      <vt:lpstr>Futura Bk</vt:lpstr>
      <vt:lpstr>Kozuka Gothic Pro R</vt:lpstr>
      <vt:lpstr>Segoe Semibold</vt:lpstr>
      <vt:lpstr>Arial</vt:lpstr>
      <vt:lpstr>Calibri</vt:lpstr>
      <vt:lpstr>Segoe UI</vt:lpstr>
      <vt:lpstr>Segoe UI Light</vt:lpstr>
      <vt:lpstr>Segoe UI Semibold</vt:lpstr>
      <vt:lpstr>Wingdings</vt:lpstr>
      <vt:lpstr>Metro_Template_Light_16x9</vt:lpstr>
      <vt:lpstr>3_Metro_Template_Light_16x9</vt:lpstr>
      <vt:lpstr>Office_Vision_Roadmap_15.21-FINAL</vt:lpstr>
      <vt:lpstr>1_Metro_Template_Light_16x9</vt:lpstr>
      <vt:lpstr>4_Metro_Template_Light_16x9</vt:lpstr>
      <vt:lpstr>5_Metro_Template_Light_16x9</vt:lpstr>
      <vt:lpstr>MS1444_Windows Azure Template 16x9_r08b</vt:lpstr>
      <vt:lpstr>think-cell Slide</vt:lpstr>
      <vt:lpstr>PowerPoint 演示文稿</vt:lpstr>
      <vt:lpstr>日程安排</vt:lpstr>
      <vt:lpstr>PowerPoint 演示文稿</vt:lpstr>
      <vt:lpstr>Azure Web Site架构</vt:lpstr>
      <vt:lpstr>Azure部署单元公网IP - China</vt:lpstr>
      <vt:lpstr>Azure部署单元公网IP - East Asia Region</vt:lpstr>
      <vt:lpstr>Azure Web Site 计算单元</vt:lpstr>
      <vt:lpstr>Azure Web Site Offer</vt:lpstr>
      <vt:lpstr>Azure Web App限制</vt:lpstr>
      <vt:lpstr>web sites</vt:lpstr>
      <vt:lpstr>web sites </vt:lpstr>
      <vt:lpstr>web sites </vt:lpstr>
      <vt:lpstr>web sites</vt:lpstr>
      <vt:lpstr>web sites </vt:lpstr>
      <vt:lpstr>演示 :</vt:lpstr>
      <vt:lpstr>Web App 时区</vt:lpstr>
      <vt:lpstr>案例分享</vt:lpstr>
      <vt:lpstr>案例分享</vt:lpstr>
      <vt:lpstr>案例分享</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EBC deck short</dc:title>
  <dc:creator/>
  <dc:description>Formatting: Robin E. Warren, Artitudes Design, Inc.</dc:description>
  <cp:lastModifiedBy/>
  <cp:revision>1</cp:revision>
  <dcterms:created xsi:type="dcterms:W3CDTF">2011-03-10T23:27:38Z</dcterms:created>
  <dcterms:modified xsi:type="dcterms:W3CDTF">2016-09-21T05:08:42Z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0x010100C086AF6043FE7B4A8171E526847ABF5D</vt:lpwstr>
  </property>
  <property fmtid="{D5CDD505-2E9C-101B-9397-08002B2CF9AE}" pid="3" name="TaxKeyword">
    <vt:lpwstr/>
  </property>
  <property fmtid="{D5CDD505-2E9C-101B-9397-08002B2CF9AE}" pid="4" name="Capabilities">
    <vt:lpwstr/>
  </property>
  <property fmtid="{D5CDD505-2E9C-101B-9397-08002B2CF9AE}" pid="5" name="_dlc_policyId">
    <vt:lpwstr/>
  </property>
  <property fmtid="{D5CDD505-2E9C-101B-9397-08002B2CF9AE}" pid="6" name="Region">
    <vt:lpwstr/>
  </property>
  <property fmtid="{D5CDD505-2E9C-101B-9397-08002B2CF9AE}" pid="7" name="Confidentiality">
    <vt:lpwstr>80;#customer ready|b225dced-5dab-45d2-8576-577b3c96fa78</vt:lpwstr>
  </property>
  <property fmtid="{D5CDD505-2E9C-101B-9397-08002B2CF9AE}" pid="8" name="ItemType">
    <vt:lpwstr>17197;#presentations|317da5a4-398e-4c38-b265-afd519770055</vt:lpwstr>
  </property>
  <property fmtid="{D5CDD505-2E9C-101B-9397-08002B2CF9AE}" pid="9" name="WorkflowCreationPath">
    <vt:lpwstr>d3765c0c-e2b5-4307-934b-d5d862e93ab3,3;d3765c0c-e2b5-4307-934b-d5d862e93ab3,3;d3765c0c-e2b5-4307-934b-d5d862e93ab3,8;d3765c0c-e2b5-4307-934b-d5d862e93ab3,8;d3765c0c-e2b5-4307-934b-d5d862e93ab3,11;d3765c0c-e2b5-4307-934b-d5d862e93ab3,11;</vt:lpwstr>
  </property>
  <property fmtid="{D5CDD505-2E9C-101B-9397-08002B2CF9AE}" pid="10" name="Industries">
    <vt:lpwstr/>
  </property>
  <property fmtid="{D5CDD505-2E9C-101B-9397-08002B2CF9AE}" pid="11" name="Roles">
    <vt:lpwstr/>
  </property>
  <property fmtid="{D5CDD505-2E9C-101B-9397-08002B2CF9AE}" pid="12" name="SMSGDomain">
    <vt:lpwstr/>
  </property>
  <property fmtid="{D5CDD505-2E9C-101B-9397-08002B2CF9AE}" pid="13" name="Competitors">
    <vt:lpwstr/>
  </property>
  <property fmtid="{D5CDD505-2E9C-101B-9397-08002B2CF9AE}" pid="14" name="ItemRetentionFormula">
    <vt:lpwstr/>
  </property>
  <property fmtid="{D5CDD505-2E9C-101B-9397-08002B2CF9AE}" pid="15" name="BusinessArchitecture">
    <vt:lpwstr/>
  </property>
  <property fmtid="{D5CDD505-2E9C-101B-9397-08002B2CF9AE}" pid="16" name="Products">
    <vt:lpwstr>13833;#Windows Azure platform|df6aaec2-d07c-4319-b510-15a691aea35b;#10921;#Windows Azure|669a3112-5edf-444b-a003-630063601f07</vt:lpwstr>
  </property>
  <property fmtid="{D5CDD505-2E9C-101B-9397-08002B2CF9AE}" pid="17" name="_dlc_DocIdItemGuid">
    <vt:lpwstr>f1f59378-3b41-4227-bea3-2dd4f5565333</vt:lpwstr>
  </property>
  <property fmtid="{D5CDD505-2E9C-101B-9397-08002B2CF9AE}" pid="18" name="Partners">
    <vt:lpwstr/>
  </property>
  <property fmtid="{D5CDD505-2E9C-101B-9397-08002B2CF9AE}" pid="19" name="Segments">
    <vt:lpwstr/>
  </property>
  <property fmtid="{D5CDD505-2E9C-101B-9397-08002B2CF9AE}" pid="20" name="ActivitiesAndPrograms">
    <vt:lpwstr/>
  </property>
  <property fmtid="{D5CDD505-2E9C-101B-9397-08002B2CF9AE}" pid="21" name="Groups">
    <vt:lpwstr/>
  </property>
  <property fmtid="{D5CDD505-2E9C-101B-9397-08002B2CF9AE}" pid="22" name="Topics">
    <vt:lpwstr/>
  </property>
  <property fmtid="{D5CDD505-2E9C-101B-9397-08002B2CF9AE}" pid="23" name="LastUpdatedByBatchTagging">
    <vt:bool>false</vt:bool>
  </property>
  <property fmtid="{D5CDD505-2E9C-101B-9397-08002B2CF9AE}" pid="24" name="Languages">
    <vt:lpwstr/>
  </property>
  <property fmtid="{D5CDD505-2E9C-101B-9397-08002B2CF9AE}" pid="25" name="Audiences">
    <vt:lpwstr/>
  </property>
</Properties>
</file>