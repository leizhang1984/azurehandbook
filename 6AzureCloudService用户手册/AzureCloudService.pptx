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Default Extension="wdp" ContentType="image/vnd.ms-photo"/>
  <Default Extension="vml" ContentType="application/vnd.openxmlformats-officedocument.vmlDrawing"/>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9.xml" ContentType="application/vnd.openxmlformats-officedocument.presentationml.tags+xml"/>
  <Override PartName="/ppt/tags/tag10.xml" ContentType="application/vnd.openxmlformats-officedocument.presentationml.tags+xml"/>
  <Override PartName="/ppt/notesSlides/notesSlide6.xml" ContentType="application/vnd.openxmlformats-officedocument.presentationml.notesSlide+xml"/>
  <Override PartName="/ppt/tags/tag11.xml" ContentType="application/vnd.openxmlformats-officedocument.presentationml.tags+xml"/>
  <Override PartName="/ppt/tags/tag12.xml" ContentType="application/vnd.openxmlformats-officedocument.presentationml.tags+xml"/>
  <Override PartName="/ppt/notesSlides/notesSlide7.xml" ContentType="application/vnd.openxmlformats-officedocument.presentationml.notesSlide+xml"/>
  <Override PartName="/ppt/tags/tag13.xml" ContentType="application/vnd.openxmlformats-officedocument.presentationml.tags+xml"/>
  <Override PartName="/ppt/tags/tag14.xml" ContentType="application/vnd.openxmlformats-officedocument.presentationml.tags+xml"/>
  <Override PartName="/ppt/notesSlides/notesSlide8.xml" ContentType="application/vnd.openxmlformats-officedocument.presentationml.notesSlide+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notesSlides/notesSlide9.xml" ContentType="application/vnd.openxmlformats-officedocument.presentationml.notesSlide+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notesSlides/notesSlide10.xml" ContentType="application/vnd.openxmlformats-officedocument.presentationml.notesSlide+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notesSlides/notesSlide11.xml" ContentType="application/vnd.openxmlformats-officedocument.presentationml.notesSlide+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notesSlides/notesSlide12.xml" ContentType="application/vnd.openxmlformats-officedocument.presentationml.notesSlide+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notesSlides/notesSlide16.xml" ContentType="application/vnd.openxmlformats-officedocument.presentationml.notesSlide+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notesSlides/notesSlide17.xml" ContentType="application/vnd.openxmlformats-officedocument.presentationml.notesSlide+xml"/>
  <Override PartName="/ppt/tags/tag114.xml" ContentType="application/vnd.openxmlformats-officedocument.presentationml.tags+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3" r:id="rId4"/>
    <p:sldMasterId id="2147483718" r:id="rId5"/>
  </p:sldMasterIdLst>
  <p:notesMasterIdLst>
    <p:notesMasterId r:id="rId36"/>
  </p:notesMasterIdLst>
  <p:handoutMasterIdLst>
    <p:handoutMasterId r:id="rId37"/>
  </p:handoutMasterIdLst>
  <p:sldIdLst>
    <p:sldId id="350" r:id="rId6"/>
    <p:sldId id="351" r:id="rId7"/>
    <p:sldId id="431" r:id="rId8"/>
    <p:sldId id="396" r:id="rId9"/>
    <p:sldId id="397" r:id="rId10"/>
    <p:sldId id="428" r:id="rId11"/>
    <p:sldId id="429" r:id="rId12"/>
    <p:sldId id="426" r:id="rId13"/>
    <p:sldId id="433" r:id="rId14"/>
    <p:sldId id="353" r:id="rId15"/>
    <p:sldId id="388" r:id="rId16"/>
    <p:sldId id="370" r:id="rId17"/>
    <p:sldId id="436" r:id="rId18"/>
    <p:sldId id="437" r:id="rId19"/>
    <p:sldId id="423" r:id="rId20"/>
    <p:sldId id="391" r:id="rId21"/>
    <p:sldId id="390" r:id="rId22"/>
    <p:sldId id="367" r:id="rId23"/>
    <p:sldId id="425" r:id="rId24"/>
    <p:sldId id="424" r:id="rId25"/>
    <p:sldId id="386" r:id="rId26"/>
    <p:sldId id="378" r:id="rId27"/>
    <p:sldId id="394" r:id="rId28"/>
    <p:sldId id="395" r:id="rId29"/>
    <p:sldId id="379" r:id="rId30"/>
    <p:sldId id="432" r:id="rId31"/>
    <p:sldId id="434" r:id="rId32"/>
    <p:sldId id="435" r:id="rId33"/>
    <p:sldId id="381" r:id="rId34"/>
    <p:sldId id="380" r:id="rId35"/>
  </p:sldIdLst>
  <p:sldSz cx="12188825" cy="6858000"/>
  <p:notesSz cx="6858000" cy="9144000"/>
  <p:custDataLst>
    <p:tags r:id="rId38"/>
  </p:custDataLst>
  <p:defaultTex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98015314-3606-470B-AE56-C81F618F2A20}">
          <p14:sldIdLst>
            <p14:sldId id="350"/>
            <p14:sldId id="351"/>
          </p14:sldIdLst>
        </p14:section>
        <p14:section name="PaaS Overview" id="{E0C2E6B9-46AC-488A-917F-F3B0F4042EEB}">
          <p14:sldIdLst>
            <p14:sldId id="431"/>
            <p14:sldId id="396"/>
            <p14:sldId id="397"/>
            <p14:sldId id="428"/>
            <p14:sldId id="429"/>
            <p14:sldId id="426"/>
          </p14:sldIdLst>
        </p14:section>
        <p14:section name="Azure PaaS Development" id="{8674045B-DAAE-4BE2-B5A6-4E7989618013}">
          <p14:sldIdLst>
            <p14:sldId id="433"/>
            <p14:sldId id="353"/>
            <p14:sldId id="388"/>
            <p14:sldId id="370"/>
            <p14:sldId id="436"/>
            <p14:sldId id="437"/>
            <p14:sldId id="423"/>
            <p14:sldId id="391"/>
            <p14:sldId id="390"/>
            <p14:sldId id="367"/>
            <p14:sldId id="425"/>
            <p14:sldId id="424"/>
            <p14:sldId id="386"/>
            <p14:sldId id="378"/>
            <p14:sldId id="394"/>
            <p14:sldId id="395"/>
            <p14:sldId id="379"/>
          </p14:sldIdLst>
        </p14:section>
        <p14:section name="PaaS Architect Design" id="{1E68C7E1-F181-41D6-AAF3-0DA4E433A7D3}">
          <p14:sldIdLst>
            <p14:sldId id="432"/>
            <p14:sldId id="434"/>
            <p14:sldId id="435"/>
            <p14:sldId id="381"/>
            <p14:sldId id="380"/>
          </p14:sldIdLst>
        </p14:section>
      </p14:sectionLst>
    </p:ext>
    <p:ext uri="{EFAFB233-063F-42B5-8137-9DF3F51BA10A}">
      <p15:sldGuideLst xmlns:p15="http://schemas.microsoft.com/office/powerpoint/2012/main">
        <p15:guide id="1" orient="horz" pos="144">
          <p15:clr>
            <a:srgbClr val="A4A3A4"/>
          </p15:clr>
        </p15:guide>
        <p15:guide id="2" orient="horz" pos="1241">
          <p15:clr>
            <a:srgbClr val="A4A3A4"/>
          </p15:clr>
        </p15:guide>
        <p15:guide id="3" orient="horz" pos="4180">
          <p15:clr>
            <a:srgbClr val="A4A3A4"/>
          </p15:clr>
        </p15:guide>
        <p15:guide id="4" orient="horz" pos="922">
          <p15:clr>
            <a:srgbClr val="A4A3A4"/>
          </p15:clr>
        </p15:guide>
        <p15:guide id="5" orient="horz" pos="3948">
          <p15:clr>
            <a:srgbClr val="A4A3A4"/>
          </p15:clr>
        </p15:guide>
        <p15:guide id="6" orient="horz" pos="1068">
          <p15:clr>
            <a:srgbClr val="A4A3A4"/>
          </p15:clr>
        </p15:guide>
        <p15:guide id="7" orient="horz" pos="2161">
          <p15:clr>
            <a:srgbClr val="A4A3A4"/>
          </p15:clr>
        </p15:guide>
        <p15:guide id="8" pos="327">
          <p15:clr>
            <a:srgbClr val="A4A3A4"/>
          </p15:clr>
        </p15:guide>
        <p15:guide id="9" pos="7350">
          <p15:clr>
            <a:srgbClr val="A4A3A4"/>
          </p15:clr>
        </p15:guide>
        <p15:guide id="10" pos="384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Wenwen" initials="W" lastIdx="3"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95959"/>
    <a:srgbClr val="FFE497"/>
    <a:srgbClr val="FFE18B"/>
    <a:srgbClr val="FFDA71"/>
    <a:srgbClr val="FFD253"/>
    <a:srgbClr val="FFBE00"/>
    <a:srgbClr val="FCFCFC"/>
    <a:srgbClr val="FBFBFB"/>
    <a:srgbClr val="8CC600"/>
    <a:srgbClr val="DCDCD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B301B821-A1FF-4177-AEE7-76D212191A09}" styleName="中度样式 1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58" autoAdjust="0"/>
    <p:restoredTop sz="86026" autoAdjust="0"/>
  </p:normalViewPr>
  <p:slideViewPr>
    <p:cSldViewPr snapToGrid="0">
      <p:cViewPr varScale="1">
        <p:scale>
          <a:sx n="77" d="100"/>
          <a:sy n="77" d="100"/>
        </p:scale>
        <p:origin x="858" y="84"/>
      </p:cViewPr>
      <p:guideLst>
        <p:guide orient="horz" pos="144"/>
        <p:guide orient="horz" pos="1241"/>
        <p:guide orient="horz" pos="4180"/>
        <p:guide orient="horz" pos="922"/>
        <p:guide orient="horz" pos="3948"/>
        <p:guide orient="horz" pos="1068"/>
        <p:guide orient="horz" pos="2161"/>
        <p:guide pos="327"/>
        <p:guide pos="735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00" d="100"/>
        <a:sy n="100" d="100"/>
      </p:scale>
      <p:origin x="0" y="0"/>
    </p:cViewPr>
  </p:sorterViewPr>
  <p:notesViewPr>
    <p:cSldViewPr snapToGrid="0" showGuides="1">
      <p:cViewPr varScale="1">
        <p:scale>
          <a:sx n="56" d="100"/>
          <a:sy n="56" d="100"/>
        </p:scale>
        <p:origin x="-2496"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commentAuthors" Target="commentAuthors.xml"/><Relationship Id="rId3" Type="http://schemas.openxmlformats.org/officeDocument/2006/relationships/customXml" Target="../customXml/item3.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theme" Target="theme/theme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tags" Target="tags/tag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handoutMaster" Target="handoutMasters/handoutMaster1.xml"/><Relationship Id="rId40"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notesMaster" Target="notesMasters/notesMaster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9.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latin typeface="Segoe UI" pitchFamily="34" charset="0"/>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C3F5198-D814-4F07-A84F-942E63C84983}" type="datetimeFigureOut">
              <a:rPr lang="en-US" smtClean="0">
                <a:latin typeface="Segoe UI" pitchFamily="34" charset="0"/>
              </a:rPr>
              <a:pPr/>
              <a:t>9/21/2016</a:t>
            </a:fld>
            <a:endParaRPr lang="en-US" dirty="0">
              <a:latin typeface="Segoe UI" pitchFamily="34" charset="0"/>
            </a:endParaRPr>
          </a:p>
        </p:txBody>
      </p:sp>
      <p:sp>
        <p:nvSpPr>
          <p:cNvPr id="4" name="Footer Placeholder 3"/>
          <p:cNvSpPr>
            <a:spLocks noGrp="1"/>
          </p:cNvSpPr>
          <p:nvPr>
            <p:ph type="ftr" sz="quarter" idx="2"/>
          </p:nvPr>
        </p:nvSpPr>
        <p:spPr>
          <a:xfrm>
            <a:off x="0" y="8685213"/>
            <a:ext cx="6248400" cy="457200"/>
          </a:xfrm>
          <a:prstGeom prst="rect">
            <a:avLst/>
          </a:prstGeom>
        </p:spPr>
        <p:txBody>
          <a:bodyPr vert="horz" lIns="91440" tIns="45720" rIns="91440" bIns="45720" rtlCol="0" anchor="b"/>
          <a:lstStyle>
            <a:lvl1pPr algn="l">
              <a:defRPr sz="1200"/>
            </a:lvl1pPr>
          </a:lstStyle>
          <a:p>
            <a:r>
              <a:rPr lang="en-US" sz="500" dirty="0">
                <a:solidFill>
                  <a:srgbClr val="000000"/>
                </a:solidFill>
                <a:latin typeface="Segoe UI" pitchFamily="34" charset="0"/>
              </a:rPr>
              <a:t>© 2011 Microsoft Corporation. All rights reserved. Microsoft, Windows, Windows Vista and other product names are or may be registered trademarks and/or trademarks in the U.S. and/or other countries.</a:t>
            </a:r>
          </a:p>
          <a:p>
            <a:r>
              <a:rPr lang="en-US" sz="500" dirty="0">
                <a:solidFill>
                  <a:srgbClr val="000000"/>
                </a:solidFill>
                <a:latin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sz="500" dirty="0">
                <a:solidFill>
                  <a:srgbClr val="000000"/>
                </a:solidFill>
                <a:latin typeface="Segoe UI" pitchFamily="34" charset="0"/>
              </a:rPr>
            </a:br>
            <a:r>
              <a:rPr lang="en-US" sz="500" dirty="0">
                <a:solidFill>
                  <a:srgbClr val="000000"/>
                </a:solidFill>
                <a:latin typeface="Segoe UI" pitchFamily="34" charset="0"/>
              </a:rPr>
              <a:t>MICROSOFT MAKES NO WARRANTIES, EXPRESS, IMPLIED OR STATUTORY, AS TO THE INFORMATION IN THIS PRESENTATION.</a:t>
            </a:r>
          </a:p>
        </p:txBody>
      </p:sp>
      <p:sp>
        <p:nvSpPr>
          <p:cNvPr id="5" name="Slide Number Placeholder 4"/>
          <p:cNvSpPr>
            <a:spLocks noGrp="1"/>
          </p:cNvSpPr>
          <p:nvPr>
            <p:ph type="sldNum" sz="quarter" idx="3"/>
          </p:nvPr>
        </p:nvSpPr>
        <p:spPr>
          <a:xfrm>
            <a:off x="6248399" y="8685213"/>
            <a:ext cx="608013" cy="457200"/>
          </a:xfrm>
          <a:prstGeom prst="rect">
            <a:avLst/>
          </a:prstGeom>
        </p:spPr>
        <p:txBody>
          <a:bodyPr vert="horz" lIns="91440" tIns="45720" rIns="91440" bIns="45720" rtlCol="0" anchor="b"/>
          <a:lstStyle>
            <a:lvl1pPr algn="r">
              <a:defRPr sz="1200"/>
            </a:lvl1pPr>
          </a:lstStyle>
          <a:p>
            <a:fld id="{8980CB99-47E3-46F4-AAEB-3919FBEFC014}" type="slidenum">
              <a:rPr lang="en-US" smtClean="0">
                <a:latin typeface="Segoe UI" pitchFamily="34" charset="0"/>
              </a:rPr>
              <a:pPr/>
              <a:t>‹#›</a:t>
            </a:fld>
            <a:endParaRPr lang="en-US" dirty="0">
              <a:latin typeface="Segoe UI" pitchFamily="34" charset="0"/>
            </a:endParaRPr>
          </a:p>
        </p:txBody>
      </p:sp>
    </p:spTree>
    <p:extLst>
      <p:ext uri="{BB962C8B-B14F-4D97-AF65-F5344CB8AC3E}">
        <p14:creationId xmlns:p14="http://schemas.microsoft.com/office/powerpoint/2010/main" val="282901638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7C3FBCD4-166E-446F-AF18-7D4A0CF9AEF6}" type="datetimeFigureOut">
              <a:rPr lang="en-US" smtClean="0"/>
              <a:pPr/>
              <a:t>9/21/2016</a:t>
            </a:fld>
            <a:endParaRPr lang="en-US" dirty="0"/>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6172200" cy="457200"/>
          </a:xfrm>
          <a:prstGeom prst="rect">
            <a:avLst/>
          </a:prstGeom>
        </p:spPr>
        <p:txBody>
          <a:bodyPr vert="horz" lIns="91440" tIns="45720" rIns="91440" bIns="45720" rtlCol="0" anchor="b"/>
          <a:lstStyle>
            <a:lvl1pPr algn="l">
              <a:defRPr sz="500">
                <a:latin typeface="Segoe" pitchFamily="34" charset="0"/>
              </a:defRPr>
            </a:lvl1pPr>
          </a:lstStyle>
          <a:p>
            <a:r>
              <a:rPr lang="en-US" dirty="0">
                <a:solidFill>
                  <a:srgbClr val="000000"/>
                </a:solidFill>
                <a:latin typeface="Segoe UI" pitchFamily="34" charset="0"/>
              </a:rPr>
              <a:t>© 2011 Microsoft Corporation. All rights reserved. Microsoft, Windows, Windows Vista and other product names are or may be registered trademarks and/or trademarks in the U.S. and/or other countries.</a:t>
            </a:r>
          </a:p>
          <a:p>
            <a:r>
              <a:rPr lang="en-US" dirty="0">
                <a:solidFill>
                  <a:srgbClr val="000000"/>
                </a:solidFill>
                <a:latin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dirty="0">
                <a:solidFill>
                  <a:srgbClr val="000000"/>
                </a:solidFill>
                <a:latin typeface="Segoe UI" pitchFamily="34" charset="0"/>
              </a:rPr>
            </a:br>
            <a:r>
              <a:rPr lang="en-US" dirty="0">
                <a:solidFill>
                  <a:srgbClr val="000000"/>
                </a:solidFill>
                <a:latin typeface="Segoe UI" pitchFamily="34" charset="0"/>
              </a:rPr>
              <a:t>MICROSOFT MAKES NO WARRANTIES, EXPRESS, IMPLIED OR STATUTORY, AS TO THE INFORMATION IN THIS PRESENTATION.</a:t>
            </a:r>
          </a:p>
        </p:txBody>
      </p:sp>
      <p:sp>
        <p:nvSpPr>
          <p:cNvPr id="7" name="Slide Number Placeholder 6"/>
          <p:cNvSpPr>
            <a:spLocks noGrp="1"/>
          </p:cNvSpPr>
          <p:nvPr>
            <p:ph type="sldNum" sz="quarter" idx="5"/>
          </p:nvPr>
        </p:nvSpPr>
        <p:spPr>
          <a:xfrm>
            <a:off x="6172199" y="8685213"/>
            <a:ext cx="684213" cy="457200"/>
          </a:xfrm>
          <a:prstGeom prst="rect">
            <a:avLst/>
          </a:prstGeom>
        </p:spPr>
        <p:txBody>
          <a:bodyPr vert="horz" lIns="91440" tIns="45720" rIns="91440" bIns="45720" rtlCol="0" anchor="b"/>
          <a:lstStyle>
            <a:lvl1pPr algn="r">
              <a:defRPr sz="1200">
                <a:latin typeface="Segoe UI" pitchFamily="34" charset="0"/>
              </a:defRPr>
            </a:lvl1pPr>
          </a:lstStyle>
          <a:p>
            <a:fld id="{8B263312-38AA-4E1E-B2B5-0F8F122B24FE}" type="slidenum">
              <a:rPr lang="en-US" smtClean="0"/>
              <a:pPr/>
              <a:t>‹#›</a:t>
            </a:fld>
            <a:endParaRPr lang="en-US" dirty="0"/>
          </a:p>
        </p:txBody>
      </p:sp>
    </p:spTree>
    <p:extLst>
      <p:ext uri="{BB962C8B-B14F-4D97-AF65-F5344CB8AC3E}">
        <p14:creationId xmlns:p14="http://schemas.microsoft.com/office/powerpoint/2010/main" val="3124071592"/>
      </p:ext>
    </p:extLst>
  </p:cSld>
  <p:clrMap bg1="lt1" tx1="dk1" bg2="lt2" tx2="dk2" accent1="accent1" accent2="accent2" accent3="accent3" accent4="accent4" accent5="accent5" accent6="accent6" hlink="hlink" folHlink="folHlink"/>
  <p:notesStyle>
    <a:lvl1pPr marL="0" algn="l" defTabSz="914363" rtl="0" eaLnBrk="1" latinLnBrk="0" hangingPunct="1">
      <a:lnSpc>
        <a:spcPct val="90000"/>
      </a:lnSpc>
      <a:spcAft>
        <a:spcPts val="333"/>
      </a:spcAft>
      <a:defRPr sz="900" kern="1200">
        <a:solidFill>
          <a:schemeClr val="tx1"/>
        </a:solidFill>
        <a:latin typeface="Segoe UI" pitchFamily="34" charset="0"/>
        <a:ea typeface="+mn-ea"/>
        <a:cs typeface="+mn-cs"/>
      </a:defRPr>
    </a:lvl1pPr>
    <a:lvl2pPr marL="212981" indent="-105829" algn="l" defTabSz="914363" rtl="0" eaLnBrk="1" latinLnBrk="0" hangingPunct="1">
      <a:lnSpc>
        <a:spcPct val="90000"/>
      </a:lnSpc>
      <a:spcAft>
        <a:spcPts val="333"/>
      </a:spcAft>
      <a:buFont typeface="Arial" pitchFamily="34" charset="0"/>
      <a:buChar char="•"/>
      <a:defRPr sz="900" kern="1200">
        <a:solidFill>
          <a:schemeClr val="tx1"/>
        </a:solidFill>
        <a:latin typeface="Segoe UI" pitchFamily="34" charset="0"/>
        <a:ea typeface="+mn-ea"/>
        <a:cs typeface="+mn-cs"/>
      </a:defRPr>
    </a:lvl2pPr>
    <a:lvl3pPr marL="328070" indent="-115090" algn="l" defTabSz="914363" rtl="0" eaLnBrk="1" latinLnBrk="0" hangingPunct="1">
      <a:lnSpc>
        <a:spcPct val="90000"/>
      </a:lnSpc>
      <a:spcAft>
        <a:spcPts val="333"/>
      </a:spcAft>
      <a:buFont typeface="Arial" pitchFamily="34" charset="0"/>
      <a:buChar char="•"/>
      <a:defRPr sz="900" kern="1200">
        <a:solidFill>
          <a:schemeClr val="tx1"/>
        </a:solidFill>
        <a:latin typeface="Segoe UI" pitchFamily="34" charset="0"/>
        <a:ea typeface="+mn-ea"/>
        <a:cs typeface="+mn-cs"/>
      </a:defRPr>
    </a:lvl3pPr>
    <a:lvl4pPr marL="482846" indent="-146838" algn="l" defTabSz="914363" rtl="0" eaLnBrk="1" latinLnBrk="0" hangingPunct="1">
      <a:lnSpc>
        <a:spcPct val="90000"/>
      </a:lnSpc>
      <a:spcAft>
        <a:spcPts val="333"/>
      </a:spcAft>
      <a:buFont typeface="Arial" pitchFamily="34" charset="0"/>
      <a:buChar char="•"/>
      <a:defRPr sz="900" kern="1200">
        <a:solidFill>
          <a:schemeClr val="tx1"/>
        </a:solidFill>
        <a:latin typeface="Segoe UI" pitchFamily="34" charset="0"/>
        <a:ea typeface="+mn-ea"/>
        <a:cs typeface="+mn-cs"/>
      </a:defRPr>
    </a:lvl4pPr>
    <a:lvl5pPr marL="615132" indent="-115090" algn="l" defTabSz="914363" rtl="0" eaLnBrk="1" latinLnBrk="0" hangingPunct="1">
      <a:lnSpc>
        <a:spcPct val="90000"/>
      </a:lnSpc>
      <a:spcAft>
        <a:spcPts val="333"/>
      </a:spcAft>
      <a:buFont typeface="Arial" pitchFamily="34" charset="0"/>
      <a:buChar char="•"/>
      <a:defRPr sz="900" kern="1200">
        <a:solidFill>
          <a:schemeClr val="tx1"/>
        </a:solidFill>
        <a:latin typeface="Segoe UI" pitchFamily="34" charset="0"/>
        <a:ea typeface="+mn-ea"/>
        <a:cs typeface="+mn-cs"/>
      </a:defRPr>
    </a:lvl5pPr>
    <a:lvl6pPr marL="2285909" algn="l" defTabSz="914363" rtl="0" eaLnBrk="1" latinLnBrk="0" hangingPunct="1">
      <a:defRPr sz="1200" kern="1200">
        <a:solidFill>
          <a:schemeClr val="tx1"/>
        </a:solidFill>
        <a:latin typeface="+mn-lt"/>
        <a:ea typeface="+mn-ea"/>
        <a:cs typeface="+mn-cs"/>
      </a:defRPr>
    </a:lvl6pPr>
    <a:lvl7pPr marL="2743090" algn="l" defTabSz="914363" rtl="0" eaLnBrk="1" latinLnBrk="0" hangingPunct="1">
      <a:defRPr sz="1200" kern="1200">
        <a:solidFill>
          <a:schemeClr val="tx1"/>
        </a:solidFill>
        <a:latin typeface="+mn-lt"/>
        <a:ea typeface="+mn-ea"/>
        <a:cs typeface="+mn-cs"/>
      </a:defRPr>
    </a:lvl7pPr>
    <a:lvl8pPr marL="3200272" algn="l" defTabSz="914363" rtl="0" eaLnBrk="1" latinLnBrk="0" hangingPunct="1">
      <a:defRPr sz="1200" kern="1200">
        <a:solidFill>
          <a:schemeClr val="tx1"/>
        </a:solidFill>
        <a:latin typeface="+mn-lt"/>
        <a:ea typeface="+mn-ea"/>
        <a:cs typeface="+mn-cs"/>
      </a:defRPr>
    </a:lvl8pPr>
    <a:lvl9pPr marL="3657454" algn="l" defTabSz="914363"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2AABF77-E2E4-44CA-BA5C-65E132CF08D8}" type="slidenum">
              <a:rPr lang="en-US" smtClean="0"/>
              <a:pPr/>
              <a:t>1</a:t>
            </a:fld>
            <a:endParaRPr lang="en-US" dirty="0"/>
          </a:p>
        </p:txBody>
      </p:sp>
    </p:spTree>
    <p:extLst>
      <p:ext uri="{BB962C8B-B14F-4D97-AF65-F5344CB8AC3E}">
        <p14:creationId xmlns:p14="http://schemas.microsoft.com/office/powerpoint/2010/main" val="38710894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2AABF77-E2E4-44CA-BA5C-65E132CF08D8}" type="slidenum">
              <a:rPr lang="en-US" smtClean="0"/>
              <a:pPr/>
              <a:t>2</a:t>
            </a:fld>
            <a:endParaRPr lang="en-US" dirty="0"/>
          </a:p>
        </p:txBody>
      </p:sp>
    </p:spTree>
    <p:extLst>
      <p:ext uri="{BB962C8B-B14F-4D97-AF65-F5344CB8AC3E}">
        <p14:creationId xmlns:p14="http://schemas.microsoft.com/office/powerpoint/2010/main" val="40408490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2AABF77-E2E4-44CA-BA5C-65E132CF08D8}" type="slidenum">
              <a:rPr lang="en-US" smtClean="0"/>
              <a:pPr/>
              <a:t>4</a:t>
            </a:fld>
            <a:endParaRPr lang="en-US" dirty="0"/>
          </a:p>
        </p:txBody>
      </p:sp>
    </p:spTree>
    <p:extLst>
      <p:ext uri="{BB962C8B-B14F-4D97-AF65-F5344CB8AC3E}">
        <p14:creationId xmlns:p14="http://schemas.microsoft.com/office/powerpoint/2010/main" val="39116363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VM is separated</a:t>
            </a:r>
            <a:r>
              <a:rPr lang="en-US" baseline="0" dirty="0"/>
              <a:t> out as </a:t>
            </a:r>
            <a:r>
              <a:rPr lang="en-US" baseline="0" dirty="0" err="1"/>
              <a:t>IaaS</a:t>
            </a:r>
            <a:r>
              <a:rPr lang="en-US" baseline="0"/>
              <a:t> offering.</a:t>
            </a:r>
            <a:endParaRPr lang="en-US" dirty="0"/>
          </a:p>
        </p:txBody>
      </p:sp>
      <p:sp>
        <p:nvSpPr>
          <p:cNvPr id="4" name="Slide Number Placeholder 3"/>
          <p:cNvSpPr>
            <a:spLocks noGrp="1"/>
          </p:cNvSpPr>
          <p:nvPr>
            <p:ph type="sldNum" sz="quarter" idx="10"/>
          </p:nvPr>
        </p:nvSpPr>
        <p:spPr/>
        <p:txBody>
          <a:bodyPr/>
          <a:lstStyle/>
          <a:p>
            <a:fld id="{82AABF77-E2E4-44CA-BA5C-65E132CF08D8}" type="slidenum">
              <a:rPr lang="en-US" smtClean="0"/>
              <a:pPr/>
              <a:t>10</a:t>
            </a:fld>
            <a:endParaRPr lang="en-US" dirty="0"/>
          </a:p>
        </p:txBody>
      </p:sp>
    </p:spTree>
    <p:extLst>
      <p:ext uri="{BB962C8B-B14F-4D97-AF65-F5344CB8AC3E}">
        <p14:creationId xmlns:p14="http://schemas.microsoft.com/office/powerpoint/2010/main" val="3265650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B263312-38AA-4E1E-B2B5-0F8F122B24FE}" type="slidenum">
              <a:rPr lang="en-US" smtClean="0"/>
              <a:pPr/>
              <a:t>11</a:t>
            </a:fld>
            <a:endParaRPr lang="en-US" dirty="0"/>
          </a:p>
        </p:txBody>
      </p:sp>
    </p:spTree>
    <p:extLst>
      <p:ext uri="{BB962C8B-B14F-4D97-AF65-F5344CB8AC3E}">
        <p14:creationId xmlns:p14="http://schemas.microsoft.com/office/powerpoint/2010/main" val="21617074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b="1" dirty="0"/>
              <a:t>Slide Objective</a:t>
            </a:r>
          </a:p>
          <a:p>
            <a:pPr marL="171450" indent="-171450">
              <a:buFont typeface="Arial" pitchFamily="34" charset="0"/>
              <a:buChar char="•"/>
            </a:pPr>
            <a:r>
              <a:rPr lang="en-NZ" b="0" dirty="0"/>
              <a:t>To</a:t>
            </a:r>
            <a:r>
              <a:rPr lang="en-NZ" b="0" baseline="0" dirty="0"/>
              <a:t> understand how and why to change the VM Size for a Windows Azure role</a:t>
            </a:r>
            <a:endParaRPr lang="en-NZ" b="0" dirty="0"/>
          </a:p>
          <a:p>
            <a:endParaRPr lang="en-NZ" b="1" dirty="0"/>
          </a:p>
          <a:p>
            <a:r>
              <a:rPr lang="en-NZ" b="1" dirty="0"/>
              <a:t>Slide Notes</a:t>
            </a:r>
          </a:p>
          <a:p>
            <a:pPr marL="171450" indent="-171450">
              <a:buFont typeface="Arial" pitchFamily="34" charset="0"/>
              <a:buChar char="•"/>
            </a:pPr>
            <a:r>
              <a:rPr lang="en-NZ" dirty="0"/>
              <a:t>When you create your service model, you can specify the size of the virtual machine (VM) to which to deploy instances of your role, depending on its resource requirements.</a:t>
            </a:r>
          </a:p>
          <a:p>
            <a:pPr marL="171450" indent="-171450">
              <a:buFont typeface="Arial" pitchFamily="34" charset="0"/>
              <a:buChar char="•"/>
            </a:pPr>
            <a:r>
              <a:rPr lang="en-NZ" dirty="0"/>
              <a:t>The size of the VM determines </a:t>
            </a:r>
          </a:p>
          <a:p>
            <a:pPr marL="384431" lvl="1" indent="-171450">
              <a:buFont typeface="Arial" pitchFamily="34" charset="0"/>
              <a:buChar char="•"/>
            </a:pPr>
            <a:r>
              <a:rPr lang="en-NZ" dirty="0"/>
              <a:t>the number of CPU cores</a:t>
            </a:r>
          </a:p>
          <a:p>
            <a:pPr marL="384431" lvl="1" indent="-171450">
              <a:buFont typeface="Arial" pitchFamily="34" charset="0"/>
              <a:buChar char="•"/>
            </a:pPr>
            <a:r>
              <a:rPr lang="en-NZ" dirty="0"/>
              <a:t>the memory capacity</a:t>
            </a:r>
          </a:p>
          <a:p>
            <a:pPr marL="384431" lvl="1" indent="-171450">
              <a:buFont typeface="Arial" pitchFamily="34" charset="0"/>
              <a:buChar char="•"/>
            </a:pPr>
            <a:r>
              <a:rPr lang="en-NZ" dirty="0"/>
              <a:t>the local file system size allocated to a running instance</a:t>
            </a:r>
          </a:p>
          <a:p>
            <a:pPr marL="171450" lvl="0" indent="-171450">
              <a:buFont typeface="Arial" pitchFamily="34" charset="0"/>
              <a:buChar char="•"/>
            </a:pPr>
            <a:r>
              <a:rPr lang="en-NZ" b="0" dirty="0"/>
              <a:t>Each</a:t>
            </a:r>
            <a:r>
              <a:rPr lang="en-NZ" b="0" baseline="0" dirty="0"/>
              <a:t> physical machine in Windows Azure contains 8 processor cores. You need to specify an XL instance to reserve an entire machine</a:t>
            </a:r>
          </a:p>
          <a:p>
            <a:pPr marL="384431" lvl="1" indent="-171450">
              <a:buFont typeface="Arial" pitchFamily="34" charset="0"/>
              <a:buChar char="•"/>
            </a:pPr>
            <a:r>
              <a:rPr lang="en-NZ" b="0" baseline="0" dirty="0"/>
              <a:t>Network is shared but burstable</a:t>
            </a:r>
          </a:p>
          <a:p>
            <a:pPr marL="384431" lvl="1" indent="-171450">
              <a:buFont typeface="Arial" pitchFamily="34" charset="0"/>
              <a:buChar char="•"/>
            </a:pPr>
            <a:r>
              <a:rPr lang="en-NZ" b="0" baseline="0" dirty="0"/>
              <a:t>Can burst beyond your 1/8</a:t>
            </a:r>
            <a:r>
              <a:rPr lang="en-NZ" b="0" baseline="30000" dirty="0"/>
              <a:t>th</a:t>
            </a:r>
            <a:r>
              <a:rPr lang="en-NZ" b="0" baseline="0" dirty="0"/>
              <a:t> allocation when using a small VM</a:t>
            </a:r>
          </a:p>
          <a:p>
            <a:pPr marL="384431" lvl="1" indent="-171450">
              <a:buFont typeface="Arial" pitchFamily="34" charset="0"/>
              <a:buChar char="•"/>
            </a:pPr>
            <a:r>
              <a:rPr lang="en-NZ" b="0" baseline="0" dirty="0"/>
              <a:t>May be limited to just your allocation</a:t>
            </a:r>
          </a:p>
          <a:p>
            <a:pPr marL="384431" lvl="1" indent="-171450">
              <a:buFont typeface="Arial" pitchFamily="34" charset="0"/>
              <a:buChar char="•"/>
            </a:pPr>
            <a:r>
              <a:rPr lang="en-NZ" b="0" baseline="0" dirty="0"/>
              <a:t>For guaranteed high network throughput use an XL VM</a:t>
            </a:r>
          </a:p>
          <a:p>
            <a:pPr marL="384431" lvl="1" indent="-171450">
              <a:buFont typeface="Arial" pitchFamily="34" charset="0"/>
              <a:buChar char="•"/>
            </a:pPr>
            <a:endParaRPr lang="en-NZ" b="0" dirty="0"/>
          </a:p>
          <a:p>
            <a:endParaRPr lang="en-NZ" b="1" dirty="0"/>
          </a:p>
          <a:p>
            <a:r>
              <a:rPr lang="en-NZ" b="1" dirty="0"/>
              <a:t>Not</a:t>
            </a:r>
          </a:p>
          <a:p>
            <a:r>
              <a:rPr lang="en-NZ" b="0" dirty="0"/>
              <a:t>http://msdn.microsoft.com/en-us/library/ee814754.aspx</a:t>
            </a:r>
            <a:r>
              <a:rPr lang="en-NZ" b="1" dirty="0"/>
              <a:t>es</a:t>
            </a:r>
          </a:p>
          <a:p>
            <a:endParaRPr lang="en-US" dirty="0"/>
          </a:p>
          <a:p>
            <a:r>
              <a:rPr lang="en-US" dirty="0"/>
              <a:t>Data is from: http://www.windowsazure.com/en-us/pricing/details/</a:t>
            </a:r>
          </a:p>
          <a:p>
            <a:endParaRPr lang="en-US" dirty="0"/>
          </a:p>
        </p:txBody>
      </p:sp>
      <p:sp>
        <p:nvSpPr>
          <p:cNvPr id="4" name="Slide Number Placeholder 3"/>
          <p:cNvSpPr>
            <a:spLocks noGrp="1"/>
          </p:cNvSpPr>
          <p:nvPr>
            <p:ph type="sldNum" sz="quarter" idx="10"/>
          </p:nvPr>
        </p:nvSpPr>
        <p:spPr/>
        <p:txBody>
          <a:bodyPr/>
          <a:lstStyle/>
          <a:p>
            <a:fld id="{82AABF77-E2E4-44CA-BA5C-65E132CF08D8}" type="slidenum">
              <a:rPr lang="en-US" smtClean="0"/>
              <a:pPr/>
              <a:t>12</a:t>
            </a:fld>
            <a:endParaRPr lang="en-US" dirty="0"/>
          </a:p>
        </p:txBody>
      </p:sp>
    </p:spTree>
    <p:extLst>
      <p:ext uri="{BB962C8B-B14F-4D97-AF65-F5344CB8AC3E}">
        <p14:creationId xmlns:p14="http://schemas.microsoft.com/office/powerpoint/2010/main" val="15115830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b="1" dirty="0"/>
              <a:t>Slide Objective</a:t>
            </a:r>
          </a:p>
          <a:p>
            <a:pPr marL="171450" indent="-171450">
              <a:buFont typeface="Arial" pitchFamily="34" charset="0"/>
              <a:buChar char="•"/>
            </a:pPr>
            <a:r>
              <a:rPr lang="en-NZ" b="0" dirty="0"/>
              <a:t>To</a:t>
            </a:r>
            <a:r>
              <a:rPr lang="en-NZ" b="0" baseline="0" dirty="0"/>
              <a:t> understand how and why to change the VM Size for a Windows Azure role</a:t>
            </a:r>
            <a:endParaRPr lang="en-NZ" b="0" dirty="0"/>
          </a:p>
          <a:p>
            <a:endParaRPr lang="en-NZ" b="1" dirty="0"/>
          </a:p>
          <a:p>
            <a:r>
              <a:rPr lang="en-NZ" b="1" dirty="0"/>
              <a:t>Slide Notes</a:t>
            </a:r>
          </a:p>
          <a:p>
            <a:pPr marL="171450" indent="-171450">
              <a:buFont typeface="Arial" pitchFamily="34" charset="0"/>
              <a:buChar char="•"/>
            </a:pPr>
            <a:r>
              <a:rPr lang="en-NZ" dirty="0"/>
              <a:t>When you create your service model, you can specify the size of the virtual machine (VM) to which to deploy instances of your role, depending on its resource requirements.</a:t>
            </a:r>
          </a:p>
          <a:p>
            <a:pPr marL="171450" indent="-171450">
              <a:buFont typeface="Arial" pitchFamily="34" charset="0"/>
              <a:buChar char="•"/>
            </a:pPr>
            <a:r>
              <a:rPr lang="en-NZ" dirty="0"/>
              <a:t>The size of the VM determines </a:t>
            </a:r>
          </a:p>
          <a:p>
            <a:pPr marL="384431" lvl="1" indent="-171450">
              <a:buFont typeface="Arial" pitchFamily="34" charset="0"/>
              <a:buChar char="•"/>
            </a:pPr>
            <a:r>
              <a:rPr lang="en-NZ" dirty="0"/>
              <a:t>the number of CPU cores</a:t>
            </a:r>
          </a:p>
          <a:p>
            <a:pPr marL="384431" lvl="1" indent="-171450">
              <a:buFont typeface="Arial" pitchFamily="34" charset="0"/>
              <a:buChar char="•"/>
            </a:pPr>
            <a:r>
              <a:rPr lang="en-NZ" dirty="0"/>
              <a:t>the memory capacity</a:t>
            </a:r>
          </a:p>
          <a:p>
            <a:pPr marL="384431" lvl="1" indent="-171450">
              <a:buFont typeface="Arial" pitchFamily="34" charset="0"/>
              <a:buChar char="•"/>
            </a:pPr>
            <a:r>
              <a:rPr lang="en-NZ" dirty="0"/>
              <a:t>the local file system size allocated to a running instance</a:t>
            </a:r>
          </a:p>
          <a:p>
            <a:pPr marL="171450" lvl="0" indent="-171450">
              <a:buFont typeface="Arial" pitchFamily="34" charset="0"/>
              <a:buChar char="•"/>
            </a:pPr>
            <a:r>
              <a:rPr lang="en-NZ" b="0" dirty="0"/>
              <a:t>Each</a:t>
            </a:r>
            <a:r>
              <a:rPr lang="en-NZ" b="0" baseline="0" dirty="0"/>
              <a:t> physical machine in Windows Azure contains 8 processor cores. You need to specify an XL instance to reserve an entire machine</a:t>
            </a:r>
          </a:p>
          <a:p>
            <a:pPr marL="384431" lvl="1" indent="-171450">
              <a:buFont typeface="Arial" pitchFamily="34" charset="0"/>
              <a:buChar char="•"/>
            </a:pPr>
            <a:r>
              <a:rPr lang="en-NZ" b="0" baseline="0" dirty="0"/>
              <a:t>Network is shared but burstable</a:t>
            </a:r>
          </a:p>
          <a:p>
            <a:pPr marL="384431" lvl="1" indent="-171450">
              <a:buFont typeface="Arial" pitchFamily="34" charset="0"/>
              <a:buChar char="•"/>
            </a:pPr>
            <a:r>
              <a:rPr lang="en-NZ" b="0" baseline="0" dirty="0"/>
              <a:t>Can burst beyond your 1/8</a:t>
            </a:r>
            <a:r>
              <a:rPr lang="en-NZ" b="0" baseline="30000" dirty="0"/>
              <a:t>th</a:t>
            </a:r>
            <a:r>
              <a:rPr lang="en-NZ" b="0" baseline="0" dirty="0"/>
              <a:t> allocation when using a small VM</a:t>
            </a:r>
          </a:p>
          <a:p>
            <a:pPr marL="384431" lvl="1" indent="-171450">
              <a:buFont typeface="Arial" pitchFamily="34" charset="0"/>
              <a:buChar char="•"/>
            </a:pPr>
            <a:r>
              <a:rPr lang="en-NZ" b="0" baseline="0" dirty="0"/>
              <a:t>May be limited to just your allocation</a:t>
            </a:r>
          </a:p>
          <a:p>
            <a:pPr marL="384431" lvl="1" indent="-171450">
              <a:buFont typeface="Arial" pitchFamily="34" charset="0"/>
              <a:buChar char="•"/>
            </a:pPr>
            <a:r>
              <a:rPr lang="en-NZ" b="0" baseline="0" dirty="0"/>
              <a:t>For guaranteed high network throughput use an XL VM</a:t>
            </a:r>
          </a:p>
          <a:p>
            <a:pPr marL="384431" lvl="1" indent="-171450">
              <a:buFont typeface="Arial" pitchFamily="34" charset="0"/>
              <a:buChar char="•"/>
            </a:pPr>
            <a:endParaRPr lang="en-NZ" b="0" dirty="0"/>
          </a:p>
          <a:p>
            <a:endParaRPr lang="en-NZ" b="1" dirty="0"/>
          </a:p>
          <a:p>
            <a:r>
              <a:rPr lang="en-NZ" b="1" dirty="0"/>
              <a:t>Not</a:t>
            </a:r>
          </a:p>
          <a:p>
            <a:r>
              <a:rPr lang="en-NZ" b="0" dirty="0"/>
              <a:t>http://msdn.microsoft.com/en-us/library/ee814754.aspx</a:t>
            </a:r>
            <a:r>
              <a:rPr lang="en-NZ" b="1" dirty="0"/>
              <a:t>es</a:t>
            </a:r>
          </a:p>
          <a:p>
            <a:endParaRPr lang="en-US" dirty="0"/>
          </a:p>
          <a:p>
            <a:r>
              <a:rPr lang="en-US" dirty="0"/>
              <a:t>Data is from: http://www.windowsazure.com/en-us/pricing/details/</a:t>
            </a:r>
          </a:p>
          <a:p>
            <a:endParaRPr lang="en-US" dirty="0"/>
          </a:p>
        </p:txBody>
      </p:sp>
      <p:sp>
        <p:nvSpPr>
          <p:cNvPr id="4" name="Slide Number Placeholder 3"/>
          <p:cNvSpPr>
            <a:spLocks noGrp="1"/>
          </p:cNvSpPr>
          <p:nvPr>
            <p:ph type="sldNum" sz="quarter" idx="10"/>
          </p:nvPr>
        </p:nvSpPr>
        <p:spPr/>
        <p:txBody>
          <a:bodyPr/>
          <a:lstStyle/>
          <a:p>
            <a:fld id="{82AABF77-E2E4-44CA-BA5C-65E132CF08D8}" type="slidenum">
              <a:rPr lang="en-US" smtClean="0"/>
              <a:pPr/>
              <a:t>13</a:t>
            </a:fld>
            <a:endParaRPr lang="en-US" dirty="0"/>
          </a:p>
        </p:txBody>
      </p:sp>
    </p:spTree>
    <p:extLst>
      <p:ext uri="{BB962C8B-B14F-4D97-AF65-F5344CB8AC3E}">
        <p14:creationId xmlns:p14="http://schemas.microsoft.com/office/powerpoint/2010/main" val="1215821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b="1" dirty="0"/>
              <a:t>Slide Objective</a:t>
            </a:r>
          </a:p>
          <a:p>
            <a:pPr marL="171450" indent="-171450">
              <a:buFont typeface="Arial" pitchFamily="34" charset="0"/>
              <a:buChar char="•"/>
            </a:pPr>
            <a:r>
              <a:rPr lang="en-NZ" b="0" dirty="0"/>
              <a:t>To</a:t>
            </a:r>
            <a:r>
              <a:rPr lang="en-NZ" b="0" baseline="0" dirty="0"/>
              <a:t> understand how and why to change the VM Size for a Windows Azure role</a:t>
            </a:r>
            <a:endParaRPr lang="en-NZ" b="0" dirty="0"/>
          </a:p>
          <a:p>
            <a:endParaRPr lang="en-NZ" b="1" dirty="0"/>
          </a:p>
          <a:p>
            <a:r>
              <a:rPr lang="en-NZ" b="1" dirty="0"/>
              <a:t>Slide Notes</a:t>
            </a:r>
          </a:p>
          <a:p>
            <a:pPr marL="171450" indent="-171450">
              <a:buFont typeface="Arial" pitchFamily="34" charset="0"/>
              <a:buChar char="•"/>
            </a:pPr>
            <a:r>
              <a:rPr lang="en-NZ" dirty="0"/>
              <a:t>When you create your service model, you can specify the size of the virtual machine (VM) to which to deploy instances of your role, depending on its resource requirements.</a:t>
            </a:r>
          </a:p>
          <a:p>
            <a:pPr marL="171450" indent="-171450">
              <a:buFont typeface="Arial" pitchFamily="34" charset="0"/>
              <a:buChar char="•"/>
            </a:pPr>
            <a:r>
              <a:rPr lang="en-NZ" dirty="0"/>
              <a:t>The size of the VM determines </a:t>
            </a:r>
          </a:p>
          <a:p>
            <a:pPr marL="384431" lvl="1" indent="-171450">
              <a:buFont typeface="Arial" pitchFamily="34" charset="0"/>
              <a:buChar char="•"/>
            </a:pPr>
            <a:r>
              <a:rPr lang="en-NZ" dirty="0"/>
              <a:t>the number of CPU cores</a:t>
            </a:r>
          </a:p>
          <a:p>
            <a:pPr marL="384431" lvl="1" indent="-171450">
              <a:buFont typeface="Arial" pitchFamily="34" charset="0"/>
              <a:buChar char="•"/>
            </a:pPr>
            <a:r>
              <a:rPr lang="en-NZ" dirty="0"/>
              <a:t>the memory capacity</a:t>
            </a:r>
          </a:p>
          <a:p>
            <a:pPr marL="384431" lvl="1" indent="-171450">
              <a:buFont typeface="Arial" pitchFamily="34" charset="0"/>
              <a:buChar char="•"/>
            </a:pPr>
            <a:r>
              <a:rPr lang="en-NZ" dirty="0"/>
              <a:t>the local file system size allocated to a running instance</a:t>
            </a:r>
          </a:p>
          <a:p>
            <a:pPr marL="171450" lvl="0" indent="-171450">
              <a:buFont typeface="Arial" pitchFamily="34" charset="0"/>
              <a:buChar char="•"/>
            </a:pPr>
            <a:r>
              <a:rPr lang="en-NZ" b="0" dirty="0"/>
              <a:t>Each</a:t>
            </a:r>
            <a:r>
              <a:rPr lang="en-NZ" b="0" baseline="0" dirty="0"/>
              <a:t> physical machine in Windows Azure contains 8 processor cores. You need to specify an XL instance to reserve an entire machine</a:t>
            </a:r>
          </a:p>
          <a:p>
            <a:pPr marL="384431" lvl="1" indent="-171450">
              <a:buFont typeface="Arial" pitchFamily="34" charset="0"/>
              <a:buChar char="•"/>
            </a:pPr>
            <a:r>
              <a:rPr lang="en-NZ" b="0" baseline="0" dirty="0"/>
              <a:t>Network is shared but burstable</a:t>
            </a:r>
          </a:p>
          <a:p>
            <a:pPr marL="384431" lvl="1" indent="-171450">
              <a:buFont typeface="Arial" pitchFamily="34" charset="0"/>
              <a:buChar char="•"/>
            </a:pPr>
            <a:r>
              <a:rPr lang="en-NZ" b="0" baseline="0" dirty="0"/>
              <a:t>Can burst beyond your 1/8</a:t>
            </a:r>
            <a:r>
              <a:rPr lang="en-NZ" b="0" baseline="30000" dirty="0"/>
              <a:t>th</a:t>
            </a:r>
            <a:r>
              <a:rPr lang="en-NZ" b="0" baseline="0" dirty="0"/>
              <a:t> allocation when using a small VM</a:t>
            </a:r>
          </a:p>
          <a:p>
            <a:pPr marL="384431" lvl="1" indent="-171450">
              <a:buFont typeface="Arial" pitchFamily="34" charset="0"/>
              <a:buChar char="•"/>
            </a:pPr>
            <a:r>
              <a:rPr lang="en-NZ" b="0" baseline="0" dirty="0"/>
              <a:t>May be limited to just your allocation</a:t>
            </a:r>
          </a:p>
          <a:p>
            <a:pPr marL="384431" lvl="1" indent="-171450">
              <a:buFont typeface="Arial" pitchFamily="34" charset="0"/>
              <a:buChar char="•"/>
            </a:pPr>
            <a:r>
              <a:rPr lang="en-NZ" b="0" baseline="0" dirty="0"/>
              <a:t>For guaranteed high network throughput use an XL VM</a:t>
            </a:r>
          </a:p>
          <a:p>
            <a:pPr marL="384431" lvl="1" indent="-171450">
              <a:buFont typeface="Arial" pitchFamily="34" charset="0"/>
              <a:buChar char="•"/>
            </a:pPr>
            <a:endParaRPr lang="en-NZ" b="0" dirty="0"/>
          </a:p>
          <a:p>
            <a:endParaRPr lang="en-NZ" b="1" dirty="0"/>
          </a:p>
          <a:p>
            <a:r>
              <a:rPr lang="en-NZ" b="1" dirty="0"/>
              <a:t>Not</a:t>
            </a:r>
          </a:p>
          <a:p>
            <a:r>
              <a:rPr lang="en-NZ" b="0" dirty="0"/>
              <a:t>http://msdn.microsoft.com/en-us/library/ee814754.aspx</a:t>
            </a:r>
            <a:r>
              <a:rPr lang="en-NZ" b="1" dirty="0"/>
              <a:t>es</a:t>
            </a:r>
          </a:p>
          <a:p>
            <a:endParaRPr lang="en-US" dirty="0"/>
          </a:p>
          <a:p>
            <a:r>
              <a:rPr lang="en-US" dirty="0"/>
              <a:t>Data is from: http://www.windowsazure.com/en-us/pricing/details/</a:t>
            </a:r>
          </a:p>
          <a:p>
            <a:endParaRPr lang="en-US" dirty="0"/>
          </a:p>
        </p:txBody>
      </p:sp>
      <p:sp>
        <p:nvSpPr>
          <p:cNvPr id="4" name="Slide Number Placeholder 3"/>
          <p:cNvSpPr>
            <a:spLocks noGrp="1"/>
          </p:cNvSpPr>
          <p:nvPr>
            <p:ph type="sldNum" sz="quarter" idx="10"/>
          </p:nvPr>
        </p:nvSpPr>
        <p:spPr/>
        <p:txBody>
          <a:bodyPr/>
          <a:lstStyle/>
          <a:p>
            <a:fld id="{82AABF77-E2E4-44CA-BA5C-65E132CF08D8}" type="slidenum">
              <a:rPr lang="en-US" smtClean="0"/>
              <a:pPr/>
              <a:t>14</a:t>
            </a:fld>
            <a:endParaRPr lang="en-US" dirty="0"/>
          </a:p>
        </p:txBody>
      </p:sp>
    </p:spTree>
    <p:extLst>
      <p:ext uri="{BB962C8B-B14F-4D97-AF65-F5344CB8AC3E}">
        <p14:creationId xmlns:p14="http://schemas.microsoft.com/office/powerpoint/2010/main" val="42875103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2AABF77-E2E4-44CA-BA5C-65E132CF08D8}" type="slidenum">
              <a:rPr lang="en-US" smtClean="0"/>
              <a:pPr/>
              <a:t>16</a:t>
            </a:fld>
            <a:endParaRPr lang="en-US" dirty="0"/>
          </a:p>
        </p:txBody>
      </p:sp>
    </p:spTree>
    <p:extLst>
      <p:ext uri="{BB962C8B-B14F-4D97-AF65-F5344CB8AC3E}">
        <p14:creationId xmlns:p14="http://schemas.microsoft.com/office/powerpoint/2010/main" val="20402911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2AABF77-E2E4-44CA-BA5C-65E132CF08D8}" type="slidenum">
              <a:rPr lang="en-US" smtClean="0"/>
              <a:pPr/>
              <a:t>17</a:t>
            </a:fld>
            <a:endParaRPr lang="en-US" dirty="0"/>
          </a:p>
        </p:txBody>
      </p:sp>
    </p:spTree>
    <p:extLst>
      <p:ext uri="{BB962C8B-B14F-4D97-AF65-F5344CB8AC3E}">
        <p14:creationId xmlns:p14="http://schemas.microsoft.com/office/powerpoint/2010/main" val="14848157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2AABF77-E2E4-44CA-BA5C-65E132CF08D8}" type="slidenum">
              <a:rPr lang="en-US" smtClean="0"/>
              <a:pPr/>
              <a:t>18</a:t>
            </a:fld>
            <a:endParaRPr lang="en-US" dirty="0"/>
          </a:p>
        </p:txBody>
      </p:sp>
    </p:spTree>
    <p:extLst>
      <p:ext uri="{BB962C8B-B14F-4D97-AF65-F5344CB8AC3E}">
        <p14:creationId xmlns:p14="http://schemas.microsoft.com/office/powerpoint/2010/main" val="31250324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itchFamily="34" charset="0"/>
              <a:buNone/>
            </a:pPr>
            <a:r>
              <a:rPr lang="en-US" b="1" dirty="0"/>
              <a:t>Slide Objective</a:t>
            </a:r>
          </a:p>
          <a:p>
            <a:pPr marL="171450" indent="-171450">
              <a:buFont typeface="Arial" pitchFamily="34" charset="0"/>
              <a:buChar char="•"/>
            </a:pPr>
            <a:r>
              <a:rPr lang="en-US" b="0" dirty="0"/>
              <a:t>Understand the lifecycle of a Windows Azure role</a:t>
            </a:r>
          </a:p>
          <a:p>
            <a:pPr marL="171450" indent="-171450">
              <a:buFont typeface="Arial" pitchFamily="34" charset="0"/>
              <a:buChar char="•"/>
            </a:pPr>
            <a:r>
              <a:rPr lang="en-US" b="0" dirty="0"/>
              <a:t>Understand the</a:t>
            </a:r>
            <a:r>
              <a:rPr lang="en-US" b="0" baseline="0" dirty="0"/>
              <a:t> methods that can be overridden in RoleEntryPoint</a:t>
            </a:r>
          </a:p>
          <a:p>
            <a:pPr marL="171450" indent="-171450">
              <a:buFont typeface="Arial" pitchFamily="34" charset="0"/>
              <a:buChar char="•"/>
            </a:pPr>
            <a:r>
              <a:rPr lang="en-US" b="0" baseline="0" dirty="0"/>
              <a:t>Understand the events that are raised by role instances when their status is changing</a:t>
            </a:r>
          </a:p>
          <a:p>
            <a:pPr marL="171450" indent="-171450">
              <a:buFont typeface="Arial" pitchFamily="34" charset="0"/>
              <a:buChar char="•"/>
            </a:pPr>
            <a:endParaRPr lang="en-US" b="0" dirty="0"/>
          </a:p>
          <a:p>
            <a:r>
              <a:rPr lang="en-US" b="1" dirty="0"/>
              <a:t>Speaker Notes</a:t>
            </a:r>
          </a:p>
          <a:p>
            <a:pPr marL="171450" indent="-171450">
              <a:buFont typeface="Arial" pitchFamily="34" charset="0"/>
              <a:buChar char="•"/>
            </a:pPr>
            <a:r>
              <a:rPr lang="en-US" b="0" dirty="0"/>
              <a:t>Roles will typically extend RoleEntryPoint</a:t>
            </a:r>
          </a:p>
          <a:p>
            <a:pPr marL="171450" indent="-171450">
              <a:buFont typeface="Arial" pitchFamily="34" charset="0"/>
              <a:buChar char="•"/>
            </a:pPr>
            <a:r>
              <a:rPr lang="en-US" b="0" dirty="0"/>
              <a:t>The fabric calls RoleEntryPoint methods as it starts and stops a role</a:t>
            </a:r>
          </a:p>
          <a:p>
            <a:pPr marL="384431" lvl="1" indent="-171450">
              <a:buFont typeface="Arial" pitchFamily="34" charset="0"/>
              <a:buChar char="•"/>
            </a:pPr>
            <a:r>
              <a:rPr lang="en-NZ" dirty="0"/>
              <a:t>WaWorkerHost process is started.</a:t>
            </a:r>
          </a:p>
          <a:p>
            <a:pPr marL="384431" lvl="1" indent="-171450">
              <a:buFont typeface="Arial" pitchFamily="34" charset="0"/>
              <a:buChar char="•"/>
            </a:pPr>
            <a:r>
              <a:rPr lang="en-NZ" dirty="0"/>
              <a:t>Worker Role assembly is loaded and surfed for a class that derives from RoleEntryPoint. This class is instantiated. </a:t>
            </a:r>
          </a:p>
          <a:p>
            <a:pPr marL="384431" lvl="1" indent="-171450">
              <a:buFont typeface="Arial" pitchFamily="34" charset="0"/>
              <a:buChar char="•"/>
            </a:pPr>
            <a:r>
              <a:rPr lang="en-NZ" dirty="0"/>
              <a:t>RoleEntryPoint.OnStart() is called. </a:t>
            </a:r>
          </a:p>
          <a:p>
            <a:pPr marL="384431" lvl="1" indent="-171450">
              <a:buFont typeface="Arial" pitchFamily="34" charset="0"/>
              <a:buChar char="•"/>
            </a:pPr>
            <a:r>
              <a:rPr lang="en-NZ" dirty="0"/>
              <a:t>RoleEntryPoint.Run() is called. </a:t>
            </a:r>
          </a:p>
          <a:p>
            <a:pPr marL="384431" lvl="1" indent="-171450">
              <a:buFont typeface="Arial" pitchFamily="34" charset="0"/>
              <a:buChar char="•"/>
            </a:pPr>
            <a:r>
              <a:rPr lang="en-NZ" dirty="0"/>
              <a:t>If the RoleEntryPoint.Run() method exits, the RoleEntryPoint.OnStop() method is called . </a:t>
            </a:r>
          </a:p>
          <a:p>
            <a:pPr marL="384431" lvl="1" indent="-171450">
              <a:buFont typeface="Arial" pitchFamily="34" charset="0"/>
              <a:buChar char="•"/>
            </a:pPr>
            <a:r>
              <a:rPr lang="en-NZ" dirty="0"/>
              <a:t>WaWorkerHost process is stopped. The role will recycle and startup again.</a:t>
            </a:r>
          </a:p>
          <a:p>
            <a:endParaRPr lang="en-US" b="0" dirty="0"/>
          </a:p>
          <a:p>
            <a:r>
              <a:rPr lang="en-NZ" b="0" dirty="0"/>
              <a:t>As a role changes state</a:t>
            </a:r>
            <a:r>
              <a:rPr lang="en-NZ" b="0" baseline="0" dirty="0"/>
              <a:t> it will raise the StatusCheck event.</a:t>
            </a:r>
          </a:p>
          <a:p>
            <a:r>
              <a:rPr lang="en-NZ" b="0" baseline="0" dirty="0"/>
              <a:t>A status of Busy will mean the load balancer will not route requests to the instance.</a:t>
            </a:r>
            <a:endParaRPr lang="en-US" b="0" dirty="0"/>
          </a:p>
          <a:p>
            <a:endParaRPr lang="en-US" b="1" dirty="0"/>
          </a:p>
          <a:p>
            <a:r>
              <a:rPr lang="en-US" b="1" dirty="0"/>
              <a:t>Note</a:t>
            </a:r>
          </a:p>
          <a:p>
            <a:r>
              <a:rPr lang="en-US" b="0" dirty="0"/>
              <a:t>http://blogs.msdn.com/b/jnak/archive/2010/02/11/windows-azure-roleentrypoint-method-call-order.aspx</a:t>
            </a:r>
          </a:p>
          <a:p>
            <a:r>
              <a:rPr lang="en-US" b="0" dirty="0"/>
              <a:t>http://msdn.microsoft.com/en-us/library/ee848065.aspx</a:t>
            </a:r>
          </a:p>
          <a:p>
            <a:endParaRPr lang="en-US" dirty="0"/>
          </a:p>
        </p:txBody>
      </p:sp>
      <p:sp>
        <p:nvSpPr>
          <p:cNvPr id="4" name="Slide Number Placeholder 3"/>
          <p:cNvSpPr>
            <a:spLocks noGrp="1"/>
          </p:cNvSpPr>
          <p:nvPr>
            <p:ph type="sldNum" sz="quarter" idx="10"/>
          </p:nvPr>
        </p:nvSpPr>
        <p:spPr/>
        <p:txBody>
          <a:bodyPr/>
          <a:lstStyle/>
          <a:p>
            <a:fld id="{82AABF77-E2E4-44CA-BA5C-65E132CF08D8}" type="slidenum">
              <a:rPr lang="en-US" smtClean="0"/>
              <a:pPr/>
              <a:t>21</a:t>
            </a:fld>
            <a:endParaRPr lang="en-US" dirty="0"/>
          </a:p>
        </p:txBody>
      </p:sp>
    </p:spTree>
    <p:extLst>
      <p:ext uri="{BB962C8B-B14F-4D97-AF65-F5344CB8AC3E}">
        <p14:creationId xmlns:p14="http://schemas.microsoft.com/office/powerpoint/2010/main" val="37812962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2AABF77-E2E4-44CA-BA5C-65E132CF08D8}" type="slidenum">
              <a:rPr lang="en-US" smtClean="0"/>
              <a:pPr/>
              <a:t>22</a:t>
            </a:fld>
            <a:endParaRPr lang="en-US" dirty="0"/>
          </a:p>
        </p:txBody>
      </p:sp>
    </p:spTree>
    <p:extLst>
      <p:ext uri="{BB962C8B-B14F-4D97-AF65-F5344CB8AC3E}">
        <p14:creationId xmlns:p14="http://schemas.microsoft.com/office/powerpoint/2010/main" val="40951386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B263312-38AA-4E1E-B2B5-0F8F122B24FE}" type="slidenum">
              <a:rPr lang="en-US" smtClean="0"/>
              <a:pPr/>
              <a:t>23</a:t>
            </a:fld>
            <a:endParaRPr lang="en-US" dirty="0"/>
          </a:p>
        </p:txBody>
      </p:sp>
    </p:spTree>
    <p:extLst>
      <p:ext uri="{BB962C8B-B14F-4D97-AF65-F5344CB8AC3E}">
        <p14:creationId xmlns:p14="http://schemas.microsoft.com/office/powerpoint/2010/main" val="11319357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B263312-38AA-4E1E-B2B5-0F8F122B24FE}" type="slidenum">
              <a:rPr lang="en-US" smtClean="0"/>
              <a:pPr/>
              <a:t>24</a:t>
            </a:fld>
            <a:endParaRPr lang="en-US" dirty="0"/>
          </a:p>
        </p:txBody>
      </p:sp>
    </p:spTree>
    <p:extLst>
      <p:ext uri="{BB962C8B-B14F-4D97-AF65-F5344CB8AC3E}">
        <p14:creationId xmlns:p14="http://schemas.microsoft.com/office/powerpoint/2010/main" val="2489377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2AABF77-E2E4-44CA-BA5C-65E132CF08D8}" type="slidenum">
              <a:rPr lang="en-US" smtClean="0"/>
              <a:pPr/>
              <a:t>25</a:t>
            </a:fld>
            <a:endParaRPr lang="en-US" dirty="0"/>
          </a:p>
        </p:txBody>
      </p:sp>
    </p:spTree>
    <p:extLst>
      <p:ext uri="{BB962C8B-B14F-4D97-AF65-F5344CB8AC3E}">
        <p14:creationId xmlns:p14="http://schemas.microsoft.com/office/powerpoint/2010/main" val="38532404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Objective</a:t>
            </a:r>
          </a:p>
          <a:p>
            <a:r>
              <a:rPr lang="en-US" b="0" dirty="0"/>
              <a:t>Understand at a high level how the Windows Azure Platform maps into the high scale archetype </a:t>
            </a:r>
          </a:p>
          <a:p>
            <a:endParaRPr lang="en-US" dirty="0"/>
          </a:p>
          <a:p>
            <a:r>
              <a:rPr lang="en-US" b="1" dirty="0"/>
              <a:t>Speaker Notes</a:t>
            </a:r>
          </a:p>
          <a:p>
            <a:r>
              <a:rPr lang="en-US" dirty="0"/>
              <a:t>Key points</a:t>
            </a:r>
            <a:r>
              <a:rPr lang="en-US" baseline="0" dirty="0"/>
              <a:t> here are </a:t>
            </a:r>
          </a:p>
          <a:p>
            <a:pPr marL="171450" indent="-171450">
              <a:buFont typeface="Arial" pitchFamily="34" charset="0"/>
              <a:buChar char="•"/>
            </a:pPr>
            <a:r>
              <a:rPr lang="en-US" baseline="0" dirty="0"/>
              <a:t>that all external connections come through a load balancer THIS INCLUDES STORAGE.</a:t>
            </a:r>
          </a:p>
          <a:p>
            <a:pPr marL="171450" lvl="0" indent="-171450">
              <a:buFont typeface="Arial" pitchFamily="34" charset="0"/>
              <a:buChar char="•"/>
            </a:pPr>
            <a:r>
              <a:rPr lang="en-US" baseline="0" dirty="0"/>
              <a:t>If you are familiar with the previous model, you will notice that two new features are diagrammed here as well, namely inter-role communication (notice there is no load balancer) and TCP ports directly to Worker Roles (or Web Roles). </a:t>
            </a:r>
          </a:p>
          <a:p>
            <a:pPr marL="171450" lvl="0" indent="-171450">
              <a:buFont typeface="Arial" pitchFamily="34" charset="0"/>
              <a:buChar char="•"/>
            </a:pPr>
            <a:r>
              <a:rPr lang="en-US" baseline="0" dirty="0"/>
              <a:t>We will still use the storage to communicate async and reliably via queues for a lot of options. </a:t>
            </a:r>
          </a:p>
          <a:p>
            <a:pPr marL="171450" lvl="0" indent="-171450">
              <a:buFont typeface="Arial" pitchFamily="34" charset="0"/>
              <a:buChar char="•"/>
            </a:pPr>
            <a:r>
              <a:rPr lang="en-US" baseline="0" dirty="0"/>
              <a:t>However, inter-role communication fills in when you need direct synchronous comm.</a:t>
            </a:r>
          </a:p>
          <a:p>
            <a:pPr marL="171450" lvl="0" indent="-171450">
              <a:buFont typeface="Arial" pitchFamily="34" charset="0"/>
              <a:buChar char="•"/>
            </a:pPr>
            <a:endParaRPr lang="en-US" baseline="0" dirty="0"/>
          </a:p>
          <a:p>
            <a:pPr marL="171450" lvl="0" indent="-171450">
              <a:buFont typeface="Arial" pitchFamily="34" charset="0"/>
              <a:buChar char="•"/>
            </a:pPr>
            <a:r>
              <a:rPr lang="en-US" baseline="0" dirty="0"/>
              <a:t>The load balancers are a key to Windows Azure.</a:t>
            </a:r>
            <a:endParaRPr lang="en-US" dirty="0"/>
          </a:p>
          <a:p>
            <a:endParaRPr lang="en-US" dirty="0"/>
          </a:p>
        </p:txBody>
      </p:sp>
      <p:sp>
        <p:nvSpPr>
          <p:cNvPr id="4" name="Slide Number Placeholder 3"/>
          <p:cNvSpPr>
            <a:spLocks noGrp="1"/>
          </p:cNvSpPr>
          <p:nvPr>
            <p:ph type="sldNum" sz="quarter" idx="10"/>
          </p:nvPr>
        </p:nvSpPr>
        <p:spPr/>
        <p:txBody>
          <a:bodyPr/>
          <a:lstStyle/>
          <a:p>
            <a:fld id="{82AABF77-E2E4-44CA-BA5C-65E132CF08D8}" type="slidenum">
              <a:rPr lang="en-US" smtClean="0"/>
              <a:pPr/>
              <a:t>29</a:t>
            </a:fld>
            <a:endParaRPr lang="en-US" dirty="0"/>
          </a:p>
        </p:txBody>
      </p:sp>
    </p:spTree>
    <p:extLst>
      <p:ext uri="{BB962C8B-B14F-4D97-AF65-F5344CB8AC3E}">
        <p14:creationId xmlns:p14="http://schemas.microsoft.com/office/powerpoint/2010/main" val="325133154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2AABF77-E2E4-44CA-BA5C-65E132CF08D8}" type="slidenum">
              <a:rPr lang="en-US" smtClean="0"/>
              <a:pPr/>
              <a:t>30</a:t>
            </a:fld>
            <a:endParaRPr lang="en-US" dirty="0"/>
          </a:p>
        </p:txBody>
      </p:sp>
    </p:spTree>
    <p:extLst>
      <p:ext uri="{BB962C8B-B14F-4D97-AF65-F5344CB8AC3E}">
        <p14:creationId xmlns:p14="http://schemas.microsoft.com/office/powerpoint/2010/main" val="356597530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 Id="rId4" Type="http://schemas.microsoft.com/office/2007/relationships/hdphoto" Target="../media/hdphoto2.wdp"/></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1.xml"/><Relationship Id="rId6" Type="http://schemas.microsoft.com/office/2007/relationships/hdphoto" Target="../media/hdphoto2.wdp"/><Relationship Id="rId5" Type="http://schemas.openxmlformats.org/officeDocument/2006/relationships/image" Target="../media/image4.png"/><Relationship Id="rId4" Type="http://schemas.microsoft.com/office/2007/relationships/hdphoto" Target="../media/hdphoto3.wdp"/></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 Id="rId4" Type="http://schemas.microsoft.com/office/2007/relationships/hdphoto" Target="../media/hdphoto2.wdp"/></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19112" y="2834640"/>
            <a:ext cx="11155680" cy="1015663"/>
          </a:xfrm>
        </p:spPr>
        <p:txBody>
          <a:bodyPr anchor="b" anchorCtr="0">
            <a:spAutoFit/>
          </a:bodyPr>
          <a:lstStyle>
            <a:lvl1pPr>
              <a:lnSpc>
                <a:spcPct val="100000"/>
              </a:lnSpc>
              <a:defRPr sz="6600" baseline="0">
                <a:solidFill>
                  <a:schemeClr val="bg1">
                    <a:alpha val="99000"/>
                  </a:schemeClr>
                </a:solidFill>
                <a:latin typeface="Segoe UI Light" pitchFamily="34" charset="0"/>
              </a:defRPr>
            </a:lvl1pPr>
          </a:lstStyle>
          <a:p>
            <a:r>
              <a:rPr lang="en-US" dirty="0"/>
              <a:t>Title Here</a:t>
            </a:r>
          </a:p>
        </p:txBody>
      </p:sp>
      <p:sp>
        <p:nvSpPr>
          <p:cNvPr id="7" name="Text Placeholder 6"/>
          <p:cNvSpPr>
            <a:spLocks noGrp="1"/>
          </p:cNvSpPr>
          <p:nvPr>
            <p:ph type="body" sz="quarter" idx="11" hasCustomPrompt="1"/>
          </p:nvPr>
        </p:nvSpPr>
        <p:spPr>
          <a:xfrm>
            <a:off x="519113" y="4297680"/>
            <a:ext cx="5454333" cy="1261884"/>
          </a:xfrm>
        </p:spPr>
        <p:txBody>
          <a:bodyPr/>
          <a:lstStyle>
            <a:lvl1pPr marL="0" indent="0">
              <a:lnSpc>
                <a:spcPct val="100000"/>
              </a:lnSpc>
              <a:spcBef>
                <a:spcPts val="600"/>
              </a:spcBef>
              <a:buFont typeface="Arial" pitchFamily="34" charset="0"/>
              <a:buNone/>
              <a:defRPr sz="2400">
                <a:solidFill>
                  <a:schemeClr val="bg1">
                    <a:alpha val="98000"/>
                  </a:schemeClr>
                </a:solidFill>
                <a:latin typeface="+mj-lt"/>
              </a:defRPr>
            </a:lvl1pPr>
            <a:lvl2pPr marL="460375" indent="0">
              <a:buFont typeface="Arial" pitchFamily="34" charset="0"/>
              <a:buNone/>
              <a:defRPr/>
            </a:lvl2pPr>
            <a:lvl3pPr marL="855663" indent="0">
              <a:buFont typeface="Arial" pitchFamily="34" charset="0"/>
              <a:buNone/>
              <a:defRPr/>
            </a:lvl3pPr>
            <a:lvl4pPr marL="1258888" indent="0">
              <a:buFont typeface="Arial" pitchFamily="34" charset="0"/>
              <a:buNone/>
              <a:defRPr/>
            </a:lvl4pPr>
            <a:lvl5pPr marL="1604963" indent="0">
              <a:buFont typeface="Arial" pitchFamily="34" charset="0"/>
              <a:buNone/>
              <a:defRPr/>
            </a:lvl5pPr>
          </a:lstStyle>
          <a:p>
            <a:pPr lvl="0"/>
            <a:r>
              <a:rPr lang="en-US" dirty="0"/>
              <a:t>Name </a:t>
            </a:r>
          </a:p>
          <a:p>
            <a:pPr lvl="0"/>
            <a:r>
              <a:rPr lang="en-US" dirty="0"/>
              <a:t>Title</a:t>
            </a:r>
          </a:p>
          <a:p>
            <a:pPr lvl="0"/>
            <a:r>
              <a:rPr lang="en-US" dirty="0"/>
              <a:t>Microsoft Corporation</a:t>
            </a:r>
          </a:p>
        </p:txBody>
      </p:sp>
      <p:pic>
        <p:nvPicPr>
          <p:cNvPr id="13" name="Picture 12"/>
          <p:cNvPicPr>
            <a:picLocks noChangeAspect="1"/>
          </p:cNvPicPr>
          <p:nvPr userDrawn="1"/>
        </p:nvPicPr>
        <p:blipFill>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519113" y="228600"/>
            <a:ext cx="2497827" cy="290338"/>
          </a:xfrm>
          <a:prstGeom prst="rect">
            <a:avLst/>
          </a:prstGeom>
        </p:spPr>
      </p:pic>
    </p:spTree>
    <p:extLst>
      <p:ext uri="{BB962C8B-B14F-4D97-AF65-F5344CB8AC3E}">
        <p14:creationId xmlns:p14="http://schemas.microsoft.com/office/powerpoint/2010/main" val="514422698"/>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WALKIN - Prints in GRAYSCALE">
    <p:bg bwMode="lt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4" name="Text Placeholder 5"/>
          <p:cNvSpPr>
            <a:spLocks noGrp="1"/>
          </p:cNvSpPr>
          <p:nvPr userDrawn="1">
            <p:ph type="body" sz="quarter" idx="10" hasCustomPrompt="1"/>
          </p:nvPr>
        </p:nvSpPr>
        <p:spPr>
          <a:xfrm>
            <a:off x="516572" y="2834640"/>
            <a:ext cx="11155680" cy="1218795"/>
          </a:xfrm>
        </p:spPr>
        <p:txBody>
          <a:bodyPr anchor="b"/>
          <a:lstStyle>
            <a:lvl1pPr marL="0" indent="0">
              <a:lnSpc>
                <a:spcPct val="100000"/>
              </a:lnSpc>
              <a:buNone/>
              <a:defRPr lang="en-US" sz="8800" i="0" kern="1200" spc="-100" baseline="0" dirty="0" smtClean="0">
                <a:solidFill>
                  <a:schemeClr val="bg1">
                    <a:alpha val="99000"/>
                  </a:schemeClr>
                </a:solidFill>
                <a:latin typeface="Segoe UI Light" pitchFamily="34" charset="0"/>
                <a:ea typeface="+mn-ea"/>
                <a:cs typeface="+mn-cs"/>
              </a:defRPr>
            </a:lvl1pPr>
          </a:lstStyle>
          <a:p>
            <a:pPr marL="0" lvl="0" indent="0" algn="l" defTabSz="914363" rtl="0" eaLnBrk="1" latinLnBrk="0" hangingPunct="1">
              <a:lnSpc>
                <a:spcPct val="90000"/>
              </a:lnSpc>
              <a:spcBef>
                <a:spcPct val="20000"/>
              </a:spcBef>
              <a:buSzPct val="90000"/>
              <a:buFont typeface="Arial" pitchFamily="34" charset="0"/>
              <a:buNone/>
            </a:pPr>
            <a:r>
              <a:rPr lang="en-US" dirty="0"/>
              <a:t>Click to edit title style</a:t>
            </a:r>
          </a:p>
        </p:txBody>
      </p:sp>
      <p:sp>
        <p:nvSpPr>
          <p:cNvPr id="25" name="Text Placeholder 8"/>
          <p:cNvSpPr>
            <a:spLocks noGrp="1"/>
          </p:cNvSpPr>
          <p:nvPr userDrawn="1">
            <p:ph type="body" sz="quarter" idx="11" hasCustomPrompt="1"/>
          </p:nvPr>
        </p:nvSpPr>
        <p:spPr>
          <a:xfrm>
            <a:off x="512763" y="4297680"/>
            <a:ext cx="7513637" cy="443198"/>
          </a:xfrm>
        </p:spPr>
        <p:txBody>
          <a:bodyPr/>
          <a:lstStyle>
            <a:lvl1pPr marL="0" indent="0">
              <a:lnSpc>
                <a:spcPct val="100000"/>
              </a:lnSpc>
              <a:buNone/>
              <a:defRPr lang="en-US" sz="3200" kern="1200" spc="-100" baseline="0" dirty="0">
                <a:solidFill>
                  <a:schemeClr val="bg1">
                    <a:alpha val="99000"/>
                  </a:schemeClr>
                </a:solidFill>
                <a:latin typeface="+mj-lt"/>
                <a:ea typeface="+mn-ea"/>
                <a:cs typeface="+mn-cs"/>
              </a:defRPr>
            </a:lvl1pPr>
          </a:lstStyle>
          <a:p>
            <a:pPr marL="0" lvl="0" indent="0" algn="l" defTabSz="914363" rtl="0" eaLnBrk="1" latinLnBrk="0" hangingPunct="1">
              <a:lnSpc>
                <a:spcPct val="90000"/>
              </a:lnSpc>
              <a:spcBef>
                <a:spcPct val="20000"/>
              </a:spcBef>
              <a:buSzPct val="90000"/>
              <a:buFont typeface="Arial" pitchFamily="34" charset="0"/>
              <a:buNone/>
            </a:pPr>
            <a:r>
              <a:rPr lang="en-US" dirty="0"/>
              <a:t>Speaker Name</a:t>
            </a:r>
          </a:p>
        </p:txBody>
      </p:sp>
      <p:pic>
        <p:nvPicPr>
          <p:cNvPr id="26" name="Picture 25" descr="Microsoft logo and tagline"/>
          <p:cNvPicPr>
            <a:picLocks noChangeAspect="1" noChangeArrowheads="1"/>
          </p:cNvPicPr>
          <p:nvPr userDrawn="1"/>
        </p:nvPicPr>
        <p:blipFill rotWithShape="1">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a:stretch/>
        </p:blipFill>
        <p:spPr bwMode="black">
          <a:xfrm>
            <a:off x="534708" y="6364651"/>
            <a:ext cx="1595652" cy="268366"/>
          </a:xfrm>
          <a:prstGeom prst="rect">
            <a:avLst/>
          </a:prstGeom>
          <a:noFill/>
          <a:ln>
            <a:noFill/>
          </a:ln>
        </p:spPr>
      </p:pic>
      <p:pic>
        <p:nvPicPr>
          <p:cNvPr id="7" name="Picture 6"/>
          <p:cNvPicPr>
            <a:picLocks noChangeAspect="1"/>
          </p:cNvPicPr>
          <p:nvPr userDrawn="1"/>
        </p:nvPicPr>
        <p:blipFill>
          <a:blip r:embed="rId5">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519113" y="228600"/>
            <a:ext cx="2497827" cy="290338"/>
          </a:xfrm>
          <a:prstGeom prst="rect">
            <a:avLst/>
          </a:prstGeom>
        </p:spPr>
      </p:pic>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_Section 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p:cNvSpPr>
            <a:spLocks noGrp="1"/>
          </p:cNvSpPr>
          <p:nvPr>
            <p:ph type="body" sz="quarter" idx="10"/>
          </p:nvPr>
        </p:nvSpPr>
        <p:spPr>
          <a:xfrm>
            <a:off x="516572" y="1920240"/>
            <a:ext cx="11155680" cy="2708434"/>
          </a:xfrm>
        </p:spPr>
        <p:txBody>
          <a:bodyPr anchor="ctr" anchorCtr="0">
            <a:spAutoFit/>
            <a:scene3d>
              <a:camera prst="orthographicFront"/>
              <a:lightRig rig="flat" dir="t"/>
            </a:scene3d>
            <a:sp3d>
              <a:contourClr>
                <a:schemeClr val="bg2"/>
              </a:contourClr>
            </a:sp3d>
          </a:bodyPr>
          <a:lstStyle>
            <a:lvl1pPr marL="0" indent="0" algn="l">
              <a:buFont typeface="Arial" pitchFamily="34" charset="0"/>
              <a:buNone/>
              <a:defRPr kumimoji="0" lang="en-US" sz="8800" b="0" i="0" u="none" strike="noStrike" kern="1200" cap="none" spc="-120" normalizeH="0" baseline="0" dirty="0" smtClean="0">
                <a:ln w="3175">
                  <a:noFill/>
                </a:ln>
                <a:solidFill>
                  <a:schemeClr val="bg1">
                    <a:alpha val="99000"/>
                  </a:schemeClr>
                </a:solidFill>
                <a:effectLst/>
                <a:uLnTx/>
                <a:uFillTx/>
                <a:latin typeface="Segoe UI Light"/>
                <a:ea typeface="+mn-ea"/>
                <a:cs typeface="Arial" charset="0"/>
              </a:defRPr>
            </a:lvl1pPr>
          </a:lstStyle>
          <a:p>
            <a:pPr lvl="0"/>
            <a:r>
              <a:rPr lang="en-US" dirty="0"/>
              <a:t>Click to edit Master text styles</a:t>
            </a:r>
          </a:p>
        </p:txBody>
      </p:sp>
      <p:pic>
        <p:nvPicPr>
          <p:cNvPr id="4" name="Picture 3"/>
          <p:cNvPicPr>
            <a:picLocks noChangeAspect="1"/>
          </p:cNvPicPr>
          <p:nvPr userDrawn="1"/>
        </p:nvPicPr>
        <p:blipFill>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9161564" y="6338047"/>
            <a:ext cx="2506561" cy="291353"/>
          </a:xfrm>
          <a:prstGeom prst="rect">
            <a:avLst/>
          </a:prstGeom>
        </p:spPr>
      </p:pic>
    </p:spTree>
    <p:extLst>
      <p:ext uri="{BB962C8B-B14F-4D97-AF65-F5344CB8AC3E}">
        <p14:creationId xmlns:p14="http://schemas.microsoft.com/office/powerpoint/2010/main" val="3573048368"/>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bg1"/>
        </a:solidFill>
        <a:effectLst/>
      </p:bgPr>
    </p:bg>
    <p:spTree>
      <p:nvGrpSpPr>
        <p:cNvPr id="1" name=""/>
        <p:cNvGrpSpPr/>
        <p:nvPr/>
      </p:nvGrpSpPr>
      <p:grpSpPr>
        <a:xfrm>
          <a:off x="0" y="0"/>
          <a:ext cx="0" cy="0"/>
          <a:chOff x="0" y="0"/>
          <a:chExt cx="0" cy="0"/>
        </a:xfrm>
      </p:grpSpPr>
      <p:sp>
        <p:nvSpPr>
          <p:cNvPr id="19" name="Rectangle 18"/>
          <p:cNvSpPr/>
          <p:nvPr userDrawn="1"/>
        </p:nvSpPr>
        <p:spPr bwMode="auto">
          <a:xfrm>
            <a:off x="519113" y="1447800"/>
            <a:ext cx="11149012" cy="5181600"/>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04" tIns="45703" rIns="91404" bIns="45703" numCol="1" spcCol="0" rtlCol="0" anchor="ctr" anchorCtr="0" compatLnSpc="1">
            <a:prstTxWarp prst="textNoShape">
              <a:avLst/>
            </a:prstTxWarp>
          </a:bodyPr>
          <a:lstStyle/>
          <a:p>
            <a:pPr algn="ctr" defTabSz="913788" fontAlgn="base">
              <a:spcBef>
                <a:spcPct val="0"/>
              </a:spcBef>
              <a:spcAft>
                <a:spcPct val="0"/>
              </a:spcAft>
            </a:pPr>
            <a:endParaRPr lang="en-US" sz="2200" dirty="0">
              <a:gradFill>
                <a:gsLst>
                  <a:gs pos="0">
                    <a:srgbClr val="FFFFFF"/>
                  </a:gs>
                  <a:gs pos="100000">
                    <a:srgbClr val="FFFFFF"/>
                  </a:gs>
                </a:gsLst>
                <a:lin ang="5400000" scaled="0"/>
              </a:gradFill>
            </a:endParaRPr>
          </a:p>
        </p:txBody>
      </p:sp>
      <p:sp>
        <p:nvSpPr>
          <p:cNvPr id="2" name="Title 1"/>
          <p:cNvSpPr>
            <a:spLocks noGrp="1"/>
          </p:cNvSpPr>
          <p:nvPr>
            <p:ph type="title"/>
          </p:nvPr>
        </p:nvSpPr>
        <p:spPr/>
        <p:txBody>
          <a:bodyPr/>
          <a:lstStyle>
            <a:lvl1pPr algn="l" defTabSz="914363" rtl="0" eaLnBrk="1" latinLnBrk="0" hangingPunct="1">
              <a:lnSpc>
                <a:spcPct val="90000"/>
              </a:lnSpc>
              <a:spcBef>
                <a:spcPct val="0"/>
              </a:spcBef>
              <a:buNone/>
              <a:defRPr lang="en-US" sz="5400" b="0" kern="1200" cap="none" spc="-100" baseline="0" dirty="0">
                <a:ln w="3175">
                  <a:noFill/>
                </a:ln>
                <a:gradFill flip="none" rotWithShape="1">
                  <a:gsLst>
                    <a:gs pos="0">
                      <a:srgbClr val="595959"/>
                    </a:gs>
                    <a:gs pos="86000">
                      <a:srgbClr val="595959"/>
                    </a:gs>
                  </a:gsLst>
                  <a:lin ang="5400000" scaled="0"/>
                  <a:tileRect/>
                </a:gradFill>
                <a:effectLst/>
                <a:latin typeface="Segoe UI Light" pitchFamily="34" charset="0"/>
                <a:ea typeface="+mn-ea"/>
                <a:cs typeface="Arial" charset="0"/>
              </a:defRPr>
            </a:lvl1pPr>
          </a:lstStyle>
          <a:p>
            <a:r>
              <a:rPr lang="en-US"/>
              <a:t>Click to edit Master title style</a:t>
            </a:r>
            <a:endParaRPr lang="en-US" dirty="0"/>
          </a:p>
        </p:txBody>
      </p:sp>
      <p:sp>
        <p:nvSpPr>
          <p:cNvPr id="5" name="Text Placeholder 4"/>
          <p:cNvSpPr>
            <a:spLocks noGrp="1"/>
          </p:cNvSpPr>
          <p:nvPr>
            <p:ph type="body" sz="quarter" idx="11"/>
          </p:nvPr>
        </p:nvSpPr>
        <p:spPr>
          <a:xfrm>
            <a:off x="3473804" y="3417661"/>
            <a:ext cx="6945312" cy="1241878"/>
          </a:xfrm>
        </p:spPr>
        <p:txBody>
          <a:bodyPr lIns="182880" tIns="182880" anchor="ctr" anchorCtr="0"/>
          <a:lstStyle>
            <a:lvl1pPr marL="574675" indent="-571500">
              <a:spcAft>
                <a:spcPts val="1200"/>
              </a:spcAft>
              <a:buNone/>
              <a:defRPr lang="en-US" sz="4400" kern="1200" spc="-100" baseline="0" dirty="0" smtClean="0">
                <a:gradFill>
                  <a:gsLst>
                    <a:gs pos="0">
                      <a:srgbClr val="595959"/>
                    </a:gs>
                    <a:gs pos="86000">
                      <a:srgbClr val="595959"/>
                    </a:gs>
                  </a:gsLst>
                  <a:lin ang="5400000" scaled="0"/>
                </a:gradFill>
                <a:latin typeface="Segoe UI Light" pitchFamily="34" charset="0"/>
                <a:ea typeface="+mn-ea"/>
                <a:cs typeface="+mn-cs"/>
              </a:defRPr>
            </a:lvl1pPr>
            <a:lvl2pPr marL="346075" indent="-342900">
              <a:buFont typeface="Arial" pitchFamily="34" charset="0"/>
              <a:buNone/>
              <a:defRPr lang="en-US" sz="2400" kern="1200" spc="-50" baseline="0" dirty="0">
                <a:gradFill>
                  <a:gsLst>
                    <a:gs pos="0">
                      <a:srgbClr val="595959"/>
                    </a:gs>
                    <a:gs pos="86000">
                      <a:srgbClr val="595959"/>
                    </a:gs>
                  </a:gsLst>
                  <a:lin ang="5400000" scaled="0"/>
                </a:gradFill>
                <a:latin typeface="+mn-lt"/>
                <a:ea typeface="+mn-ea"/>
                <a:cs typeface="+mn-cs"/>
              </a:defRPr>
            </a:lvl2pPr>
          </a:lstStyle>
          <a:p>
            <a:pPr marL="3175" lvl="0" indent="0" algn="l" defTabSz="914363" rtl="0" eaLnBrk="1" latinLnBrk="0" hangingPunct="1">
              <a:lnSpc>
                <a:spcPct val="90000"/>
              </a:lnSpc>
              <a:spcBef>
                <a:spcPts val="0"/>
              </a:spcBef>
              <a:spcAft>
                <a:spcPts val="900"/>
              </a:spcAft>
              <a:buSzPct val="80000"/>
            </a:pPr>
            <a:r>
              <a:rPr lang="en-US"/>
              <a:t>Click to edit Master text styles</a:t>
            </a:r>
          </a:p>
          <a:p>
            <a:pPr marL="3175" lvl="1" indent="0" algn="l" defTabSz="914363" rtl="0" eaLnBrk="1" latinLnBrk="0" hangingPunct="1">
              <a:lnSpc>
                <a:spcPct val="90000"/>
              </a:lnSpc>
              <a:spcBef>
                <a:spcPts val="0"/>
              </a:spcBef>
              <a:spcAft>
                <a:spcPts val="900"/>
              </a:spcAft>
              <a:buSzPct val="80000"/>
            </a:pPr>
            <a:r>
              <a:rPr lang="en-US"/>
              <a:t>Second level</a:t>
            </a:r>
          </a:p>
        </p:txBody>
      </p:sp>
      <p:sp>
        <p:nvSpPr>
          <p:cNvPr id="18" name="Freeform 105"/>
          <p:cNvSpPr>
            <a:spLocks/>
          </p:cNvSpPr>
          <p:nvPr userDrawn="1"/>
        </p:nvSpPr>
        <p:spPr bwMode="black">
          <a:xfrm>
            <a:off x="1200173" y="2133600"/>
            <a:ext cx="1865060" cy="3810000"/>
          </a:xfrm>
          <a:custGeom>
            <a:avLst/>
            <a:gdLst>
              <a:gd name="T0" fmla="*/ 38 w 42"/>
              <a:gd name="T1" fmla="*/ 23 h 86"/>
              <a:gd name="T2" fmla="*/ 35 w 42"/>
              <a:gd name="T3" fmla="*/ 27 h 86"/>
              <a:gd name="T4" fmla="*/ 35 w 42"/>
              <a:gd name="T5" fmla="*/ 65 h 86"/>
              <a:gd name="T6" fmla="*/ 21 w 42"/>
              <a:gd name="T7" fmla="*/ 79 h 86"/>
              <a:gd name="T8" fmla="*/ 7 w 42"/>
              <a:gd name="T9" fmla="*/ 65 h 86"/>
              <a:gd name="T10" fmla="*/ 7 w 42"/>
              <a:gd name="T11" fmla="*/ 16 h 86"/>
              <a:gd name="T12" fmla="*/ 16 w 42"/>
              <a:gd name="T13" fmla="*/ 7 h 86"/>
              <a:gd name="T14" fmla="*/ 25 w 42"/>
              <a:gd name="T15" fmla="*/ 16 h 86"/>
              <a:gd name="T16" fmla="*/ 25 w 42"/>
              <a:gd name="T17" fmla="*/ 16 h 86"/>
              <a:gd name="T18" fmla="*/ 25 w 42"/>
              <a:gd name="T19" fmla="*/ 54 h 86"/>
              <a:gd name="T20" fmla="*/ 22 w 42"/>
              <a:gd name="T21" fmla="*/ 58 h 86"/>
              <a:gd name="T22" fmla="*/ 18 w 42"/>
              <a:gd name="T23" fmla="*/ 54 h 86"/>
              <a:gd name="T24" fmla="*/ 18 w 42"/>
              <a:gd name="T25" fmla="*/ 25 h 86"/>
              <a:gd name="T26" fmla="*/ 14 w 42"/>
              <a:gd name="T27" fmla="*/ 22 h 86"/>
              <a:gd name="T28" fmla="*/ 11 w 42"/>
              <a:gd name="T29" fmla="*/ 25 h 86"/>
              <a:gd name="T30" fmla="*/ 11 w 42"/>
              <a:gd name="T31" fmla="*/ 54 h 86"/>
              <a:gd name="T32" fmla="*/ 22 w 42"/>
              <a:gd name="T33" fmla="*/ 65 h 86"/>
              <a:gd name="T34" fmla="*/ 32 w 42"/>
              <a:gd name="T35" fmla="*/ 54 h 86"/>
              <a:gd name="T36" fmla="*/ 32 w 42"/>
              <a:gd name="T37" fmla="*/ 16 h 86"/>
              <a:gd name="T38" fmla="*/ 32 w 42"/>
              <a:gd name="T39" fmla="*/ 16 h 86"/>
              <a:gd name="T40" fmla="*/ 16 w 42"/>
              <a:gd name="T41" fmla="*/ 0 h 86"/>
              <a:gd name="T42" fmla="*/ 0 w 42"/>
              <a:gd name="T43" fmla="*/ 16 h 86"/>
              <a:gd name="T44" fmla="*/ 0 w 42"/>
              <a:gd name="T45" fmla="*/ 65 h 86"/>
              <a:gd name="T46" fmla="*/ 21 w 42"/>
              <a:gd name="T47" fmla="*/ 86 h 86"/>
              <a:gd name="T48" fmla="*/ 42 w 42"/>
              <a:gd name="T49" fmla="*/ 65 h 86"/>
              <a:gd name="T50" fmla="*/ 42 w 42"/>
              <a:gd name="T51" fmla="*/ 65 h 86"/>
              <a:gd name="T52" fmla="*/ 42 w 42"/>
              <a:gd name="T53" fmla="*/ 27 h 86"/>
              <a:gd name="T54" fmla="*/ 38 w 42"/>
              <a:gd name="T55" fmla="*/ 23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2" h="86">
                <a:moveTo>
                  <a:pt x="38" y="23"/>
                </a:moveTo>
                <a:cubicBezTo>
                  <a:pt x="36" y="23"/>
                  <a:pt x="35" y="25"/>
                  <a:pt x="35" y="27"/>
                </a:cubicBezTo>
                <a:cubicBezTo>
                  <a:pt x="35" y="65"/>
                  <a:pt x="35" y="65"/>
                  <a:pt x="35" y="65"/>
                </a:cubicBezTo>
                <a:cubicBezTo>
                  <a:pt x="35" y="73"/>
                  <a:pt x="29" y="79"/>
                  <a:pt x="21" y="79"/>
                </a:cubicBezTo>
                <a:cubicBezTo>
                  <a:pt x="13" y="79"/>
                  <a:pt x="7" y="73"/>
                  <a:pt x="7" y="65"/>
                </a:cubicBezTo>
                <a:cubicBezTo>
                  <a:pt x="7" y="16"/>
                  <a:pt x="7" y="16"/>
                  <a:pt x="7" y="16"/>
                </a:cubicBezTo>
                <a:cubicBezTo>
                  <a:pt x="7" y="11"/>
                  <a:pt x="11" y="7"/>
                  <a:pt x="16" y="7"/>
                </a:cubicBezTo>
                <a:cubicBezTo>
                  <a:pt x="21" y="7"/>
                  <a:pt x="25" y="11"/>
                  <a:pt x="25" y="16"/>
                </a:cubicBezTo>
                <a:cubicBezTo>
                  <a:pt x="25" y="16"/>
                  <a:pt x="25" y="16"/>
                  <a:pt x="25" y="16"/>
                </a:cubicBezTo>
                <a:cubicBezTo>
                  <a:pt x="25" y="54"/>
                  <a:pt x="25" y="54"/>
                  <a:pt x="25" y="54"/>
                </a:cubicBezTo>
                <a:cubicBezTo>
                  <a:pt x="25" y="56"/>
                  <a:pt x="23" y="58"/>
                  <a:pt x="22" y="58"/>
                </a:cubicBezTo>
                <a:cubicBezTo>
                  <a:pt x="20" y="58"/>
                  <a:pt x="18" y="56"/>
                  <a:pt x="18" y="54"/>
                </a:cubicBezTo>
                <a:cubicBezTo>
                  <a:pt x="18" y="25"/>
                  <a:pt x="18" y="25"/>
                  <a:pt x="18" y="25"/>
                </a:cubicBezTo>
                <a:cubicBezTo>
                  <a:pt x="18" y="23"/>
                  <a:pt x="16" y="22"/>
                  <a:pt x="14" y="22"/>
                </a:cubicBezTo>
                <a:cubicBezTo>
                  <a:pt x="12" y="22"/>
                  <a:pt x="11" y="23"/>
                  <a:pt x="11" y="25"/>
                </a:cubicBezTo>
                <a:cubicBezTo>
                  <a:pt x="11" y="54"/>
                  <a:pt x="11" y="54"/>
                  <a:pt x="11" y="54"/>
                </a:cubicBezTo>
                <a:cubicBezTo>
                  <a:pt x="11" y="60"/>
                  <a:pt x="16" y="65"/>
                  <a:pt x="22" y="65"/>
                </a:cubicBezTo>
                <a:cubicBezTo>
                  <a:pt x="27" y="65"/>
                  <a:pt x="32" y="60"/>
                  <a:pt x="32" y="54"/>
                </a:cubicBezTo>
                <a:cubicBezTo>
                  <a:pt x="32" y="16"/>
                  <a:pt x="32" y="16"/>
                  <a:pt x="32" y="16"/>
                </a:cubicBezTo>
                <a:cubicBezTo>
                  <a:pt x="32" y="16"/>
                  <a:pt x="32" y="16"/>
                  <a:pt x="32" y="16"/>
                </a:cubicBezTo>
                <a:cubicBezTo>
                  <a:pt x="32" y="7"/>
                  <a:pt x="25" y="0"/>
                  <a:pt x="16" y="0"/>
                </a:cubicBezTo>
                <a:cubicBezTo>
                  <a:pt x="7" y="0"/>
                  <a:pt x="0" y="7"/>
                  <a:pt x="0" y="16"/>
                </a:cubicBezTo>
                <a:cubicBezTo>
                  <a:pt x="0" y="65"/>
                  <a:pt x="0" y="65"/>
                  <a:pt x="0" y="65"/>
                </a:cubicBezTo>
                <a:cubicBezTo>
                  <a:pt x="0" y="77"/>
                  <a:pt x="10" y="86"/>
                  <a:pt x="21" y="86"/>
                </a:cubicBezTo>
                <a:cubicBezTo>
                  <a:pt x="33" y="86"/>
                  <a:pt x="42" y="77"/>
                  <a:pt x="42" y="65"/>
                </a:cubicBezTo>
                <a:cubicBezTo>
                  <a:pt x="42" y="65"/>
                  <a:pt x="42" y="65"/>
                  <a:pt x="42" y="65"/>
                </a:cubicBezTo>
                <a:cubicBezTo>
                  <a:pt x="42" y="27"/>
                  <a:pt x="42" y="27"/>
                  <a:pt x="42" y="27"/>
                </a:cubicBezTo>
                <a:cubicBezTo>
                  <a:pt x="42" y="25"/>
                  <a:pt x="40" y="23"/>
                  <a:pt x="38" y="23"/>
                </a:cubicBezTo>
              </a:path>
            </a:pathLst>
          </a:custGeom>
          <a:solidFill>
            <a:schemeClr val="accent2"/>
          </a:solidFill>
          <a:ln>
            <a:noFill/>
          </a:ln>
          <a:extLst/>
        </p:spPr>
        <p:txBody>
          <a:bodyPr vert="horz" wrap="square" lIns="82305" tIns="41153" rIns="82305" bIns="41153" numCol="1" anchor="t" anchorCtr="0" compatLnSpc="1">
            <a:prstTxWarp prst="textNoShape">
              <a:avLst/>
            </a:prstTxWarp>
          </a:bodyPr>
          <a:lstStyle/>
          <a:p>
            <a:pPr lvl="0" defTabSz="1218987"/>
            <a:endParaRPr lang="en-US" sz="1600" dirty="0">
              <a:solidFill>
                <a:srgbClr val="292929"/>
              </a:solidFill>
            </a:endParaRPr>
          </a:p>
        </p:txBody>
      </p:sp>
    </p:spTree>
    <p:extLst>
      <p:ext uri="{BB962C8B-B14F-4D97-AF65-F5344CB8AC3E}">
        <p14:creationId xmlns:p14="http://schemas.microsoft.com/office/powerpoint/2010/main" val="2480588676"/>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19112" y="228600"/>
            <a:ext cx="11149013" cy="747897"/>
          </a:xfrm>
        </p:spPr>
        <p:txBody>
          <a:bodyPr/>
          <a:lstStyle>
            <a:lvl1pPr>
              <a:defRPr sz="5400"/>
            </a:lvl1pPr>
          </a:lstStyle>
          <a:p>
            <a:r>
              <a:rPr lang="en-US"/>
              <a:t>Click to edit Master title style</a:t>
            </a:r>
            <a:endParaRPr lang="en-US" dirty="0"/>
          </a:p>
        </p:txBody>
      </p:sp>
      <p:sp>
        <p:nvSpPr>
          <p:cNvPr id="4" name="Content Placeholder 3"/>
          <p:cNvSpPr>
            <a:spLocks noGrp="1"/>
          </p:cNvSpPr>
          <p:nvPr>
            <p:ph sz="quarter" idx="10"/>
          </p:nvPr>
        </p:nvSpPr>
        <p:spPr>
          <a:xfrm>
            <a:off x="519113" y="1463675"/>
            <a:ext cx="11155680" cy="2215991"/>
          </a:xfrm>
        </p:spPr>
        <p:txBody>
          <a:bodyPr>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Non-Bulleted Content">
    <p:spTree>
      <p:nvGrpSpPr>
        <p:cNvPr id="1" name=""/>
        <p:cNvGrpSpPr/>
        <p:nvPr/>
      </p:nvGrpSpPr>
      <p:grpSpPr>
        <a:xfrm>
          <a:off x="0" y="0"/>
          <a:ext cx="0" cy="0"/>
          <a:chOff x="0" y="0"/>
          <a:chExt cx="0" cy="0"/>
        </a:xfrm>
      </p:grpSpPr>
      <p:sp>
        <p:nvSpPr>
          <p:cNvPr id="2" name="Title 1"/>
          <p:cNvSpPr>
            <a:spLocks noGrp="1"/>
          </p:cNvSpPr>
          <p:nvPr>
            <p:ph type="title"/>
          </p:nvPr>
        </p:nvSpPr>
        <p:spPr>
          <a:xfrm>
            <a:off x="519112" y="228600"/>
            <a:ext cx="11149013" cy="747897"/>
          </a:xfrm>
        </p:spPr>
        <p:txBody>
          <a:bodyPr/>
          <a:lstStyle>
            <a:lvl1pPr algn="l" defTabSz="914363" rtl="0" eaLnBrk="1" latinLnBrk="0" hangingPunct="1">
              <a:lnSpc>
                <a:spcPct val="90000"/>
              </a:lnSpc>
              <a:spcBef>
                <a:spcPct val="0"/>
              </a:spcBef>
              <a:buNone/>
              <a:defRPr lang="en-US" sz="5400" b="0" kern="1200" cap="none" spc="-100" baseline="0" dirty="0">
                <a:ln w="3175">
                  <a:noFill/>
                </a:ln>
                <a:gradFill flip="none" rotWithShape="1">
                  <a:gsLst>
                    <a:gs pos="0">
                      <a:srgbClr val="595959"/>
                    </a:gs>
                    <a:gs pos="86000">
                      <a:srgbClr val="595959"/>
                    </a:gs>
                  </a:gsLst>
                  <a:lin ang="5400000" scaled="0"/>
                  <a:tileRect/>
                </a:gradFill>
                <a:effectLst/>
                <a:latin typeface="Segoe UI Light" pitchFamily="34" charset="0"/>
                <a:ea typeface="+mn-ea"/>
                <a:cs typeface="Arial" charset="0"/>
              </a:defRPr>
            </a:lvl1pPr>
          </a:lstStyle>
          <a:p>
            <a:r>
              <a:rPr lang="en-US"/>
              <a:t>Click to edit Master title style</a:t>
            </a:r>
            <a:endParaRPr lang="en-US" dirty="0"/>
          </a:p>
        </p:txBody>
      </p:sp>
      <p:sp>
        <p:nvSpPr>
          <p:cNvPr id="4" name="Content Placeholder 3"/>
          <p:cNvSpPr>
            <a:spLocks noGrp="1"/>
          </p:cNvSpPr>
          <p:nvPr>
            <p:ph sz="quarter" idx="10"/>
          </p:nvPr>
        </p:nvSpPr>
        <p:spPr>
          <a:xfrm>
            <a:off x="519113" y="1463675"/>
            <a:ext cx="11155680" cy="2215991"/>
          </a:xfrm>
        </p:spPr>
        <p:txBody>
          <a:bodyPr>
            <a:spAutoFit/>
          </a:bodyPr>
          <a:lstStyle>
            <a:lvl1pPr marL="0" indent="0">
              <a:buFontTx/>
              <a:buNone/>
              <a:defRPr/>
            </a:lvl1pPr>
            <a:lvl2pPr marL="460375" indent="0">
              <a:buFontTx/>
              <a:buNone/>
              <a:defRPr/>
            </a:lvl2pPr>
            <a:lvl3pPr marL="914400" indent="0">
              <a:buFontTx/>
              <a:buNone/>
              <a:defRPr/>
            </a:lvl3pPr>
            <a:lvl4pPr marL="1370013" indent="0">
              <a:buFontTx/>
              <a:buNone/>
              <a:defRPr/>
            </a:lvl4pPr>
            <a:lvl5pPr marL="1836738" indent="0">
              <a:buFontTx/>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520412128"/>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19112" y="228600"/>
            <a:ext cx="11149013" cy="747897"/>
          </a:xfrm>
        </p:spPr>
        <p:txBody>
          <a:bodyPr/>
          <a:lstStyle>
            <a:lvl1pPr>
              <a:defRPr sz="5400"/>
            </a:lvl1pPr>
          </a:lstStyle>
          <a:p>
            <a:r>
              <a:rPr lang="en-US"/>
              <a:t>Click to edit Master title style</a:t>
            </a:r>
            <a:endParaRPr lang="en-US" dirty="0"/>
          </a:p>
        </p:txBody>
      </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1_Demo, Video etc. &quot;special&quot; slides">
    <p:bg>
      <p:bgPr>
        <a:solidFill>
          <a:schemeClr val="accent1">
            <a:alpha val="99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889125" y="1447800"/>
            <a:ext cx="4205288" cy="1523494"/>
          </a:xfrm>
        </p:spPr>
        <p:txBody>
          <a:bodyPr anchor="ctr" anchorCtr="0">
            <a:noAutofit/>
          </a:bodyPr>
          <a:lstStyle>
            <a:lvl1pPr>
              <a:lnSpc>
                <a:spcPct val="90000"/>
              </a:lnSpc>
              <a:defRPr sz="4800" baseline="0">
                <a:solidFill>
                  <a:schemeClr val="bg1">
                    <a:alpha val="98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889124" y="5630472"/>
            <a:ext cx="4205289" cy="461665"/>
          </a:xfrm>
        </p:spPr>
        <p:txBody>
          <a:bodyPr>
            <a:noAutofit/>
          </a:bodyPr>
          <a:lstStyle>
            <a:lvl1pPr marL="0" indent="0" algn="l" defTabSz="914363" rtl="0" eaLnBrk="1" latinLnBrk="0" hangingPunct="1">
              <a:lnSpc>
                <a:spcPct val="90000"/>
              </a:lnSpc>
              <a:spcBef>
                <a:spcPts val="0"/>
              </a:spcBef>
              <a:buSzPct val="80000"/>
              <a:buFont typeface="Arial" pitchFamily="34" charset="0"/>
              <a:buNone/>
              <a:defRPr lang="en-US" sz="2400" kern="1200" dirty="0">
                <a:solidFill>
                  <a:schemeClr val="bg1">
                    <a:alpha val="99000"/>
                  </a:schemeClr>
                </a:solidFill>
                <a:latin typeface="+mn-lt"/>
                <a:ea typeface="+mn-ea"/>
                <a:cs typeface="+mn-cs"/>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a:t>Click to edit Master subtitle style</a:t>
            </a:r>
            <a:endParaRPr lang="en-US" dirty="0"/>
          </a:p>
        </p:txBody>
      </p:sp>
      <p:sp>
        <p:nvSpPr>
          <p:cNvPr id="7" name="Text Placeholder 6"/>
          <p:cNvSpPr>
            <a:spLocks noGrp="1"/>
          </p:cNvSpPr>
          <p:nvPr>
            <p:ph type="body" sz="quarter" idx="10" hasCustomPrompt="1"/>
          </p:nvPr>
        </p:nvSpPr>
        <p:spPr>
          <a:xfrm>
            <a:off x="1889125" y="4160520"/>
            <a:ext cx="8872538" cy="1274538"/>
          </a:xfrm>
        </p:spPr>
        <p:txBody>
          <a:bodyPr anchor="t" anchorCtr="0">
            <a:noAutofit/>
            <a:scene3d>
              <a:camera prst="orthographicFront"/>
              <a:lightRig rig="flat" dir="t"/>
            </a:scene3d>
            <a:sp3d>
              <a:contourClr>
                <a:schemeClr val="bg2"/>
              </a:contourClr>
            </a:sp3d>
          </a:bodyPr>
          <a:lstStyle>
            <a:lvl1pPr marL="0" indent="0" algn="l">
              <a:buFont typeface="Arial" pitchFamily="34" charset="0"/>
              <a:buNone/>
              <a:defRPr kumimoji="0" lang="en-US" sz="6600" b="0" i="0" u="none" strike="noStrike" kern="1200" cap="none" spc="-642" normalizeH="0" baseline="0" noProof="0" dirty="0" smtClean="0">
                <a:ln w="11430"/>
                <a:solidFill>
                  <a:schemeClr val="accent1">
                    <a:lumMod val="40000"/>
                    <a:lumOff val="60000"/>
                    <a:alpha val="99000"/>
                  </a:schemeClr>
                </a:solidFill>
                <a:effectLst/>
                <a:uLnTx/>
                <a:uFillTx/>
                <a:latin typeface="Segoe UI Light" pitchFamily="34" charset="0"/>
                <a:ea typeface="+mn-ea"/>
                <a:cs typeface="+mn-cs"/>
              </a:defRPr>
            </a:lvl1pPr>
          </a:lstStyle>
          <a:p>
            <a:pPr lvl="0"/>
            <a:r>
              <a:rPr lang="en-US" dirty="0"/>
              <a:t>click to…</a:t>
            </a:r>
          </a:p>
        </p:txBody>
      </p:sp>
      <p:grpSp>
        <p:nvGrpSpPr>
          <p:cNvPr id="9" name="Group 8"/>
          <p:cNvGrpSpPr/>
          <p:nvPr userDrawn="1"/>
        </p:nvGrpSpPr>
        <p:grpSpPr>
          <a:xfrm>
            <a:off x="7713385" y="2136047"/>
            <a:ext cx="3499128" cy="2114058"/>
            <a:chOff x="1411369" y="3975421"/>
            <a:chExt cx="1714604" cy="1035908"/>
          </a:xfrm>
        </p:grpSpPr>
        <p:sp>
          <p:nvSpPr>
            <p:cNvPr id="12" name="Freeform 6"/>
            <p:cNvSpPr>
              <a:spLocks/>
            </p:cNvSpPr>
            <p:nvPr userDrawn="1"/>
          </p:nvSpPr>
          <p:spPr bwMode="auto">
            <a:xfrm>
              <a:off x="1900471" y="3975421"/>
              <a:ext cx="1225502" cy="656717"/>
            </a:xfrm>
            <a:custGeom>
              <a:avLst/>
              <a:gdLst>
                <a:gd name="T0" fmla="*/ 138 w 189"/>
                <a:gd name="T1" fmla="*/ 0 h 101"/>
                <a:gd name="T2" fmla="*/ 94 w 189"/>
                <a:gd name="T3" fmla="*/ 26 h 101"/>
                <a:gd name="T4" fmla="*/ 75 w 189"/>
                <a:gd name="T5" fmla="*/ 21 h 101"/>
                <a:gd name="T6" fmla="*/ 40 w 189"/>
                <a:gd name="T7" fmla="*/ 42 h 101"/>
                <a:gd name="T8" fmla="*/ 29 w 189"/>
                <a:gd name="T9" fmla="*/ 40 h 101"/>
                <a:gd name="T10" fmla="*/ 0 w 189"/>
                <a:gd name="T11" fmla="*/ 64 h 101"/>
                <a:gd name="T12" fmla="*/ 11 w 189"/>
                <a:gd name="T13" fmla="*/ 62 h 101"/>
                <a:gd name="T14" fmla="*/ 30 w 189"/>
                <a:gd name="T15" fmla="*/ 66 h 101"/>
                <a:gd name="T16" fmla="*/ 82 w 189"/>
                <a:gd name="T17" fmla="*/ 39 h 101"/>
                <a:gd name="T18" fmla="*/ 145 w 189"/>
                <a:gd name="T19" fmla="*/ 101 h 101"/>
                <a:gd name="T20" fmla="*/ 189 w 189"/>
                <a:gd name="T21" fmla="*/ 51 h 101"/>
                <a:gd name="T22" fmla="*/ 138 w 189"/>
                <a:gd name="T23" fmla="*/ 0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9" h="101">
                  <a:moveTo>
                    <a:pt x="138" y="0"/>
                  </a:moveTo>
                  <a:cubicBezTo>
                    <a:pt x="119" y="0"/>
                    <a:pt x="103" y="10"/>
                    <a:pt x="94" y="26"/>
                  </a:cubicBezTo>
                  <a:cubicBezTo>
                    <a:pt x="89" y="23"/>
                    <a:pt x="82" y="21"/>
                    <a:pt x="75" y="21"/>
                  </a:cubicBezTo>
                  <a:cubicBezTo>
                    <a:pt x="60" y="21"/>
                    <a:pt x="46" y="30"/>
                    <a:pt x="40" y="42"/>
                  </a:cubicBezTo>
                  <a:cubicBezTo>
                    <a:pt x="36" y="41"/>
                    <a:pt x="33" y="40"/>
                    <a:pt x="29" y="40"/>
                  </a:cubicBezTo>
                  <a:cubicBezTo>
                    <a:pt x="15" y="40"/>
                    <a:pt x="3" y="50"/>
                    <a:pt x="0" y="64"/>
                  </a:cubicBezTo>
                  <a:cubicBezTo>
                    <a:pt x="3" y="63"/>
                    <a:pt x="7" y="62"/>
                    <a:pt x="11" y="62"/>
                  </a:cubicBezTo>
                  <a:cubicBezTo>
                    <a:pt x="17" y="62"/>
                    <a:pt x="24" y="64"/>
                    <a:pt x="30" y="66"/>
                  </a:cubicBezTo>
                  <a:cubicBezTo>
                    <a:pt x="42" y="49"/>
                    <a:pt x="61" y="39"/>
                    <a:pt x="82" y="39"/>
                  </a:cubicBezTo>
                  <a:cubicBezTo>
                    <a:pt x="117" y="39"/>
                    <a:pt x="145" y="67"/>
                    <a:pt x="145" y="101"/>
                  </a:cubicBezTo>
                  <a:cubicBezTo>
                    <a:pt x="170" y="98"/>
                    <a:pt x="189" y="77"/>
                    <a:pt x="189" y="51"/>
                  </a:cubicBezTo>
                  <a:cubicBezTo>
                    <a:pt x="189" y="22"/>
                    <a:pt x="167" y="0"/>
                    <a:pt x="138"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15" name="Freeform 7"/>
            <p:cNvSpPr>
              <a:spLocks/>
            </p:cNvSpPr>
            <p:nvPr userDrawn="1"/>
          </p:nvSpPr>
          <p:spPr bwMode="auto">
            <a:xfrm>
              <a:off x="1411369" y="4269433"/>
              <a:ext cx="1390368" cy="741896"/>
            </a:xfrm>
            <a:custGeom>
              <a:avLst/>
              <a:gdLst>
                <a:gd name="T0" fmla="*/ 157 w 214"/>
                <a:gd name="T1" fmla="*/ 0 h 114"/>
                <a:gd name="T2" fmla="*/ 107 w 214"/>
                <a:gd name="T3" fmla="*/ 29 h 114"/>
                <a:gd name="T4" fmla="*/ 86 w 214"/>
                <a:gd name="T5" fmla="*/ 23 h 114"/>
                <a:gd name="T6" fmla="*/ 46 w 214"/>
                <a:gd name="T7" fmla="*/ 48 h 114"/>
                <a:gd name="T8" fmla="*/ 34 w 214"/>
                <a:gd name="T9" fmla="*/ 45 h 114"/>
                <a:gd name="T10" fmla="*/ 0 w 214"/>
                <a:gd name="T11" fmla="*/ 80 h 114"/>
                <a:gd name="T12" fmla="*/ 34 w 214"/>
                <a:gd name="T13" fmla="*/ 114 h 114"/>
                <a:gd name="T14" fmla="*/ 86 w 214"/>
                <a:gd name="T15" fmla="*/ 114 h 114"/>
                <a:gd name="T16" fmla="*/ 157 w 214"/>
                <a:gd name="T17" fmla="*/ 114 h 114"/>
                <a:gd name="T18" fmla="*/ 214 w 214"/>
                <a:gd name="T19" fmla="*/ 57 h 114"/>
                <a:gd name="T20" fmla="*/ 157 w 214"/>
                <a:gd name="T21"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4" h="114">
                  <a:moveTo>
                    <a:pt x="157" y="0"/>
                  </a:moveTo>
                  <a:cubicBezTo>
                    <a:pt x="136" y="0"/>
                    <a:pt x="117" y="11"/>
                    <a:pt x="107" y="29"/>
                  </a:cubicBezTo>
                  <a:cubicBezTo>
                    <a:pt x="101" y="25"/>
                    <a:pt x="94" y="23"/>
                    <a:pt x="86" y="23"/>
                  </a:cubicBezTo>
                  <a:cubicBezTo>
                    <a:pt x="69" y="23"/>
                    <a:pt x="54" y="33"/>
                    <a:pt x="46" y="48"/>
                  </a:cubicBezTo>
                  <a:cubicBezTo>
                    <a:pt x="42" y="46"/>
                    <a:pt x="38" y="45"/>
                    <a:pt x="34" y="45"/>
                  </a:cubicBezTo>
                  <a:cubicBezTo>
                    <a:pt x="15" y="45"/>
                    <a:pt x="0" y="61"/>
                    <a:pt x="0" y="80"/>
                  </a:cubicBezTo>
                  <a:cubicBezTo>
                    <a:pt x="0" y="99"/>
                    <a:pt x="15" y="114"/>
                    <a:pt x="34" y="114"/>
                  </a:cubicBezTo>
                  <a:cubicBezTo>
                    <a:pt x="86" y="114"/>
                    <a:pt x="86" y="114"/>
                    <a:pt x="86" y="114"/>
                  </a:cubicBezTo>
                  <a:cubicBezTo>
                    <a:pt x="157" y="114"/>
                    <a:pt x="157" y="114"/>
                    <a:pt x="157" y="114"/>
                  </a:cubicBezTo>
                  <a:cubicBezTo>
                    <a:pt x="189" y="114"/>
                    <a:pt x="214" y="89"/>
                    <a:pt x="214" y="57"/>
                  </a:cubicBezTo>
                  <a:cubicBezTo>
                    <a:pt x="214" y="25"/>
                    <a:pt x="189" y="0"/>
                    <a:pt x="157"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559917533"/>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2_Demo, Video etc. &quot;special&quot; slides">
    <p:bg>
      <p:bgPr>
        <a:solidFill>
          <a:srgbClr val="8CC600">
            <a:alpha val="99000"/>
          </a:srgb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889125" y="1447800"/>
            <a:ext cx="4205288" cy="1523494"/>
          </a:xfrm>
        </p:spPr>
        <p:txBody>
          <a:bodyPr anchor="ctr" anchorCtr="0">
            <a:noAutofit/>
          </a:bodyPr>
          <a:lstStyle>
            <a:lvl1pPr>
              <a:lnSpc>
                <a:spcPct val="90000"/>
              </a:lnSpc>
              <a:defRPr sz="4800" baseline="0">
                <a:solidFill>
                  <a:schemeClr val="bg1">
                    <a:alpha val="98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889124" y="5630472"/>
            <a:ext cx="4205289" cy="461665"/>
          </a:xfrm>
        </p:spPr>
        <p:txBody>
          <a:bodyPr>
            <a:noAutofit/>
          </a:bodyPr>
          <a:lstStyle>
            <a:lvl1pPr marL="0" indent="0" algn="l" defTabSz="914363" rtl="0" eaLnBrk="1" latinLnBrk="0" hangingPunct="1">
              <a:lnSpc>
                <a:spcPct val="90000"/>
              </a:lnSpc>
              <a:spcBef>
                <a:spcPts val="0"/>
              </a:spcBef>
              <a:buSzPct val="80000"/>
              <a:buFont typeface="Arial" pitchFamily="34" charset="0"/>
              <a:buNone/>
              <a:defRPr lang="en-US" sz="2400" kern="1200" dirty="0">
                <a:solidFill>
                  <a:schemeClr val="bg1">
                    <a:alpha val="99000"/>
                  </a:schemeClr>
                </a:solidFill>
                <a:latin typeface="+mn-lt"/>
                <a:ea typeface="+mn-ea"/>
                <a:cs typeface="+mn-cs"/>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a:t>Click to edit Master subtitle style</a:t>
            </a:r>
            <a:endParaRPr lang="en-US" dirty="0"/>
          </a:p>
        </p:txBody>
      </p:sp>
      <p:sp>
        <p:nvSpPr>
          <p:cNvPr id="7" name="Text Placeholder 6"/>
          <p:cNvSpPr>
            <a:spLocks noGrp="1"/>
          </p:cNvSpPr>
          <p:nvPr>
            <p:ph type="body" sz="quarter" idx="10" hasCustomPrompt="1"/>
          </p:nvPr>
        </p:nvSpPr>
        <p:spPr>
          <a:xfrm>
            <a:off x="1889125" y="4160520"/>
            <a:ext cx="8872538" cy="1274538"/>
          </a:xfrm>
        </p:spPr>
        <p:txBody>
          <a:bodyPr anchor="t" anchorCtr="0">
            <a:noAutofit/>
            <a:scene3d>
              <a:camera prst="orthographicFront"/>
              <a:lightRig rig="flat" dir="t"/>
            </a:scene3d>
            <a:sp3d>
              <a:contourClr>
                <a:schemeClr val="bg2"/>
              </a:contourClr>
            </a:sp3d>
          </a:bodyPr>
          <a:lstStyle>
            <a:lvl1pPr marL="0" indent="0" algn="l">
              <a:buFont typeface="Arial" pitchFamily="34" charset="0"/>
              <a:buNone/>
              <a:defRPr kumimoji="0" lang="en-US" sz="6600" b="0" i="0" u="none" strike="noStrike" kern="1200" cap="none" spc="-642" normalizeH="0" baseline="0" noProof="0" dirty="0" smtClean="0">
                <a:ln w="11430"/>
                <a:solidFill>
                  <a:schemeClr val="accent4">
                    <a:lumMod val="40000"/>
                    <a:lumOff val="60000"/>
                    <a:alpha val="99000"/>
                  </a:schemeClr>
                </a:solidFill>
                <a:effectLst/>
                <a:uLnTx/>
                <a:uFillTx/>
                <a:latin typeface="Segoe UI Light" pitchFamily="34" charset="0"/>
                <a:ea typeface="+mn-ea"/>
                <a:cs typeface="+mn-cs"/>
              </a:defRPr>
            </a:lvl1pPr>
          </a:lstStyle>
          <a:p>
            <a:pPr lvl="0"/>
            <a:r>
              <a:rPr lang="en-US" dirty="0"/>
              <a:t>click to…</a:t>
            </a:r>
          </a:p>
        </p:txBody>
      </p:sp>
      <p:sp>
        <p:nvSpPr>
          <p:cNvPr id="8" name="Freeform 6"/>
          <p:cNvSpPr>
            <a:spLocks noEditPoints="1"/>
          </p:cNvSpPr>
          <p:nvPr userDrawn="1"/>
        </p:nvSpPr>
        <p:spPr bwMode="auto">
          <a:xfrm>
            <a:off x="8291953" y="2008094"/>
            <a:ext cx="2269077" cy="2169610"/>
          </a:xfrm>
          <a:custGeom>
            <a:avLst/>
            <a:gdLst>
              <a:gd name="T0" fmla="*/ 150 w 154"/>
              <a:gd name="T1" fmla="*/ 40 h 148"/>
              <a:gd name="T2" fmla="*/ 91 w 154"/>
              <a:gd name="T3" fmla="*/ 40 h 148"/>
              <a:gd name="T4" fmla="*/ 124 w 154"/>
              <a:gd name="T5" fmla="*/ 3 h 148"/>
              <a:gd name="T6" fmla="*/ 120 w 154"/>
              <a:gd name="T7" fmla="*/ 0 h 148"/>
              <a:gd name="T8" fmla="*/ 77 w 154"/>
              <a:gd name="T9" fmla="*/ 39 h 148"/>
              <a:gd name="T10" fmla="*/ 36 w 154"/>
              <a:gd name="T11" fmla="*/ 0 h 148"/>
              <a:gd name="T12" fmla="*/ 32 w 154"/>
              <a:gd name="T13" fmla="*/ 3 h 148"/>
              <a:gd name="T14" fmla="*/ 66 w 154"/>
              <a:gd name="T15" fmla="*/ 40 h 148"/>
              <a:gd name="T16" fmla="*/ 4 w 154"/>
              <a:gd name="T17" fmla="*/ 40 h 148"/>
              <a:gd name="T18" fmla="*/ 0 w 154"/>
              <a:gd name="T19" fmla="*/ 44 h 148"/>
              <a:gd name="T20" fmla="*/ 0 w 154"/>
              <a:gd name="T21" fmla="*/ 144 h 148"/>
              <a:gd name="T22" fmla="*/ 4 w 154"/>
              <a:gd name="T23" fmla="*/ 148 h 148"/>
              <a:gd name="T24" fmla="*/ 150 w 154"/>
              <a:gd name="T25" fmla="*/ 148 h 148"/>
              <a:gd name="T26" fmla="*/ 154 w 154"/>
              <a:gd name="T27" fmla="*/ 144 h 148"/>
              <a:gd name="T28" fmla="*/ 154 w 154"/>
              <a:gd name="T29" fmla="*/ 44 h 148"/>
              <a:gd name="T30" fmla="*/ 150 w 154"/>
              <a:gd name="T31" fmla="*/ 40 h 148"/>
              <a:gd name="T32" fmla="*/ 145 w 154"/>
              <a:gd name="T33" fmla="*/ 135 h 148"/>
              <a:gd name="T34" fmla="*/ 141 w 154"/>
              <a:gd name="T35" fmla="*/ 139 h 148"/>
              <a:gd name="T36" fmla="*/ 13 w 154"/>
              <a:gd name="T37" fmla="*/ 139 h 148"/>
              <a:gd name="T38" fmla="*/ 9 w 154"/>
              <a:gd name="T39" fmla="*/ 135 h 148"/>
              <a:gd name="T40" fmla="*/ 9 w 154"/>
              <a:gd name="T41" fmla="*/ 52 h 148"/>
              <a:gd name="T42" fmla="*/ 13 w 154"/>
              <a:gd name="T43" fmla="*/ 48 h 148"/>
              <a:gd name="T44" fmla="*/ 141 w 154"/>
              <a:gd name="T45" fmla="*/ 48 h 148"/>
              <a:gd name="T46" fmla="*/ 145 w 154"/>
              <a:gd name="T47" fmla="*/ 52 h 148"/>
              <a:gd name="T48" fmla="*/ 145 w 154"/>
              <a:gd name="T49" fmla="*/ 135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54" h="148">
                <a:moveTo>
                  <a:pt x="150" y="40"/>
                </a:moveTo>
                <a:cubicBezTo>
                  <a:pt x="91" y="40"/>
                  <a:pt x="91" y="40"/>
                  <a:pt x="91" y="40"/>
                </a:cubicBezTo>
                <a:cubicBezTo>
                  <a:pt x="124" y="3"/>
                  <a:pt x="124" y="3"/>
                  <a:pt x="124" y="3"/>
                </a:cubicBezTo>
                <a:cubicBezTo>
                  <a:pt x="120" y="0"/>
                  <a:pt x="120" y="0"/>
                  <a:pt x="120" y="0"/>
                </a:cubicBezTo>
                <a:cubicBezTo>
                  <a:pt x="77" y="39"/>
                  <a:pt x="77" y="39"/>
                  <a:pt x="77" y="39"/>
                </a:cubicBezTo>
                <a:cubicBezTo>
                  <a:pt x="36" y="0"/>
                  <a:pt x="36" y="0"/>
                  <a:pt x="36" y="0"/>
                </a:cubicBezTo>
                <a:cubicBezTo>
                  <a:pt x="32" y="3"/>
                  <a:pt x="32" y="3"/>
                  <a:pt x="32" y="3"/>
                </a:cubicBezTo>
                <a:cubicBezTo>
                  <a:pt x="66" y="40"/>
                  <a:pt x="66" y="40"/>
                  <a:pt x="66" y="40"/>
                </a:cubicBezTo>
                <a:cubicBezTo>
                  <a:pt x="4" y="40"/>
                  <a:pt x="4" y="40"/>
                  <a:pt x="4" y="40"/>
                </a:cubicBezTo>
                <a:cubicBezTo>
                  <a:pt x="2" y="40"/>
                  <a:pt x="0" y="42"/>
                  <a:pt x="0" y="44"/>
                </a:cubicBezTo>
                <a:cubicBezTo>
                  <a:pt x="0" y="144"/>
                  <a:pt x="0" y="144"/>
                  <a:pt x="0" y="144"/>
                </a:cubicBezTo>
                <a:cubicBezTo>
                  <a:pt x="0" y="146"/>
                  <a:pt x="2" y="148"/>
                  <a:pt x="4" y="148"/>
                </a:cubicBezTo>
                <a:cubicBezTo>
                  <a:pt x="150" y="148"/>
                  <a:pt x="150" y="148"/>
                  <a:pt x="150" y="148"/>
                </a:cubicBezTo>
                <a:cubicBezTo>
                  <a:pt x="152" y="148"/>
                  <a:pt x="154" y="146"/>
                  <a:pt x="154" y="144"/>
                </a:cubicBezTo>
                <a:cubicBezTo>
                  <a:pt x="154" y="44"/>
                  <a:pt x="154" y="44"/>
                  <a:pt x="154" y="44"/>
                </a:cubicBezTo>
                <a:cubicBezTo>
                  <a:pt x="154" y="42"/>
                  <a:pt x="152" y="40"/>
                  <a:pt x="150" y="40"/>
                </a:cubicBezTo>
                <a:close/>
                <a:moveTo>
                  <a:pt x="145" y="135"/>
                </a:moveTo>
                <a:cubicBezTo>
                  <a:pt x="145" y="137"/>
                  <a:pt x="143" y="139"/>
                  <a:pt x="141" y="139"/>
                </a:cubicBezTo>
                <a:cubicBezTo>
                  <a:pt x="13" y="139"/>
                  <a:pt x="13" y="139"/>
                  <a:pt x="13" y="139"/>
                </a:cubicBezTo>
                <a:cubicBezTo>
                  <a:pt x="11" y="139"/>
                  <a:pt x="9" y="137"/>
                  <a:pt x="9" y="135"/>
                </a:cubicBezTo>
                <a:cubicBezTo>
                  <a:pt x="9" y="52"/>
                  <a:pt x="9" y="52"/>
                  <a:pt x="9" y="52"/>
                </a:cubicBezTo>
                <a:cubicBezTo>
                  <a:pt x="9" y="50"/>
                  <a:pt x="11" y="48"/>
                  <a:pt x="13" y="48"/>
                </a:cubicBezTo>
                <a:cubicBezTo>
                  <a:pt x="141" y="48"/>
                  <a:pt x="141" y="48"/>
                  <a:pt x="141" y="48"/>
                </a:cubicBezTo>
                <a:cubicBezTo>
                  <a:pt x="143" y="48"/>
                  <a:pt x="145" y="50"/>
                  <a:pt x="145" y="52"/>
                </a:cubicBezTo>
                <a:lnTo>
                  <a:pt x="145" y="13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Tree>
    <p:extLst>
      <p:ext uri="{BB962C8B-B14F-4D97-AF65-F5344CB8AC3E}">
        <p14:creationId xmlns:p14="http://schemas.microsoft.com/office/powerpoint/2010/main" val="694048539"/>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3_Demo, Video etc. &quot;special&quot; slides">
    <p:bg>
      <p:bgPr>
        <a:solidFill>
          <a:schemeClr val="accent2">
            <a:alpha val="99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889125" y="1447800"/>
            <a:ext cx="4205288" cy="1523494"/>
          </a:xfrm>
        </p:spPr>
        <p:txBody>
          <a:bodyPr anchor="ctr" anchorCtr="0">
            <a:noAutofit/>
          </a:bodyPr>
          <a:lstStyle>
            <a:lvl1pPr>
              <a:lnSpc>
                <a:spcPct val="90000"/>
              </a:lnSpc>
              <a:defRPr sz="4800" baseline="0">
                <a:solidFill>
                  <a:schemeClr val="bg1">
                    <a:alpha val="98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889124" y="5630472"/>
            <a:ext cx="4205289" cy="461665"/>
          </a:xfrm>
        </p:spPr>
        <p:txBody>
          <a:bodyPr>
            <a:noAutofit/>
          </a:bodyPr>
          <a:lstStyle>
            <a:lvl1pPr marL="0" indent="0" algn="l" defTabSz="914363" rtl="0" eaLnBrk="1" latinLnBrk="0" hangingPunct="1">
              <a:lnSpc>
                <a:spcPct val="90000"/>
              </a:lnSpc>
              <a:spcBef>
                <a:spcPts val="0"/>
              </a:spcBef>
              <a:buSzPct val="80000"/>
              <a:buFont typeface="Arial" pitchFamily="34" charset="0"/>
              <a:buNone/>
              <a:defRPr lang="en-US" sz="2400" kern="1200" dirty="0">
                <a:solidFill>
                  <a:schemeClr val="bg1">
                    <a:alpha val="99000"/>
                  </a:schemeClr>
                </a:solidFill>
                <a:latin typeface="+mn-lt"/>
                <a:ea typeface="+mn-ea"/>
                <a:cs typeface="+mn-cs"/>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a:t>Click to edit Master subtitle style</a:t>
            </a:r>
            <a:endParaRPr lang="en-US" dirty="0"/>
          </a:p>
        </p:txBody>
      </p:sp>
      <p:sp>
        <p:nvSpPr>
          <p:cNvPr id="7" name="Text Placeholder 6"/>
          <p:cNvSpPr>
            <a:spLocks noGrp="1"/>
          </p:cNvSpPr>
          <p:nvPr>
            <p:ph type="body" sz="quarter" idx="10" hasCustomPrompt="1"/>
          </p:nvPr>
        </p:nvSpPr>
        <p:spPr>
          <a:xfrm>
            <a:off x="1889125" y="4160520"/>
            <a:ext cx="8872538" cy="1274538"/>
          </a:xfrm>
        </p:spPr>
        <p:txBody>
          <a:bodyPr anchor="t" anchorCtr="0">
            <a:noAutofit/>
            <a:scene3d>
              <a:camera prst="orthographicFront"/>
              <a:lightRig rig="flat" dir="t"/>
            </a:scene3d>
            <a:sp3d>
              <a:contourClr>
                <a:schemeClr val="bg2"/>
              </a:contourClr>
            </a:sp3d>
          </a:bodyPr>
          <a:lstStyle>
            <a:lvl1pPr marL="0" indent="0" algn="l">
              <a:buFont typeface="Arial" pitchFamily="34" charset="0"/>
              <a:buNone/>
              <a:defRPr kumimoji="0" lang="en-US" sz="6600" b="0" i="0" u="none" strike="noStrike" kern="1200" cap="none" spc="-642" normalizeH="0" baseline="0" noProof="0" dirty="0" smtClean="0">
                <a:ln w="11430"/>
                <a:solidFill>
                  <a:schemeClr val="accent2">
                    <a:lumMod val="40000"/>
                    <a:lumOff val="60000"/>
                    <a:alpha val="99000"/>
                  </a:schemeClr>
                </a:solidFill>
                <a:effectLst/>
                <a:uLnTx/>
                <a:uFillTx/>
                <a:latin typeface="Segoe UI Light" pitchFamily="34" charset="0"/>
                <a:ea typeface="+mn-ea"/>
                <a:cs typeface="+mn-cs"/>
              </a:defRPr>
            </a:lvl1pPr>
          </a:lstStyle>
          <a:p>
            <a:pPr lvl="0"/>
            <a:r>
              <a:rPr lang="en-US" dirty="0"/>
              <a:t>click to…</a:t>
            </a:r>
          </a:p>
        </p:txBody>
      </p:sp>
      <p:grpSp>
        <p:nvGrpSpPr>
          <p:cNvPr id="8" name="Group 7"/>
          <p:cNvGrpSpPr/>
          <p:nvPr userDrawn="1"/>
        </p:nvGrpSpPr>
        <p:grpSpPr bwMode="black">
          <a:xfrm>
            <a:off x="7904572" y="2242931"/>
            <a:ext cx="3176914" cy="1934622"/>
            <a:chOff x="10387012" y="4179358"/>
            <a:chExt cx="974726" cy="593725"/>
          </a:xfrm>
          <a:solidFill>
            <a:srgbClr val="FFFFFF"/>
          </a:solidFill>
        </p:grpSpPr>
        <p:sp>
          <p:nvSpPr>
            <p:cNvPr id="9" name="Freeform 26"/>
            <p:cNvSpPr>
              <a:spLocks/>
            </p:cNvSpPr>
            <p:nvPr/>
          </p:nvSpPr>
          <p:spPr bwMode="black">
            <a:xfrm>
              <a:off x="10506075" y="4258733"/>
              <a:ext cx="706438" cy="514350"/>
            </a:xfrm>
            <a:custGeom>
              <a:avLst/>
              <a:gdLst>
                <a:gd name="T0" fmla="*/ 183 w 188"/>
                <a:gd name="T1" fmla="*/ 84 h 137"/>
                <a:gd name="T2" fmla="*/ 104 w 188"/>
                <a:gd name="T3" fmla="*/ 27 h 137"/>
                <a:gd name="T4" fmla="*/ 86 w 188"/>
                <a:gd name="T5" fmla="*/ 19 h 137"/>
                <a:gd name="T6" fmla="*/ 59 w 188"/>
                <a:gd name="T7" fmla="*/ 34 h 137"/>
                <a:gd name="T8" fmla="*/ 56 w 188"/>
                <a:gd name="T9" fmla="*/ 36 h 137"/>
                <a:gd name="T10" fmla="*/ 43 w 188"/>
                <a:gd name="T11" fmla="*/ 38 h 137"/>
                <a:gd name="T12" fmla="*/ 43 w 188"/>
                <a:gd name="T13" fmla="*/ 38 h 137"/>
                <a:gd name="T14" fmla="*/ 26 w 188"/>
                <a:gd name="T15" fmla="*/ 27 h 137"/>
                <a:gd name="T16" fmla="*/ 24 w 188"/>
                <a:gd name="T17" fmla="*/ 14 h 137"/>
                <a:gd name="T18" fmla="*/ 31 w 188"/>
                <a:gd name="T19" fmla="*/ 0 h 137"/>
                <a:gd name="T20" fmla="*/ 21 w 188"/>
                <a:gd name="T21" fmla="*/ 0 h 137"/>
                <a:gd name="T22" fmla="*/ 1 w 188"/>
                <a:gd name="T23" fmla="*/ 79 h 137"/>
                <a:gd name="T24" fmla="*/ 4 w 188"/>
                <a:gd name="T25" fmla="*/ 80 h 137"/>
                <a:gd name="T26" fmla="*/ 16 w 188"/>
                <a:gd name="T27" fmla="*/ 70 h 137"/>
                <a:gd name="T28" fmla="*/ 22 w 188"/>
                <a:gd name="T29" fmla="*/ 70 h 137"/>
                <a:gd name="T30" fmla="*/ 32 w 188"/>
                <a:gd name="T31" fmla="*/ 74 h 137"/>
                <a:gd name="T32" fmla="*/ 43 w 188"/>
                <a:gd name="T33" fmla="*/ 72 h 137"/>
                <a:gd name="T34" fmla="*/ 44 w 188"/>
                <a:gd name="T35" fmla="*/ 72 h 137"/>
                <a:gd name="T36" fmla="*/ 53 w 188"/>
                <a:gd name="T37" fmla="*/ 76 h 137"/>
                <a:gd name="T38" fmla="*/ 65 w 188"/>
                <a:gd name="T39" fmla="*/ 74 h 137"/>
                <a:gd name="T40" fmla="*/ 67 w 188"/>
                <a:gd name="T41" fmla="*/ 74 h 137"/>
                <a:gd name="T42" fmla="*/ 80 w 188"/>
                <a:gd name="T43" fmla="*/ 88 h 137"/>
                <a:gd name="T44" fmla="*/ 83 w 188"/>
                <a:gd name="T45" fmla="*/ 88 h 137"/>
                <a:gd name="T46" fmla="*/ 85 w 188"/>
                <a:gd name="T47" fmla="*/ 89 h 137"/>
                <a:gd name="T48" fmla="*/ 99 w 188"/>
                <a:gd name="T49" fmla="*/ 108 h 137"/>
                <a:gd name="T50" fmla="*/ 99 w 188"/>
                <a:gd name="T51" fmla="*/ 110 h 137"/>
                <a:gd name="T52" fmla="*/ 96 w 188"/>
                <a:gd name="T53" fmla="*/ 124 h 137"/>
                <a:gd name="T54" fmla="*/ 114 w 188"/>
                <a:gd name="T55" fmla="*/ 137 h 137"/>
                <a:gd name="T56" fmla="*/ 123 w 188"/>
                <a:gd name="T57" fmla="*/ 132 h 137"/>
                <a:gd name="T58" fmla="*/ 124 w 188"/>
                <a:gd name="T59" fmla="*/ 124 h 137"/>
                <a:gd name="T60" fmla="*/ 108 w 188"/>
                <a:gd name="T61" fmla="*/ 112 h 137"/>
                <a:gd name="T62" fmla="*/ 107 w 188"/>
                <a:gd name="T63" fmla="*/ 109 h 137"/>
                <a:gd name="T64" fmla="*/ 110 w 188"/>
                <a:gd name="T65" fmla="*/ 109 h 137"/>
                <a:gd name="T66" fmla="*/ 136 w 188"/>
                <a:gd name="T67" fmla="*/ 127 h 137"/>
                <a:gd name="T68" fmla="*/ 145 w 188"/>
                <a:gd name="T69" fmla="*/ 123 h 137"/>
                <a:gd name="T70" fmla="*/ 147 w 188"/>
                <a:gd name="T71" fmla="*/ 114 h 137"/>
                <a:gd name="T72" fmla="*/ 117 w 188"/>
                <a:gd name="T73" fmla="*/ 93 h 137"/>
                <a:gd name="T74" fmla="*/ 117 w 188"/>
                <a:gd name="T75" fmla="*/ 90 h 137"/>
                <a:gd name="T76" fmla="*/ 120 w 188"/>
                <a:gd name="T77" fmla="*/ 89 h 137"/>
                <a:gd name="T78" fmla="*/ 156 w 188"/>
                <a:gd name="T79" fmla="*/ 116 h 137"/>
                <a:gd name="T80" fmla="*/ 165 w 188"/>
                <a:gd name="T81" fmla="*/ 111 h 137"/>
                <a:gd name="T82" fmla="*/ 167 w 188"/>
                <a:gd name="T83" fmla="*/ 102 h 137"/>
                <a:gd name="T84" fmla="*/ 137 w 188"/>
                <a:gd name="T85" fmla="*/ 81 h 137"/>
                <a:gd name="T86" fmla="*/ 136 w 188"/>
                <a:gd name="T87" fmla="*/ 78 h 137"/>
                <a:gd name="T88" fmla="*/ 139 w 188"/>
                <a:gd name="T89" fmla="*/ 77 h 137"/>
                <a:gd name="T90" fmla="*/ 176 w 188"/>
                <a:gd name="T91" fmla="*/ 104 h 137"/>
                <a:gd name="T92" fmla="*/ 185 w 188"/>
                <a:gd name="T93" fmla="*/ 99 h 137"/>
                <a:gd name="T94" fmla="*/ 183 w 188"/>
                <a:gd name="T95" fmla="*/ 84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88" h="137">
                  <a:moveTo>
                    <a:pt x="183" y="84"/>
                  </a:moveTo>
                  <a:cubicBezTo>
                    <a:pt x="104" y="27"/>
                    <a:pt x="104" y="27"/>
                    <a:pt x="104" y="27"/>
                  </a:cubicBezTo>
                  <a:cubicBezTo>
                    <a:pt x="86" y="19"/>
                    <a:pt x="86" y="19"/>
                    <a:pt x="86" y="19"/>
                  </a:cubicBezTo>
                  <a:cubicBezTo>
                    <a:pt x="59" y="34"/>
                    <a:pt x="59" y="34"/>
                    <a:pt x="59" y="34"/>
                  </a:cubicBezTo>
                  <a:cubicBezTo>
                    <a:pt x="56" y="36"/>
                    <a:pt x="56" y="36"/>
                    <a:pt x="56" y="36"/>
                  </a:cubicBezTo>
                  <a:cubicBezTo>
                    <a:pt x="52" y="38"/>
                    <a:pt x="47" y="39"/>
                    <a:pt x="43" y="38"/>
                  </a:cubicBezTo>
                  <a:cubicBezTo>
                    <a:pt x="43" y="38"/>
                    <a:pt x="43" y="38"/>
                    <a:pt x="43" y="38"/>
                  </a:cubicBezTo>
                  <a:cubicBezTo>
                    <a:pt x="36" y="38"/>
                    <a:pt x="30" y="34"/>
                    <a:pt x="26" y="27"/>
                  </a:cubicBezTo>
                  <a:cubicBezTo>
                    <a:pt x="24" y="23"/>
                    <a:pt x="23" y="19"/>
                    <a:pt x="24" y="14"/>
                  </a:cubicBezTo>
                  <a:cubicBezTo>
                    <a:pt x="24" y="9"/>
                    <a:pt x="27" y="4"/>
                    <a:pt x="31" y="0"/>
                  </a:cubicBezTo>
                  <a:cubicBezTo>
                    <a:pt x="25" y="0"/>
                    <a:pt x="21" y="0"/>
                    <a:pt x="21" y="0"/>
                  </a:cubicBezTo>
                  <a:cubicBezTo>
                    <a:pt x="21" y="0"/>
                    <a:pt x="0" y="40"/>
                    <a:pt x="1" y="79"/>
                  </a:cubicBezTo>
                  <a:cubicBezTo>
                    <a:pt x="4" y="80"/>
                    <a:pt x="4" y="80"/>
                    <a:pt x="4" y="80"/>
                  </a:cubicBezTo>
                  <a:cubicBezTo>
                    <a:pt x="6" y="75"/>
                    <a:pt x="10" y="72"/>
                    <a:pt x="16" y="70"/>
                  </a:cubicBezTo>
                  <a:cubicBezTo>
                    <a:pt x="18" y="70"/>
                    <a:pt x="20" y="70"/>
                    <a:pt x="22" y="70"/>
                  </a:cubicBezTo>
                  <a:cubicBezTo>
                    <a:pt x="25" y="70"/>
                    <a:pt x="29" y="72"/>
                    <a:pt x="32" y="74"/>
                  </a:cubicBezTo>
                  <a:cubicBezTo>
                    <a:pt x="35" y="72"/>
                    <a:pt x="39" y="71"/>
                    <a:pt x="43" y="72"/>
                  </a:cubicBezTo>
                  <a:cubicBezTo>
                    <a:pt x="43" y="72"/>
                    <a:pt x="44" y="72"/>
                    <a:pt x="44" y="72"/>
                  </a:cubicBezTo>
                  <a:cubicBezTo>
                    <a:pt x="48" y="72"/>
                    <a:pt x="51" y="74"/>
                    <a:pt x="53" y="76"/>
                  </a:cubicBezTo>
                  <a:cubicBezTo>
                    <a:pt x="56" y="74"/>
                    <a:pt x="60" y="73"/>
                    <a:pt x="65" y="74"/>
                  </a:cubicBezTo>
                  <a:cubicBezTo>
                    <a:pt x="65" y="74"/>
                    <a:pt x="66" y="74"/>
                    <a:pt x="67" y="74"/>
                  </a:cubicBezTo>
                  <a:cubicBezTo>
                    <a:pt x="74" y="76"/>
                    <a:pt x="79" y="81"/>
                    <a:pt x="80" y="88"/>
                  </a:cubicBezTo>
                  <a:cubicBezTo>
                    <a:pt x="81" y="88"/>
                    <a:pt x="82" y="88"/>
                    <a:pt x="83" y="88"/>
                  </a:cubicBezTo>
                  <a:cubicBezTo>
                    <a:pt x="84" y="88"/>
                    <a:pt x="84" y="88"/>
                    <a:pt x="85" y="89"/>
                  </a:cubicBezTo>
                  <a:cubicBezTo>
                    <a:pt x="94" y="91"/>
                    <a:pt x="100" y="99"/>
                    <a:pt x="99" y="108"/>
                  </a:cubicBezTo>
                  <a:cubicBezTo>
                    <a:pt x="99" y="109"/>
                    <a:pt x="99" y="110"/>
                    <a:pt x="99" y="110"/>
                  </a:cubicBezTo>
                  <a:cubicBezTo>
                    <a:pt x="96" y="124"/>
                    <a:pt x="96" y="124"/>
                    <a:pt x="96" y="124"/>
                  </a:cubicBezTo>
                  <a:cubicBezTo>
                    <a:pt x="114" y="137"/>
                    <a:pt x="114" y="137"/>
                    <a:pt x="114" y="137"/>
                  </a:cubicBezTo>
                  <a:cubicBezTo>
                    <a:pt x="117" y="137"/>
                    <a:pt x="120" y="135"/>
                    <a:pt x="123" y="132"/>
                  </a:cubicBezTo>
                  <a:cubicBezTo>
                    <a:pt x="124" y="130"/>
                    <a:pt x="125" y="127"/>
                    <a:pt x="124" y="124"/>
                  </a:cubicBezTo>
                  <a:cubicBezTo>
                    <a:pt x="108" y="112"/>
                    <a:pt x="108" y="112"/>
                    <a:pt x="108" y="112"/>
                  </a:cubicBezTo>
                  <a:cubicBezTo>
                    <a:pt x="107" y="111"/>
                    <a:pt x="107" y="110"/>
                    <a:pt x="107" y="109"/>
                  </a:cubicBezTo>
                  <a:cubicBezTo>
                    <a:pt x="108" y="108"/>
                    <a:pt x="109" y="108"/>
                    <a:pt x="110" y="109"/>
                  </a:cubicBezTo>
                  <a:cubicBezTo>
                    <a:pt x="136" y="127"/>
                    <a:pt x="136" y="127"/>
                    <a:pt x="136" y="127"/>
                  </a:cubicBezTo>
                  <a:cubicBezTo>
                    <a:pt x="140" y="127"/>
                    <a:pt x="143" y="126"/>
                    <a:pt x="145" y="123"/>
                  </a:cubicBezTo>
                  <a:cubicBezTo>
                    <a:pt x="147" y="120"/>
                    <a:pt x="147" y="117"/>
                    <a:pt x="147" y="114"/>
                  </a:cubicBezTo>
                  <a:cubicBezTo>
                    <a:pt x="117" y="93"/>
                    <a:pt x="117" y="93"/>
                    <a:pt x="117" y="93"/>
                  </a:cubicBezTo>
                  <a:cubicBezTo>
                    <a:pt x="116" y="92"/>
                    <a:pt x="116" y="91"/>
                    <a:pt x="117" y="90"/>
                  </a:cubicBezTo>
                  <a:cubicBezTo>
                    <a:pt x="117" y="89"/>
                    <a:pt x="119" y="89"/>
                    <a:pt x="120" y="89"/>
                  </a:cubicBezTo>
                  <a:cubicBezTo>
                    <a:pt x="156" y="116"/>
                    <a:pt x="156" y="116"/>
                    <a:pt x="156" y="116"/>
                  </a:cubicBezTo>
                  <a:cubicBezTo>
                    <a:pt x="159" y="116"/>
                    <a:pt x="163" y="114"/>
                    <a:pt x="165" y="111"/>
                  </a:cubicBezTo>
                  <a:cubicBezTo>
                    <a:pt x="167" y="108"/>
                    <a:pt x="167" y="105"/>
                    <a:pt x="167" y="102"/>
                  </a:cubicBezTo>
                  <a:cubicBezTo>
                    <a:pt x="137" y="81"/>
                    <a:pt x="137" y="81"/>
                    <a:pt x="137" y="81"/>
                  </a:cubicBezTo>
                  <a:cubicBezTo>
                    <a:pt x="136" y="80"/>
                    <a:pt x="136" y="79"/>
                    <a:pt x="136" y="78"/>
                  </a:cubicBezTo>
                  <a:cubicBezTo>
                    <a:pt x="137" y="77"/>
                    <a:pt x="138" y="76"/>
                    <a:pt x="139" y="77"/>
                  </a:cubicBezTo>
                  <a:cubicBezTo>
                    <a:pt x="176" y="104"/>
                    <a:pt x="176" y="104"/>
                    <a:pt x="176" y="104"/>
                  </a:cubicBezTo>
                  <a:cubicBezTo>
                    <a:pt x="180" y="104"/>
                    <a:pt x="183" y="102"/>
                    <a:pt x="185" y="99"/>
                  </a:cubicBezTo>
                  <a:cubicBezTo>
                    <a:pt x="188" y="94"/>
                    <a:pt x="187" y="87"/>
                    <a:pt x="183" y="84"/>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sz="1600" dirty="0"/>
            </a:p>
          </p:txBody>
        </p:sp>
        <p:sp>
          <p:nvSpPr>
            <p:cNvPr id="12" name="Freeform 27"/>
            <p:cNvSpPr>
              <a:spLocks/>
            </p:cNvSpPr>
            <p:nvPr/>
          </p:nvSpPr>
          <p:spPr bwMode="black">
            <a:xfrm>
              <a:off x="10615612" y="4179358"/>
              <a:ext cx="657225" cy="376238"/>
            </a:xfrm>
            <a:custGeom>
              <a:avLst/>
              <a:gdLst>
                <a:gd name="T0" fmla="*/ 127 w 175"/>
                <a:gd name="T1" fmla="*/ 31 h 100"/>
                <a:gd name="T2" fmla="*/ 119 w 175"/>
                <a:gd name="T3" fmla="*/ 28 h 100"/>
                <a:gd name="T4" fmla="*/ 62 w 175"/>
                <a:gd name="T5" fmla="*/ 2 h 100"/>
                <a:gd name="T6" fmla="*/ 49 w 175"/>
                <a:gd name="T7" fmla="*/ 3 h 100"/>
                <a:gd name="T8" fmla="*/ 26 w 175"/>
                <a:gd name="T9" fmla="*/ 16 h 100"/>
                <a:gd name="T10" fmla="*/ 9 w 175"/>
                <a:gd name="T11" fmla="*/ 25 h 100"/>
                <a:gd name="T12" fmla="*/ 4 w 175"/>
                <a:gd name="T13" fmla="*/ 45 h 100"/>
                <a:gd name="T14" fmla="*/ 15 w 175"/>
                <a:gd name="T15" fmla="*/ 52 h 100"/>
                <a:gd name="T16" fmla="*/ 23 w 175"/>
                <a:gd name="T17" fmla="*/ 50 h 100"/>
                <a:gd name="T18" fmla="*/ 23 w 175"/>
                <a:gd name="T19" fmla="*/ 50 h 100"/>
                <a:gd name="T20" fmla="*/ 57 w 175"/>
                <a:gd name="T21" fmla="*/ 32 h 100"/>
                <a:gd name="T22" fmla="*/ 79 w 175"/>
                <a:gd name="T23" fmla="*/ 42 h 100"/>
                <a:gd name="T24" fmla="*/ 109 w 175"/>
                <a:gd name="T25" fmla="*/ 64 h 100"/>
                <a:gd name="T26" fmla="*/ 158 w 175"/>
                <a:gd name="T27" fmla="*/ 99 h 100"/>
                <a:gd name="T28" fmla="*/ 159 w 175"/>
                <a:gd name="T29" fmla="*/ 100 h 100"/>
                <a:gd name="T30" fmla="*/ 173 w 175"/>
                <a:gd name="T31" fmla="*/ 97 h 100"/>
                <a:gd name="T32" fmla="*/ 154 w 175"/>
                <a:gd name="T33" fmla="*/ 29 h 100"/>
                <a:gd name="T34" fmla="*/ 127 w 175"/>
                <a:gd name="T35" fmla="*/ 31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75" h="100">
                  <a:moveTo>
                    <a:pt x="127" y="31"/>
                  </a:moveTo>
                  <a:cubicBezTo>
                    <a:pt x="125" y="31"/>
                    <a:pt x="122" y="30"/>
                    <a:pt x="119" y="28"/>
                  </a:cubicBezTo>
                  <a:cubicBezTo>
                    <a:pt x="62" y="2"/>
                    <a:pt x="62" y="2"/>
                    <a:pt x="62" y="2"/>
                  </a:cubicBezTo>
                  <a:cubicBezTo>
                    <a:pt x="58" y="0"/>
                    <a:pt x="53" y="1"/>
                    <a:pt x="49" y="3"/>
                  </a:cubicBezTo>
                  <a:cubicBezTo>
                    <a:pt x="26" y="16"/>
                    <a:pt x="26" y="16"/>
                    <a:pt x="26" y="16"/>
                  </a:cubicBezTo>
                  <a:cubicBezTo>
                    <a:pt x="9" y="25"/>
                    <a:pt x="9" y="25"/>
                    <a:pt x="9" y="25"/>
                  </a:cubicBezTo>
                  <a:cubicBezTo>
                    <a:pt x="2" y="29"/>
                    <a:pt x="0" y="38"/>
                    <a:pt x="4" y="45"/>
                  </a:cubicBezTo>
                  <a:cubicBezTo>
                    <a:pt x="6" y="49"/>
                    <a:pt x="10" y="52"/>
                    <a:pt x="15" y="52"/>
                  </a:cubicBezTo>
                  <a:cubicBezTo>
                    <a:pt x="18" y="52"/>
                    <a:pt x="21" y="52"/>
                    <a:pt x="23" y="50"/>
                  </a:cubicBezTo>
                  <a:cubicBezTo>
                    <a:pt x="23" y="50"/>
                    <a:pt x="23" y="50"/>
                    <a:pt x="23" y="50"/>
                  </a:cubicBezTo>
                  <a:cubicBezTo>
                    <a:pt x="57" y="32"/>
                    <a:pt x="57" y="32"/>
                    <a:pt x="57" y="32"/>
                  </a:cubicBezTo>
                  <a:cubicBezTo>
                    <a:pt x="79" y="42"/>
                    <a:pt x="79" y="42"/>
                    <a:pt x="79" y="42"/>
                  </a:cubicBezTo>
                  <a:cubicBezTo>
                    <a:pt x="109" y="64"/>
                    <a:pt x="109" y="64"/>
                    <a:pt x="109" y="64"/>
                  </a:cubicBezTo>
                  <a:cubicBezTo>
                    <a:pt x="158" y="99"/>
                    <a:pt x="158" y="99"/>
                    <a:pt x="158" y="99"/>
                  </a:cubicBezTo>
                  <a:cubicBezTo>
                    <a:pt x="158" y="99"/>
                    <a:pt x="159" y="100"/>
                    <a:pt x="159" y="100"/>
                  </a:cubicBezTo>
                  <a:cubicBezTo>
                    <a:pt x="173" y="97"/>
                    <a:pt x="173" y="97"/>
                    <a:pt x="173" y="97"/>
                  </a:cubicBezTo>
                  <a:cubicBezTo>
                    <a:pt x="175" y="51"/>
                    <a:pt x="154" y="29"/>
                    <a:pt x="154" y="29"/>
                  </a:cubicBezTo>
                  <a:cubicBezTo>
                    <a:pt x="154" y="29"/>
                    <a:pt x="133" y="33"/>
                    <a:pt x="127" y="3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sz="1600" dirty="0"/>
            </a:p>
          </p:txBody>
        </p:sp>
        <p:sp>
          <p:nvSpPr>
            <p:cNvPr id="14" name="Freeform 28"/>
            <p:cNvSpPr>
              <a:spLocks/>
            </p:cNvSpPr>
            <p:nvPr/>
          </p:nvSpPr>
          <p:spPr bwMode="black">
            <a:xfrm>
              <a:off x="10536237" y="4544483"/>
              <a:ext cx="319088" cy="220663"/>
            </a:xfrm>
            <a:custGeom>
              <a:avLst/>
              <a:gdLst>
                <a:gd name="T0" fmla="*/ 76 w 85"/>
                <a:gd name="T1" fmla="*/ 20 h 59"/>
                <a:gd name="T2" fmla="*/ 64 w 85"/>
                <a:gd name="T3" fmla="*/ 25 h 59"/>
                <a:gd name="T4" fmla="*/ 65 w 85"/>
                <a:gd name="T5" fmla="*/ 18 h 59"/>
                <a:gd name="T6" fmla="*/ 57 w 85"/>
                <a:gd name="T7" fmla="*/ 5 h 59"/>
                <a:gd name="T8" fmla="*/ 44 w 85"/>
                <a:gd name="T9" fmla="*/ 13 h 59"/>
                <a:gd name="T10" fmla="*/ 44 w 85"/>
                <a:gd name="T11" fmla="*/ 14 h 59"/>
                <a:gd name="T12" fmla="*/ 35 w 85"/>
                <a:gd name="T13" fmla="*/ 3 h 59"/>
                <a:gd name="T14" fmla="*/ 23 w 85"/>
                <a:gd name="T15" fmla="*/ 10 h 59"/>
                <a:gd name="T16" fmla="*/ 23 w 85"/>
                <a:gd name="T17" fmla="*/ 10 h 59"/>
                <a:gd name="T18" fmla="*/ 10 w 85"/>
                <a:gd name="T19" fmla="*/ 1 h 59"/>
                <a:gd name="T20" fmla="*/ 1 w 85"/>
                <a:gd name="T21" fmla="*/ 14 h 59"/>
                <a:gd name="T22" fmla="*/ 4 w 85"/>
                <a:gd name="T23" fmla="*/ 28 h 59"/>
                <a:gd name="T24" fmla="*/ 14 w 85"/>
                <a:gd name="T25" fmla="*/ 36 h 59"/>
                <a:gd name="T26" fmla="*/ 17 w 85"/>
                <a:gd name="T27" fmla="*/ 36 h 59"/>
                <a:gd name="T28" fmla="*/ 19 w 85"/>
                <a:gd name="T29" fmla="*/ 35 h 59"/>
                <a:gd name="T30" fmla="*/ 27 w 85"/>
                <a:gd name="T31" fmla="*/ 43 h 59"/>
                <a:gd name="T32" fmla="*/ 28 w 85"/>
                <a:gd name="T33" fmla="*/ 43 h 59"/>
                <a:gd name="T34" fmla="*/ 39 w 85"/>
                <a:gd name="T35" fmla="*/ 38 h 59"/>
                <a:gd name="T36" fmla="*/ 38 w 85"/>
                <a:gd name="T37" fmla="*/ 39 h 59"/>
                <a:gd name="T38" fmla="*/ 47 w 85"/>
                <a:gd name="T39" fmla="*/ 52 h 59"/>
                <a:gd name="T40" fmla="*/ 48 w 85"/>
                <a:gd name="T41" fmla="*/ 52 h 59"/>
                <a:gd name="T42" fmla="*/ 58 w 85"/>
                <a:gd name="T43" fmla="*/ 47 h 59"/>
                <a:gd name="T44" fmla="*/ 67 w 85"/>
                <a:gd name="T45" fmla="*/ 59 h 59"/>
                <a:gd name="T46" fmla="*/ 68 w 85"/>
                <a:gd name="T47" fmla="*/ 59 h 59"/>
                <a:gd name="T48" fmla="*/ 80 w 85"/>
                <a:gd name="T49" fmla="*/ 50 h 59"/>
                <a:gd name="T50" fmla="*/ 84 w 85"/>
                <a:gd name="T51" fmla="*/ 33 h 59"/>
                <a:gd name="T52" fmla="*/ 76 w 85"/>
                <a:gd name="T53" fmla="*/ 20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5" h="59">
                  <a:moveTo>
                    <a:pt x="76" y="20"/>
                  </a:moveTo>
                  <a:cubicBezTo>
                    <a:pt x="71" y="19"/>
                    <a:pt x="66" y="21"/>
                    <a:pt x="64" y="25"/>
                  </a:cubicBezTo>
                  <a:cubicBezTo>
                    <a:pt x="65" y="18"/>
                    <a:pt x="65" y="18"/>
                    <a:pt x="65" y="18"/>
                  </a:cubicBezTo>
                  <a:cubicBezTo>
                    <a:pt x="67" y="12"/>
                    <a:pt x="63" y="6"/>
                    <a:pt x="57" y="5"/>
                  </a:cubicBezTo>
                  <a:cubicBezTo>
                    <a:pt x="51" y="4"/>
                    <a:pt x="45" y="7"/>
                    <a:pt x="44" y="13"/>
                  </a:cubicBezTo>
                  <a:cubicBezTo>
                    <a:pt x="44" y="14"/>
                    <a:pt x="44" y="14"/>
                    <a:pt x="44" y="14"/>
                  </a:cubicBezTo>
                  <a:cubicBezTo>
                    <a:pt x="44" y="9"/>
                    <a:pt x="40" y="4"/>
                    <a:pt x="35" y="3"/>
                  </a:cubicBezTo>
                  <a:cubicBezTo>
                    <a:pt x="30" y="2"/>
                    <a:pt x="24" y="5"/>
                    <a:pt x="23" y="10"/>
                  </a:cubicBezTo>
                  <a:cubicBezTo>
                    <a:pt x="23" y="10"/>
                    <a:pt x="23" y="10"/>
                    <a:pt x="23" y="10"/>
                  </a:cubicBezTo>
                  <a:cubicBezTo>
                    <a:pt x="21" y="4"/>
                    <a:pt x="15" y="0"/>
                    <a:pt x="10" y="1"/>
                  </a:cubicBezTo>
                  <a:cubicBezTo>
                    <a:pt x="4" y="3"/>
                    <a:pt x="0" y="8"/>
                    <a:pt x="1" y="14"/>
                  </a:cubicBezTo>
                  <a:cubicBezTo>
                    <a:pt x="4" y="28"/>
                    <a:pt x="4" y="28"/>
                    <a:pt x="4" y="28"/>
                  </a:cubicBezTo>
                  <a:cubicBezTo>
                    <a:pt x="5" y="32"/>
                    <a:pt x="9" y="36"/>
                    <a:pt x="14" y="36"/>
                  </a:cubicBezTo>
                  <a:cubicBezTo>
                    <a:pt x="15" y="36"/>
                    <a:pt x="16" y="36"/>
                    <a:pt x="17" y="36"/>
                  </a:cubicBezTo>
                  <a:cubicBezTo>
                    <a:pt x="18" y="36"/>
                    <a:pt x="18" y="36"/>
                    <a:pt x="19" y="35"/>
                  </a:cubicBezTo>
                  <a:cubicBezTo>
                    <a:pt x="20" y="39"/>
                    <a:pt x="23" y="42"/>
                    <a:pt x="27" y="43"/>
                  </a:cubicBezTo>
                  <a:cubicBezTo>
                    <a:pt x="28" y="43"/>
                    <a:pt x="28" y="43"/>
                    <a:pt x="28" y="43"/>
                  </a:cubicBezTo>
                  <a:cubicBezTo>
                    <a:pt x="32" y="43"/>
                    <a:pt x="36" y="41"/>
                    <a:pt x="39" y="38"/>
                  </a:cubicBezTo>
                  <a:cubicBezTo>
                    <a:pt x="38" y="39"/>
                    <a:pt x="38" y="39"/>
                    <a:pt x="38" y="39"/>
                  </a:cubicBezTo>
                  <a:cubicBezTo>
                    <a:pt x="37" y="44"/>
                    <a:pt x="41" y="50"/>
                    <a:pt x="47" y="52"/>
                  </a:cubicBezTo>
                  <a:cubicBezTo>
                    <a:pt x="47" y="52"/>
                    <a:pt x="47" y="52"/>
                    <a:pt x="48" y="52"/>
                  </a:cubicBezTo>
                  <a:cubicBezTo>
                    <a:pt x="52" y="52"/>
                    <a:pt x="56" y="50"/>
                    <a:pt x="58" y="47"/>
                  </a:cubicBezTo>
                  <a:cubicBezTo>
                    <a:pt x="58" y="52"/>
                    <a:pt x="61" y="57"/>
                    <a:pt x="67" y="59"/>
                  </a:cubicBezTo>
                  <a:cubicBezTo>
                    <a:pt x="67" y="59"/>
                    <a:pt x="67" y="59"/>
                    <a:pt x="68" y="59"/>
                  </a:cubicBezTo>
                  <a:cubicBezTo>
                    <a:pt x="73" y="59"/>
                    <a:pt x="78" y="56"/>
                    <a:pt x="80" y="50"/>
                  </a:cubicBezTo>
                  <a:cubicBezTo>
                    <a:pt x="84" y="33"/>
                    <a:pt x="84" y="33"/>
                    <a:pt x="84" y="33"/>
                  </a:cubicBezTo>
                  <a:cubicBezTo>
                    <a:pt x="85" y="27"/>
                    <a:pt x="81" y="21"/>
                    <a:pt x="76" y="2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sz="1600" dirty="0"/>
            </a:p>
          </p:txBody>
        </p:sp>
        <p:sp>
          <p:nvSpPr>
            <p:cNvPr id="15" name="Freeform 29"/>
            <p:cNvSpPr>
              <a:spLocks/>
            </p:cNvSpPr>
            <p:nvPr/>
          </p:nvSpPr>
          <p:spPr bwMode="black">
            <a:xfrm>
              <a:off x="11207750" y="4239683"/>
              <a:ext cx="153988" cy="319088"/>
            </a:xfrm>
            <a:custGeom>
              <a:avLst/>
              <a:gdLst>
                <a:gd name="T0" fmla="*/ 41 w 41"/>
                <a:gd name="T1" fmla="*/ 77 h 85"/>
                <a:gd name="T2" fmla="*/ 33 w 41"/>
                <a:gd name="T3" fmla="*/ 7 h 85"/>
                <a:gd name="T4" fmla="*/ 24 w 41"/>
                <a:gd name="T5" fmla="*/ 1 h 85"/>
                <a:gd name="T6" fmla="*/ 0 w 41"/>
                <a:gd name="T7" fmla="*/ 7 h 85"/>
                <a:gd name="T8" fmla="*/ 22 w 41"/>
                <a:gd name="T9" fmla="*/ 85 h 85"/>
                <a:gd name="T10" fmla="*/ 33 w 41"/>
                <a:gd name="T11" fmla="*/ 85 h 85"/>
                <a:gd name="T12" fmla="*/ 41 w 41"/>
                <a:gd name="T13" fmla="*/ 77 h 85"/>
              </a:gdLst>
              <a:ahLst/>
              <a:cxnLst>
                <a:cxn ang="0">
                  <a:pos x="T0" y="T1"/>
                </a:cxn>
                <a:cxn ang="0">
                  <a:pos x="T2" y="T3"/>
                </a:cxn>
                <a:cxn ang="0">
                  <a:pos x="T4" y="T5"/>
                </a:cxn>
                <a:cxn ang="0">
                  <a:pos x="T6" y="T7"/>
                </a:cxn>
                <a:cxn ang="0">
                  <a:pos x="T8" y="T9"/>
                </a:cxn>
                <a:cxn ang="0">
                  <a:pos x="T10" y="T11"/>
                </a:cxn>
                <a:cxn ang="0">
                  <a:pos x="T12" y="T13"/>
                </a:cxn>
              </a:cxnLst>
              <a:rect l="0" t="0" r="r" b="b"/>
              <a:pathLst>
                <a:path w="41" h="85">
                  <a:moveTo>
                    <a:pt x="41" y="77"/>
                  </a:moveTo>
                  <a:cubicBezTo>
                    <a:pt x="33" y="7"/>
                    <a:pt x="33" y="7"/>
                    <a:pt x="33" y="7"/>
                  </a:cubicBezTo>
                  <a:cubicBezTo>
                    <a:pt x="32" y="2"/>
                    <a:pt x="28" y="0"/>
                    <a:pt x="24" y="1"/>
                  </a:cubicBezTo>
                  <a:cubicBezTo>
                    <a:pt x="0" y="7"/>
                    <a:pt x="0" y="7"/>
                    <a:pt x="0" y="7"/>
                  </a:cubicBezTo>
                  <a:cubicBezTo>
                    <a:pt x="0" y="7"/>
                    <a:pt x="25" y="32"/>
                    <a:pt x="22" y="85"/>
                  </a:cubicBezTo>
                  <a:cubicBezTo>
                    <a:pt x="33" y="85"/>
                    <a:pt x="33" y="85"/>
                    <a:pt x="33" y="85"/>
                  </a:cubicBezTo>
                  <a:cubicBezTo>
                    <a:pt x="38" y="85"/>
                    <a:pt x="41" y="81"/>
                    <a:pt x="41" y="77"/>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sz="1600" dirty="0"/>
            </a:p>
          </p:txBody>
        </p:sp>
        <p:sp>
          <p:nvSpPr>
            <p:cNvPr id="16" name="Freeform 30"/>
            <p:cNvSpPr>
              <a:spLocks/>
            </p:cNvSpPr>
            <p:nvPr/>
          </p:nvSpPr>
          <p:spPr bwMode="black">
            <a:xfrm>
              <a:off x="10387012" y="4206346"/>
              <a:ext cx="176213" cy="352425"/>
            </a:xfrm>
            <a:custGeom>
              <a:avLst/>
              <a:gdLst>
                <a:gd name="T0" fmla="*/ 47 w 47"/>
                <a:gd name="T1" fmla="*/ 9 h 94"/>
                <a:gd name="T2" fmla="*/ 35 w 47"/>
                <a:gd name="T3" fmla="*/ 2 h 94"/>
                <a:gd name="T4" fmla="*/ 25 w 47"/>
                <a:gd name="T5" fmla="*/ 6 h 94"/>
                <a:gd name="T6" fmla="*/ 2 w 47"/>
                <a:gd name="T7" fmla="*/ 81 h 94"/>
                <a:gd name="T8" fmla="*/ 7 w 47"/>
                <a:gd name="T9" fmla="*/ 90 h 94"/>
                <a:gd name="T10" fmla="*/ 26 w 47"/>
                <a:gd name="T11" fmla="*/ 94 h 94"/>
                <a:gd name="T12" fmla="*/ 47 w 47"/>
                <a:gd name="T13" fmla="*/ 9 h 94"/>
              </a:gdLst>
              <a:ahLst/>
              <a:cxnLst>
                <a:cxn ang="0">
                  <a:pos x="T0" y="T1"/>
                </a:cxn>
                <a:cxn ang="0">
                  <a:pos x="T2" y="T3"/>
                </a:cxn>
                <a:cxn ang="0">
                  <a:pos x="T4" y="T5"/>
                </a:cxn>
                <a:cxn ang="0">
                  <a:pos x="T6" y="T7"/>
                </a:cxn>
                <a:cxn ang="0">
                  <a:pos x="T8" y="T9"/>
                </a:cxn>
                <a:cxn ang="0">
                  <a:pos x="T10" y="T11"/>
                </a:cxn>
                <a:cxn ang="0">
                  <a:pos x="T12" y="T13"/>
                </a:cxn>
              </a:cxnLst>
              <a:rect l="0" t="0" r="r" b="b"/>
              <a:pathLst>
                <a:path w="47" h="94">
                  <a:moveTo>
                    <a:pt x="47" y="9"/>
                  </a:moveTo>
                  <a:cubicBezTo>
                    <a:pt x="35" y="2"/>
                    <a:pt x="35" y="2"/>
                    <a:pt x="35" y="2"/>
                  </a:cubicBezTo>
                  <a:cubicBezTo>
                    <a:pt x="31" y="0"/>
                    <a:pt x="27" y="2"/>
                    <a:pt x="25" y="6"/>
                  </a:cubicBezTo>
                  <a:cubicBezTo>
                    <a:pt x="2" y="81"/>
                    <a:pt x="2" y="81"/>
                    <a:pt x="2" y="81"/>
                  </a:cubicBezTo>
                  <a:cubicBezTo>
                    <a:pt x="0" y="86"/>
                    <a:pt x="3" y="90"/>
                    <a:pt x="7" y="90"/>
                  </a:cubicBezTo>
                  <a:cubicBezTo>
                    <a:pt x="26" y="94"/>
                    <a:pt x="26" y="94"/>
                    <a:pt x="26" y="94"/>
                  </a:cubicBezTo>
                  <a:cubicBezTo>
                    <a:pt x="24" y="52"/>
                    <a:pt x="47" y="9"/>
                    <a:pt x="47" y="9"/>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sz="1600" dirty="0"/>
            </a:p>
          </p:txBody>
        </p:sp>
      </p:grpSp>
    </p:spTree>
    <p:extLst>
      <p:ext uri="{BB962C8B-B14F-4D97-AF65-F5344CB8AC3E}">
        <p14:creationId xmlns:p14="http://schemas.microsoft.com/office/powerpoint/2010/main" val="3525683714"/>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4_Demo, Video etc. &quot;special&quot; slides">
    <p:bg>
      <p:bgPr>
        <a:solidFill>
          <a:srgbClr val="FFBE00">
            <a:alpha val="99000"/>
          </a:srgb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889125" y="1447800"/>
            <a:ext cx="4205288" cy="1523494"/>
          </a:xfrm>
        </p:spPr>
        <p:txBody>
          <a:bodyPr anchor="ctr" anchorCtr="0">
            <a:noAutofit/>
          </a:bodyPr>
          <a:lstStyle>
            <a:lvl1pPr>
              <a:lnSpc>
                <a:spcPct val="90000"/>
              </a:lnSpc>
              <a:defRPr sz="4800" baseline="0">
                <a:solidFill>
                  <a:schemeClr val="bg1">
                    <a:alpha val="98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889124" y="5630472"/>
            <a:ext cx="4205289" cy="461665"/>
          </a:xfrm>
        </p:spPr>
        <p:txBody>
          <a:bodyPr>
            <a:noAutofit/>
          </a:bodyPr>
          <a:lstStyle>
            <a:lvl1pPr marL="0" indent="0" algn="l" defTabSz="914363" rtl="0" eaLnBrk="1" latinLnBrk="0" hangingPunct="1">
              <a:lnSpc>
                <a:spcPct val="90000"/>
              </a:lnSpc>
              <a:spcBef>
                <a:spcPts val="0"/>
              </a:spcBef>
              <a:buSzPct val="80000"/>
              <a:buFont typeface="Arial" pitchFamily="34" charset="0"/>
              <a:buNone/>
              <a:defRPr lang="en-US" sz="2400" kern="1200" dirty="0">
                <a:solidFill>
                  <a:schemeClr val="bg1">
                    <a:alpha val="99000"/>
                  </a:schemeClr>
                </a:solidFill>
                <a:latin typeface="+mn-lt"/>
                <a:ea typeface="+mn-ea"/>
                <a:cs typeface="+mn-cs"/>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a:t>Click to edit Master subtitle style</a:t>
            </a:r>
            <a:endParaRPr lang="en-US" dirty="0"/>
          </a:p>
        </p:txBody>
      </p:sp>
      <p:sp>
        <p:nvSpPr>
          <p:cNvPr id="7" name="Text Placeholder 6"/>
          <p:cNvSpPr>
            <a:spLocks noGrp="1"/>
          </p:cNvSpPr>
          <p:nvPr>
            <p:ph type="body" sz="quarter" idx="10" hasCustomPrompt="1"/>
          </p:nvPr>
        </p:nvSpPr>
        <p:spPr>
          <a:xfrm>
            <a:off x="1889125" y="4160520"/>
            <a:ext cx="8872538" cy="1274538"/>
          </a:xfrm>
        </p:spPr>
        <p:txBody>
          <a:bodyPr anchor="t" anchorCtr="0">
            <a:noAutofit/>
            <a:scene3d>
              <a:camera prst="orthographicFront"/>
              <a:lightRig rig="flat" dir="t"/>
            </a:scene3d>
            <a:sp3d>
              <a:contourClr>
                <a:schemeClr val="bg2"/>
              </a:contourClr>
            </a:sp3d>
          </a:bodyPr>
          <a:lstStyle>
            <a:lvl1pPr marL="0" indent="0" algn="l">
              <a:buFont typeface="Arial" pitchFamily="34" charset="0"/>
              <a:buNone/>
              <a:defRPr kumimoji="0" lang="en-US" sz="6600" b="0" i="0" u="none" strike="noStrike" kern="1200" cap="none" spc="-642" normalizeH="0" baseline="0" noProof="0" dirty="0" smtClean="0">
                <a:ln w="11430"/>
                <a:solidFill>
                  <a:srgbClr val="FFE497"/>
                </a:solidFill>
                <a:effectLst/>
                <a:uLnTx/>
                <a:uFillTx/>
                <a:latin typeface="Segoe UI Light" pitchFamily="34" charset="0"/>
                <a:ea typeface="+mn-ea"/>
                <a:cs typeface="+mn-cs"/>
              </a:defRPr>
            </a:lvl1pPr>
          </a:lstStyle>
          <a:p>
            <a:pPr lvl="0"/>
            <a:r>
              <a:rPr lang="en-US" dirty="0"/>
              <a:t>click to…</a:t>
            </a:r>
          </a:p>
        </p:txBody>
      </p:sp>
      <p:sp>
        <p:nvSpPr>
          <p:cNvPr id="25" name="Freeform 64"/>
          <p:cNvSpPr>
            <a:spLocks noEditPoints="1"/>
          </p:cNvSpPr>
          <p:nvPr userDrawn="1"/>
        </p:nvSpPr>
        <p:spPr bwMode="black">
          <a:xfrm>
            <a:off x="7923609" y="1932604"/>
            <a:ext cx="3013332" cy="2314242"/>
          </a:xfrm>
          <a:custGeom>
            <a:avLst/>
            <a:gdLst>
              <a:gd name="T0" fmla="*/ 12 w 221"/>
              <a:gd name="T1" fmla="*/ 104 h 170"/>
              <a:gd name="T2" fmla="*/ 6 w 221"/>
              <a:gd name="T3" fmla="*/ 103 h 170"/>
              <a:gd name="T4" fmla="*/ 2 w 221"/>
              <a:gd name="T5" fmla="*/ 108 h 170"/>
              <a:gd name="T6" fmla="*/ 10 w 221"/>
              <a:gd name="T7" fmla="*/ 141 h 170"/>
              <a:gd name="T8" fmla="*/ 16 w 221"/>
              <a:gd name="T9" fmla="*/ 143 h 170"/>
              <a:gd name="T10" fmla="*/ 21 w 221"/>
              <a:gd name="T11" fmla="*/ 139 h 170"/>
              <a:gd name="T12" fmla="*/ 12 w 221"/>
              <a:gd name="T13" fmla="*/ 104 h 170"/>
              <a:gd name="T14" fmla="*/ 185 w 221"/>
              <a:gd name="T15" fmla="*/ 8 h 170"/>
              <a:gd name="T16" fmla="*/ 219 w 221"/>
              <a:gd name="T17" fmla="*/ 136 h 170"/>
              <a:gd name="T18" fmla="*/ 209 w 221"/>
              <a:gd name="T19" fmla="*/ 139 h 170"/>
              <a:gd name="T20" fmla="*/ 175 w 221"/>
              <a:gd name="T21" fmla="*/ 10 h 170"/>
              <a:gd name="T22" fmla="*/ 185 w 221"/>
              <a:gd name="T23" fmla="*/ 8 h 170"/>
              <a:gd name="T24" fmla="*/ 104 w 221"/>
              <a:gd name="T25" fmla="*/ 170 h 170"/>
              <a:gd name="T26" fmla="*/ 85 w 221"/>
              <a:gd name="T27" fmla="*/ 170 h 170"/>
              <a:gd name="T28" fmla="*/ 63 w 221"/>
              <a:gd name="T29" fmla="*/ 143 h 170"/>
              <a:gd name="T30" fmla="*/ 73 w 221"/>
              <a:gd name="T31" fmla="*/ 143 h 170"/>
              <a:gd name="T32" fmla="*/ 85 w 221"/>
              <a:gd name="T33" fmla="*/ 157 h 170"/>
              <a:gd name="T34" fmla="*/ 104 w 221"/>
              <a:gd name="T35" fmla="*/ 157 h 170"/>
              <a:gd name="T36" fmla="*/ 116 w 221"/>
              <a:gd name="T37" fmla="*/ 143 h 170"/>
              <a:gd name="T38" fmla="*/ 128 w 221"/>
              <a:gd name="T39" fmla="*/ 143 h 170"/>
              <a:gd name="T40" fmla="*/ 104 w 221"/>
              <a:gd name="T41" fmla="*/ 170 h 170"/>
              <a:gd name="T42" fmla="*/ 18 w 221"/>
              <a:gd name="T43" fmla="*/ 102 h 170"/>
              <a:gd name="T44" fmla="*/ 168 w 221"/>
              <a:gd name="T45" fmla="*/ 16 h 170"/>
              <a:gd name="T46" fmla="*/ 172 w 221"/>
              <a:gd name="T47" fmla="*/ 30 h 170"/>
              <a:gd name="T48" fmla="*/ 20 w 221"/>
              <a:gd name="T49" fmla="*/ 109 h 170"/>
              <a:gd name="T50" fmla="*/ 18 w 221"/>
              <a:gd name="T51" fmla="*/ 102 h 170"/>
              <a:gd name="T52" fmla="*/ 185 w 221"/>
              <a:gd name="T53" fmla="*/ 79 h 170"/>
              <a:gd name="T54" fmla="*/ 201 w 221"/>
              <a:gd name="T55" fmla="*/ 137 h 170"/>
              <a:gd name="T56" fmla="*/ 28 w 221"/>
              <a:gd name="T57" fmla="*/ 138 h 170"/>
              <a:gd name="T58" fmla="*/ 24 w 221"/>
              <a:gd name="T59" fmla="*/ 122 h 170"/>
              <a:gd name="T60" fmla="*/ 185 w 221"/>
              <a:gd name="T61" fmla="*/ 79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21" h="170">
                <a:moveTo>
                  <a:pt x="12" y="104"/>
                </a:moveTo>
                <a:cubicBezTo>
                  <a:pt x="6" y="103"/>
                  <a:pt x="6" y="103"/>
                  <a:pt x="6" y="103"/>
                </a:cubicBezTo>
                <a:cubicBezTo>
                  <a:pt x="3" y="103"/>
                  <a:pt x="0" y="104"/>
                  <a:pt x="2" y="108"/>
                </a:cubicBezTo>
                <a:cubicBezTo>
                  <a:pt x="10" y="141"/>
                  <a:pt x="10" y="141"/>
                  <a:pt x="10" y="141"/>
                </a:cubicBezTo>
                <a:cubicBezTo>
                  <a:pt x="12" y="145"/>
                  <a:pt x="14" y="144"/>
                  <a:pt x="16" y="143"/>
                </a:cubicBezTo>
                <a:cubicBezTo>
                  <a:pt x="21" y="139"/>
                  <a:pt x="21" y="139"/>
                  <a:pt x="21" y="139"/>
                </a:cubicBezTo>
                <a:cubicBezTo>
                  <a:pt x="12" y="104"/>
                  <a:pt x="12" y="104"/>
                  <a:pt x="12" y="104"/>
                </a:cubicBezTo>
                <a:close/>
                <a:moveTo>
                  <a:pt x="185" y="8"/>
                </a:moveTo>
                <a:cubicBezTo>
                  <a:pt x="219" y="136"/>
                  <a:pt x="219" y="136"/>
                  <a:pt x="219" y="136"/>
                </a:cubicBezTo>
                <a:cubicBezTo>
                  <a:pt x="221" y="143"/>
                  <a:pt x="211" y="146"/>
                  <a:pt x="209" y="139"/>
                </a:cubicBezTo>
                <a:cubicBezTo>
                  <a:pt x="175" y="10"/>
                  <a:pt x="175" y="10"/>
                  <a:pt x="175" y="10"/>
                </a:cubicBezTo>
                <a:cubicBezTo>
                  <a:pt x="173" y="3"/>
                  <a:pt x="183" y="0"/>
                  <a:pt x="185" y="8"/>
                </a:cubicBezTo>
                <a:close/>
                <a:moveTo>
                  <a:pt x="104" y="170"/>
                </a:moveTo>
                <a:cubicBezTo>
                  <a:pt x="85" y="170"/>
                  <a:pt x="85" y="170"/>
                  <a:pt x="85" y="170"/>
                </a:cubicBezTo>
                <a:cubicBezTo>
                  <a:pt x="69" y="170"/>
                  <a:pt x="62" y="156"/>
                  <a:pt x="63" y="143"/>
                </a:cubicBezTo>
                <a:cubicBezTo>
                  <a:pt x="73" y="143"/>
                  <a:pt x="73" y="143"/>
                  <a:pt x="73" y="143"/>
                </a:cubicBezTo>
                <a:cubicBezTo>
                  <a:pt x="73" y="150"/>
                  <a:pt x="77" y="157"/>
                  <a:pt x="85" y="157"/>
                </a:cubicBezTo>
                <a:cubicBezTo>
                  <a:pt x="104" y="157"/>
                  <a:pt x="104" y="157"/>
                  <a:pt x="104" y="157"/>
                </a:cubicBezTo>
                <a:cubicBezTo>
                  <a:pt x="112" y="157"/>
                  <a:pt x="116" y="150"/>
                  <a:pt x="116" y="143"/>
                </a:cubicBezTo>
                <a:cubicBezTo>
                  <a:pt x="128" y="143"/>
                  <a:pt x="128" y="143"/>
                  <a:pt x="128" y="143"/>
                </a:cubicBezTo>
                <a:cubicBezTo>
                  <a:pt x="128" y="156"/>
                  <a:pt x="120" y="170"/>
                  <a:pt x="104" y="170"/>
                </a:cubicBezTo>
                <a:close/>
                <a:moveTo>
                  <a:pt x="18" y="102"/>
                </a:moveTo>
                <a:cubicBezTo>
                  <a:pt x="168" y="16"/>
                  <a:pt x="168" y="16"/>
                  <a:pt x="168" y="16"/>
                </a:cubicBezTo>
                <a:cubicBezTo>
                  <a:pt x="172" y="30"/>
                  <a:pt x="172" y="30"/>
                  <a:pt x="172" y="30"/>
                </a:cubicBezTo>
                <a:cubicBezTo>
                  <a:pt x="20" y="109"/>
                  <a:pt x="20" y="109"/>
                  <a:pt x="20" y="109"/>
                </a:cubicBezTo>
                <a:cubicBezTo>
                  <a:pt x="18" y="102"/>
                  <a:pt x="18" y="102"/>
                  <a:pt x="18" y="102"/>
                </a:cubicBezTo>
                <a:close/>
                <a:moveTo>
                  <a:pt x="185" y="79"/>
                </a:moveTo>
                <a:cubicBezTo>
                  <a:pt x="201" y="137"/>
                  <a:pt x="201" y="137"/>
                  <a:pt x="201" y="137"/>
                </a:cubicBezTo>
                <a:cubicBezTo>
                  <a:pt x="28" y="138"/>
                  <a:pt x="28" y="138"/>
                  <a:pt x="28" y="138"/>
                </a:cubicBezTo>
                <a:cubicBezTo>
                  <a:pt x="24" y="122"/>
                  <a:pt x="24" y="122"/>
                  <a:pt x="24" y="122"/>
                </a:cubicBezTo>
                <a:cubicBezTo>
                  <a:pt x="185" y="79"/>
                  <a:pt x="185" y="79"/>
                  <a:pt x="185" y="79"/>
                </a:cubicBezTo>
                <a:close/>
              </a:path>
            </a:pathLst>
          </a:custGeom>
          <a:solidFill>
            <a:srgbClr val="FFFFFF"/>
          </a:solidFill>
          <a:ln>
            <a:noFill/>
          </a:ln>
        </p:spPr>
        <p:txBody>
          <a:bodyPr vert="horz" wrap="square" lIns="82305" tIns="41153" rIns="82305" bIns="41153" numCol="1" anchor="t" anchorCtr="0" compatLnSpc="1">
            <a:prstTxWarp prst="textNoShape">
              <a:avLst/>
            </a:prstTxWarp>
          </a:bodyPr>
          <a:lstStyle/>
          <a:p>
            <a:endParaRPr lang="en-US" sz="1600" dirty="0"/>
          </a:p>
        </p:txBody>
      </p:sp>
    </p:spTree>
    <p:extLst>
      <p:ext uri="{BB962C8B-B14F-4D97-AF65-F5344CB8AC3E}">
        <p14:creationId xmlns:p14="http://schemas.microsoft.com/office/powerpoint/2010/main" val="2393864327"/>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5_Demo, Video etc. &quot;special&quot; slides">
    <p:bg>
      <p:bgPr>
        <a:solidFill>
          <a:schemeClr val="accent3">
            <a:alpha val="99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889125" y="1447800"/>
            <a:ext cx="4205288" cy="1523494"/>
          </a:xfrm>
        </p:spPr>
        <p:txBody>
          <a:bodyPr anchor="ctr" anchorCtr="0">
            <a:noAutofit/>
          </a:bodyPr>
          <a:lstStyle>
            <a:lvl1pPr>
              <a:lnSpc>
                <a:spcPct val="90000"/>
              </a:lnSpc>
              <a:defRPr sz="4800" baseline="0">
                <a:solidFill>
                  <a:schemeClr val="bg1">
                    <a:alpha val="98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889124" y="5630472"/>
            <a:ext cx="4205289" cy="461665"/>
          </a:xfrm>
        </p:spPr>
        <p:txBody>
          <a:bodyPr>
            <a:noAutofit/>
          </a:bodyPr>
          <a:lstStyle>
            <a:lvl1pPr marL="0" indent="0" algn="l" defTabSz="914363" rtl="0" eaLnBrk="1" latinLnBrk="0" hangingPunct="1">
              <a:lnSpc>
                <a:spcPct val="90000"/>
              </a:lnSpc>
              <a:spcBef>
                <a:spcPts val="0"/>
              </a:spcBef>
              <a:buSzPct val="80000"/>
              <a:buFont typeface="Arial" pitchFamily="34" charset="0"/>
              <a:buNone/>
              <a:defRPr lang="en-US" sz="2400" kern="1200" dirty="0">
                <a:solidFill>
                  <a:schemeClr val="bg1">
                    <a:alpha val="99000"/>
                  </a:schemeClr>
                </a:solidFill>
                <a:latin typeface="+mn-lt"/>
                <a:ea typeface="+mn-ea"/>
                <a:cs typeface="+mn-cs"/>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a:t>Click to edit Master subtitle style</a:t>
            </a:r>
            <a:endParaRPr lang="en-US" dirty="0"/>
          </a:p>
        </p:txBody>
      </p:sp>
      <p:sp>
        <p:nvSpPr>
          <p:cNvPr id="7" name="Text Placeholder 6"/>
          <p:cNvSpPr>
            <a:spLocks noGrp="1"/>
          </p:cNvSpPr>
          <p:nvPr>
            <p:ph type="body" sz="quarter" idx="10" hasCustomPrompt="1"/>
          </p:nvPr>
        </p:nvSpPr>
        <p:spPr>
          <a:xfrm>
            <a:off x="1889125" y="4160520"/>
            <a:ext cx="8872538" cy="1274538"/>
          </a:xfrm>
        </p:spPr>
        <p:txBody>
          <a:bodyPr anchor="t" anchorCtr="0">
            <a:noAutofit/>
            <a:scene3d>
              <a:camera prst="orthographicFront"/>
              <a:lightRig rig="flat" dir="t"/>
            </a:scene3d>
            <a:sp3d>
              <a:contourClr>
                <a:schemeClr val="bg2"/>
              </a:contourClr>
            </a:sp3d>
          </a:bodyPr>
          <a:lstStyle>
            <a:lvl1pPr marL="0" indent="0" algn="l">
              <a:buFont typeface="Arial" pitchFamily="34" charset="0"/>
              <a:buNone/>
              <a:defRPr kumimoji="0" lang="en-US" sz="6600" b="0" i="0" u="none" strike="noStrike" kern="1200" cap="none" spc="-642" normalizeH="0" baseline="0" noProof="0" dirty="0" smtClean="0">
                <a:ln w="11430"/>
                <a:solidFill>
                  <a:schemeClr val="accent3">
                    <a:lumMod val="40000"/>
                    <a:lumOff val="60000"/>
                    <a:alpha val="99000"/>
                  </a:schemeClr>
                </a:solidFill>
                <a:effectLst/>
                <a:uLnTx/>
                <a:uFillTx/>
                <a:latin typeface="Segoe UI Light" pitchFamily="34" charset="0"/>
                <a:ea typeface="+mn-ea"/>
                <a:cs typeface="+mn-cs"/>
              </a:defRPr>
            </a:lvl1pPr>
          </a:lstStyle>
          <a:p>
            <a:pPr lvl="0"/>
            <a:r>
              <a:rPr lang="en-US" dirty="0"/>
              <a:t>click to…</a:t>
            </a:r>
          </a:p>
        </p:txBody>
      </p:sp>
      <p:grpSp>
        <p:nvGrpSpPr>
          <p:cNvPr id="9" name="Group 8"/>
          <p:cNvGrpSpPr/>
          <p:nvPr userDrawn="1"/>
        </p:nvGrpSpPr>
        <p:grpSpPr>
          <a:xfrm>
            <a:off x="8882758" y="1905000"/>
            <a:ext cx="1277596" cy="3245368"/>
            <a:chOff x="7558088" y="1685925"/>
            <a:chExt cx="1322387" cy="3359150"/>
          </a:xfrm>
          <a:solidFill>
            <a:schemeClr val="bg1"/>
          </a:solidFill>
        </p:grpSpPr>
        <p:sp>
          <p:nvSpPr>
            <p:cNvPr id="12" name="Oval 6"/>
            <p:cNvSpPr>
              <a:spLocks noChangeArrowheads="1"/>
            </p:cNvSpPr>
            <p:nvPr userDrawn="1"/>
          </p:nvSpPr>
          <p:spPr bwMode="auto">
            <a:xfrm>
              <a:off x="7943850" y="1685925"/>
              <a:ext cx="547687" cy="55880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2"/>
            <p:cNvSpPr>
              <a:spLocks/>
            </p:cNvSpPr>
            <p:nvPr userDrawn="1"/>
          </p:nvSpPr>
          <p:spPr bwMode="auto">
            <a:xfrm>
              <a:off x="7558088" y="2308225"/>
              <a:ext cx="1322387" cy="2736850"/>
            </a:xfrm>
            <a:custGeom>
              <a:avLst/>
              <a:gdLst>
                <a:gd name="T0" fmla="*/ 327 w 353"/>
                <a:gd name="T1" fmla="*/ 30 h 730"/>
                <a:gd name="T2" fmla="*/ 327 w 353"/>
                <a:gd name="T3" fmla="*/ 30 h 730"/>
                <a:gd name="T4" fmla="*/ 323 w 353"/>
                <a:gd name="T5" fmla="*/ 26 h 730"/>
                <a:gd name="T6" fmla="*/ 321 w 353"/>
                <a:gd name="T7" fmla="*/ 24 h 730"/>
                <a:gd name="T8" fmla="*/ 320 w 353"/>
                <a:gd name="T9" fmla="*/ 23 h 730"/>
                <a:gd name="T10" fmla="*/ 287 w 353"/>
                <a:gd name="T11" fmla="*/ 5 h 730"/>
                <a:gd name="T12" fmla="*/ 287 w 353"/>
                <a:gd name="T13" fmla="*/ 5 h 730"/>
                <a:gd name="T14" fmla="*/ 283 w 353"/>
                <a:gd name="T15" fmla="*/ 4 h 730"/>
                <a:gd name="T16" fmla="*/ 282 w 353"/>
                <a:gd name="T17" fmla="*/ 4 h 730"/>
                <a:gd name="T18" fmla="*/ 280 w 353"/>
                <a:gd name="T19" fmla="*/ 3 h 730"/>
                <a:gd name="T20" fmla="*/ 277 w 353"/>
                <a:gd name="T21" fmla="*/ 2 h 730"/>
                <a:gd name="T22" fmla="*/ 276 w 353"/>
                <a:gd name="T23" fmla="*/ 2 h 730"/>
                <a:gd name="T24" fmla="*/ 272 w 353"/>
                <a:gd name="T25" fmla="*/ 2 h 730"/>
                <a:gd name="T26" fmla="*/ 272 w 353"/>
                <a:gd name="T27" fmla="*/ 1 h 730"/>
                <a:gd name="T28" fmla="*/ 267 w 353"/>
                <a:gd name="T29" fmla="*/ 1 h 730"/>
                <a:gd name="T30" fmla="*/ 267 w 353"/>
                <a:gd name="T31" fmla="*/ 1 h 730"/>
                <a:gd name="T32" fmla="*/ 263 w 353"/>
                <a:gd name="T33" fmla="*/ 1 h 730"/>
                <a:gd name="T34" fmla="*/ 262 w 353"/>
                <a:gd name="T35" fmla="*/ 1 h 730"/>
                <a:gd name="T36" fmla="*/ 258 w 353"/>
                <a:gd name="T37" fmla="*/ 0 h 730"/>
                <a:gd name="T38" fmla="*/ 258 w 353"/>
                <a:gd name="T39" fmla="*/ 0 h 730"/>
                <a:gd name="T40" fmla="*/ 96 w 353"/>
                <a:gd name="T41" fmla="*/ 0 h 730"/>
                <a:gd name="T42" fmla="*/ 95 w 353"/>
                <a:gd name="T43" fmla="*/ 0 h 730"/>
                <a:gd name="T44" fmla="*/ 95 w 353"/>
                <a:gd name="T45" fmla="*/ 0 h 730"/>
                <a:gd name="T46" fmla="*/ 0 w 353"/>
                <a:gd name="T47" fmla="*/ 95 h 730"/>
                <a:gd name="T48" fmla="*/ 0 w 353"/>
                <a:gd name="T49" fmla="*/ 323 h 730"/>
                <a:gd name="T50" fmla="*/ 32 w 353"/>
                <a:gd name="T51" fmla="*/ 356 h 730"/>
                <a:gd name="T52" fmla="*/ 64 w 353"/>
                <a:gd name="T53" fmla="*/ 323 h 730"/>
                <a:gd name="T54" fmla="*/ 64 w 353"/>
                <a:gd name="T55" fmla="*/ 117 h 730"/>
                <a:gd name="T56" fmla="*/ 81 w 353"/>
                <a:gd name="T57" fmla="*/ 117 h 730"/>
                <a:gd name="T58" fmla="*/ 81 w 353"/>
                <a:gd name="T59" fmla="*/ 687 h 730"/>
                <a:gd name="T60" fmla="*/ 125 w 353"/>
                <a:gd name="T61" fmla="*/ 730 h 730"/>
                <a:gd name="T62" fmla="*/ 168 w 353"/>
                <a:gd name="T63" fmla="*/ 687 h 730"/>
                <a:gd name="T64" fmla="*/ 168 w 353"/>
                <a:gd name="T65" fmla="*/ 358 h 730"/>
                <a:gd name="T66" fmla="*/ 185 w 353"/>
                <a:gd name="T67" fmla="*/ 358 h 730"/>
                <a:gd name="T68" fmla="*/ 185 w 353"/>
                <a:gd name="T69" fmla="*/ 687 h 730"/>
                <a:gd name="T70" fmla="*/ 228 w 353"/>
                <a:gd name="T71" fmla="*/ 730 h 730"/>
                <a:gd name="T72" fmla="*/ 272 w 353"/>
                <a:gd name="T73" fmla="*/ 687 h 730"/>
                <a:gd name="T74" fmla="*/ 272 w 353"/>
                <a:gd name="T75" fmla="*/ 683 h 730"/>
                <a:gd name="T76" fmla="*/ 272 w 353"/>
                <a:gd name="T77" fmla="*/ 687 h 730"/>
                <a:gd name="T78" fmla="*/ 272 w 353"/>
                <a:gd name="T79" fmla="*/ 117 h 730"/>
                <a:gd name="T80" fmla="*/ 289 w 353"/>
                <a:gd name="T81" fmla="*/ 117 h 730"/>
                <a:gd name="T82" fmla="*/ 289 w 353"/>
                <a:gd name="T83" fmla="*/ 315 h 730"/>
                <a:gd name="T84" fmla="*/ 289 w 353"/>
                <a:gd name="T85" fmla="*/ 314 h 730"/>
                <a:gd name="T86" fmla="*/ 289 w 353"/>
                <a:gd name="T87" fmla="*/ 323 h 730"/>
                <a:gd name="T88" fmla="*/ 294 w 353"/>
                <a:gd name="T89" fmla="*/ 342 h 730"/>
                <a:gd name="T90" fmla="*/ 321 w 353"/>
                <a:gd name="T91" fmla="*/ 356 h 730"/>
                <a:gd name="T92" fmla="*/ 353 w 353"/>
                <a:gd name="T93" fmla="*/ 325 h 730"/>
                <a:gd name="T94" fmla="*/ 353 w 353"/>
                <a:gd name="T95" fmla="*/ 323 h 730"/>
                <a:gd name="T96" fmla="*/ 353 w 353"/>
                <a:gd name="T97" fmla="*/ 323 h 730"/>
                <a:gd name="T98" fmla="*/ 353 w 353"/>
                <a:gd name="T99" fmla="*/ 298 h 730"/>
                <a:gd name="T100" fmla="*/ 353 w 353"/>
                <a:gd name="T101" fmla="*/ 95 h 730"/>
                <a:gd name="T102" fmla="*/ 327 w 353"/>
                <a:gd name="T103" fmla="*/ 30 h 7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53" h="730">
                  <a:moveTo>
                    <a:pt x="327" y="30"/>
                  </a:moveTo>
                  <a:cubicBezTo>
                    <a:pt x="327" y="30"/>
                    <a:pt x="327" y="30"/>
                    <a:pt x="327" y="30"/>
                  </a:cubicBezTo>
                  <a:cubicBezTo>
                    <a:pt x="326" y="29"/>
                    <a:pt x="324" y="27"/>
                    <a:pt x="323" y="26"/>
                  </a:cubicBezTo>
                  <a:cubicBezTo>
                    <a:pt x="322" y="25"/>
                    <a:pt x="321" y="25"/>
                    <a:pt x="321" y="24"/>
                  </a:cubicBezTo>
                  <a:cubicBezTo>
                    <a:pt x="320" y="24"/>
                    <a:pt x="320" y="24"/>
                    <a:pt x="320" y="23"/>
                  </a:cubicBezTo>
                  <a:cubicBezTo>
                    <a:pt x="310" y="15"/>
                    <a:pt x="299" y="9"/>
                    <a:pt x="287" y="5"/>
                  </a:cubicBezTo>
                  <a:cubicBezTo>
                    <a:pt x="287" y="5"/>
                    <a:pt x="287" y="5"/>
                    <a:pt x="287" y="5"/>
                  </a:cubicBezTo>
                  <a:cubicBezTo>
                    <a:pt x="286" y="5"/>
                    <a:pt x="285" y="4"/>
                    <a:pt x="283" y="4"/>
                  </a:cubicBezTo>
                  <a:cubicBezTo>
                    <a:pt x="283" y="4"/>
                    <a:pt x="283" y="4"/>
                    <a:pt x="282" y="4"/>
                  </a:cubicBezTo>
                  <a:cubicBezTo>
                    <a:pt x="281" y="3"/>
                    <a:pt x="280" y="3"/>
                    <a:pt x="280" y="3"/>
                  </a:cubicBezTo>
                  <a:cubicBezTo>
                    <a:pt x="279" y="3"/>
                    <a:pt x="278" y="3"/>
                    <a:pt x="277" y="2"/>
                  </a:cubicBezTo>
                  <a:cubicBezTo>
                    <a:pt x="277" y="2"/>
                    <a:pt x="276" y="2"/>
                    <a:pt x="276" y="2"/>
                  </a:cubicBezTo>
                  <a:cubicBezTo>
                    <a:pt x="274" y="2"/>
                    <a:pt x="273" y="2"/>
                    <a:pt x="272" y="2"/>
                  </a:cubicBezTo>
                  <a:cubicBezTo>
                    <a:pt x="272" y="2"/>
                    <a:pt x="272" y="2"/>
                    <a:pt x="272" y="1"/>
                  </a:cubicBezTo>
                  <a:cubicBezTo>
                    <a:pt x="270" y="1"/>
                    <a:pt x="269" y="1"/>
                    <a:pt x="267" y="1"/>
                  </a:cubicBezTo>
                  <a:cubicBezTo>
                    <a:pt x="267" y="1"/>
                    <a:pt x="267" y="1"/>
                    <a:pt x="267" y="1"/>
                  </a:cubicBezTo>
                  <a:cubicBezTo>
                    <a:pt x="266" y="1"/>
                    <a:pt x="264" y="1"/>
                    <a:pt x="263" y="1"/>
                  </a:cubicBezTo>
                  <a:cubicBezTo>
                    <a:pt x="262" y="1"/>
                    <a:pt x="262" y="1"/>
                    <a:pt x="262" y="1"/>
                  </a:cubicBezTo>
                  <a:cubicBezTo>
                    <a:pt x="261" y="1"/>
                    <a:pt x="259" y="0"/>
                    <a:pt x="258" y="0"/>
                  </a:cubicBezTo>
                  <a:cubicBezTo>
                    <a:pt x="258" y="0"/>
                    <a:pt x="258" y="0"/>
                    <a:pt x="258" y="0"/>
                  </a:cubicBezTo>
                  <a:cubicBezTo>
                    <a:pt x="96" y="0"/>
                    <a:pt x="96" y="0"/>
                    <a:pt x="96" y="0"/>
                  </a:cubicBezTo>
                  <a:cubicBezTo>
                    <a:pt x="95" y="0"/>
                    <a:pt x="95" y="0"/>
                    <a:pt x="95" y="0"/>
                  </a:cubicBezTo>
                  <a:cubicBezTo>
                    <a:pt x="95" y="0"/>
                    <a:pt x="95" y="0"/>
                    <a:pt x="95" y="0"/>
                  </a:cubicBezTo>
                  <a:cubicBezTo>
                    <a:pt x="43" y="1"/>
                    <a:pt x="0" y="43"/>
                    <a:pt x="0" y="95"/>
                  </a:cubicBezTo>
                  <a:cubicBezTo>
                    <a:pt x="0" y="323"/>
                    <a:pt x="0" y="323"/>
                    <a:pt x="0" y="323"/>
                  </a:cubicBezTo>
                  <a:cubicBezTo>
                    <a:pt x="0" y="341"/>
                    <a:pt x="15" y="356"/>
                    <a:pt x="32" y="356"/>
                  </a:cubicBezTo>
                  <a:cubicBezTo>
                    <a:pt x="50" y="356"/>
                    <a:pt x="64" y="341"/>
                    <a:pt x="64" y="323"/>
                  </a:cubicBezTo>
                  <a:cubicBezTo>
                    <a:pt x="64" y="117"/>
                    <a:pt x="64" y="117"/>
                    <a:pt x="64" y="117"/>
                  </a:cubicBezTo>
                  <a:cubicBezTo>
                    <a:pt x="81" y="117"/>
                    <a:pt x="81" y="117"/>
                    <a:pt x="81" y="117"/>
                  </a:cubicBezTo>
                  <a:cubicBezTo>
                    <a:pt x="81" y="687"/>
                    <a:pt x="81" y="687"/>
                    <a:pt x="81" y="687"/>
                  </a:cubicBezTo>
                  <a:cubicBezTo>
                    <a:pt x="81" y="711"/>
                    <a:pt x="101" y="730"/>
                    <a:pt x="125" y="730"/>
                  </a:cubicBezTo>
                  <a:cubicBezTo>
                    <a:pt x="148" y="730"/>
                    <a:pt x="168" y="711"/>
                    <a:pt x="168" y="687"/>
                  </a:cubicBezTo>
                  <a:cubicBezTo>
                    <a:pt x="168" y="358"/>
                    <a:pt x="168" y="358"/>
                    <a:pt x="168" y="358"/>
                  </a:cubicBezTo>
                  <a:cubicBezTo>
                    <a:pt x="185" y="358"/>
                    <a:pt x="185" y="358"/>
                    <a:pt x="185" y="358"/>
                  </a:cubicBezTo>
                  <a:cubicBezTo>
                    <a:pt x="185" y="687"/>
                    <a:pt x="185" y="687"/>
                    <a:pt x="185" y="687"/>
                  </a:cubicBezTo>
                  <a:cubicBezTo>
                    <a:pt x="185" y="711"/>
                    <a:pt x="204" y="730"/>
                    <a:pt x="228" y="730"/>
                  </a:cubicBezTo>
                  <a:cubicBezTo>
                    <a:pt x="252" y="730"/>
                    <a:pt x="272" y="711"/>
                    <a:pt x="272" y="687"/>
                  </a:cubicBezTo>
                  <a:cubicBezTo>
                    <a:pt x="272" y="686"/>
                    <a:pt x="272" y="685"/>
                    <a:pt x="272" y="683"/>
                  </a:cubicBezTo>
                  <a:cubicBezTo>
                    <a:pt x="272" y="687"/>
                    <a:pt x="272" y="687"/>
                    <a:pt x="272" y="687"/>
                  </a:cubicBezTo>
                  <a:cubicBezTo>
                    <a:pt x="272" y="687"/>
                    <a:pt x="272" y="687"/>
                    <a:pt x="272" y="117"/>
                  </a:cubicBezTo>
                  <a:cubicBezTo>
                    <a:pt x="272" y="117"/>
                    <a:pt x="272" y="117"/>
                    <a:pt x="289" y="117"/>
                  </a:cubicBezTo>
                  <a:cubicBezTo>
                    <a:pt x="289" y="117"/>
                    <a:pt x="289" y="117"/>
                    <a:pt x="289" y="315"/>
                  </a:cubicBezTo>
                  <a:cubicBezTo>
                    <a:pt x="289" y="314"/>
                    <a:pt x="289" y="314"/>
                    <a:pt x="289" y="314"/>
                  </a:cubicBezTo>
                  <a:cubicBezTo>
                    <a:pt x="289" y="323"/>
                    <a:pt x="289" y="323"/>
                    <a:pt x="289" y="323"/>
                  </a:cubicBezTo>
                  <a:cubicBezTo>
                    <a:pt x="289" y="330"/>
                    <a:pt x="291" y="337"/>
                    <a:pt x="294" y="342"/>
                  </a:cubicBezTo>
                  <a:cubicBezTo>
                    <a:pt x="300" y="350"/>
                    <a:pt x="310" y="356"/>
                    <a:pt x="321" y="356"/>
                  </a:cubicBezTo>
                  <a:cubicBezTo>
                    <a:pt x="338" y="356"/>
                    <a:pt x="352" y="342"/>
                    <a:pt x="353" y="325"/>
                  </a:cubicBezTo>
                  <a:cubicBezTo>
                    <a:pt x="353" y="324"/>
                    <a:pt x="353" y="324"/>
                    <a:pt x="353" y="323"/>
                  </a:cubicBezTo>
                  <a:cubicBezTo>
                    <a:pt x="353" y="323"/>
                    <a:pt x="353" y="323"/>
                    <a:pt x="353" y="323"/>
                  </a:cubicBezTo>
                  <a:cubicBezTo>
                    <a:pt x="353" y="298"/>
                    <a:pt x="353" y="298"/>
                    <a:pt x="353" y="298"/>
                  </a:cubicBezTo>
                  <a:cubicBezTo>
                    <a:pt x="353" y="270"/>
                    <a:pt x="353" y="213"/>
                    <a:pt x="353" y="95"/>
                  </a:cubicBezTo>
                  <a:cubicBezTo>
                    <a:pt x="353" y="70"/>
                    <a:pt x="343" y="47"/>
                    <a:pt x="327"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680458582"/>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blank" preserve="1">
  <p:cSld name="Brandi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Picture 2"/>
          <p:cNvPicPr>
            <a:picLocks noChangeAspect="1" noChangeArrowheads="1"/>
          </p:cNvPicPr>
          <p:nvPr userDrawn="1"/>
        </p:nvPicPr>
        <p:blipFill>
          <a:blip r:embed="rId3">
            <a:extLst>
              <a:ext uri="{28A0092B-C50C-407E-A947-70E740481C1C}">
                <a14:useLocalDpi xmlns:a14="http://schemas.microsoft.com/office/drawing/2010/main" val="0"/>
              </a:ext>
            </a:extLst>
          </a:blip>
          <a:stretch>
            <a:fillRect/>
          </a:stretch>
        </p:blipFill>
        <p:spPr bwMode="black">
          <a:xfrm>
            <a:off x="4321174" y="3140274"/>
            <a:ext cx="3546476" cy="577452"/>
          </a:xfrm>
          <a:prstGeom prst="rect">
            <a:avLst/>
          </a:prstGeom>
          <a:noFill/>
          <a:ln>
            <a:noFill/>
          </a:ln>
        </p:spPr>
      </p:pic>
      <p:sp>
        <p:nvSpPr>
          <p:cNvPr id="3" name="Text Box 3"/>
          <p:cNvSpPr txBox="1">
            <a:spLocks noChangeArrowheads="1"/>
          </p:cNvSpPr>
          <p:nvPr userDrawn="1"/>
        </p:nvSpPr>
        <p:spPr bwMode="blackWhite">
          <a:xfrm>
            <a:off x="507868" y="6083573"/>
            <a:ext cx="11173090" cy="415484"/>
          </a:xfrm>
          <a:prstGeom prst="rect">
            <a:avLst/>
          </a:prstGeom>
          <a:noFill/>
          <a:ln w="12700">
            <a:noFill/>
            <a:miter lim="800000"/>
            <a:headEnd type="none" w="sm" len="sm"/>
            <a:tailEnd type="none" w="sm" len="sm"/>
          </a:ln>
          <a:effectLst/>
        </p:spPr>
        <p:txBody>
          <a:bodyPr vert="horz" wrap="square" lIns="91425" tIns="45713" rIns="91425" bIns="45713" numCol="1" anchor="t" anchorCtr="0" compatLnSpc="1">
            <a:prstTxWarp prst="textNoShape">
              <a:avLst/>
            </a:prstTxWarp>
            <a:spAutoFit/>
          </a:bodyPr>
          <a:lstStyle/>
          <a:p>
            <a:pPr algn="ctr" defTabSz="914099" eaLnBrk="0" hangingPunct="0"/>
            <a:r>
              <a:rPr lang="en-US" sz="700" dirty="0">
                <a:solidFill>
                  <a:schemeClr val="bg1">
                    <a:alpha val="99000"/>
                  </a:schemeClr>
                </a:solidFill>
                <a:latin typeface="Segoe UI" pitchFamily="34" charset="0"/>
                <a:cs typeface="Arial" charset="0"/>
              </a:rPr>
              <a:t>© 2011 Microsoft Corporation. All rights reserved. Microsoft, Windows, Windows Vista and other product names are or may be registered trademarks and/or trademarks in the U.S. and/or other countries.</a:t>
            </a:r>
          </a:p>
          <a:p>
            <a:pPr algn="ctr" defTabSz="914099" eaLnBrk="0" hangingPunct="0"/>
            <a:r>
              <a:rPr lang="en-US" sz="700" dirty="0">
                <a:solidFill>
                  <a:schemeClr val="bg1">
                    <a:alpha val="99000"/>
                  </a:schemeClr>
                </a:solidFill>
                <a:latin typeface="Segoe UI" pitchFamily="34" charset="0"/>
                <a:cs typeface="Arial"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Tree>
    <p:extLst>
      <p:ext uri="{BB962C8B-B14F-4D97-AF65-F5344CB8AC3E}">
        <p14:creationId xmlns:p14="http://schemas.microsoft.com/office/powerpoint/2010/main" val="2640209842"/>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Black Layout - Title and Content">
    <p:bg bwMode="black">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gradFill>
                  <a:gsLst>
                    <a:gs pos="0">
                      <a:srgbClr val="FFFFFF"/>
                    </a:gs>
                    <a:gs pos="100000">
                      <a:srgbClr val="FFFFFF"/>
                    </a:gs>
                  </a:gsLst>
                  <a:lin ang="5400000" scaled="0"/>
                </a:gradFill>
              </a:defRPr>
            </a:lvl1pPr>
          </a:lstStyle>
          <a:p>
            <a:r>
              <a:rPr lang="en-US"/>
              <a:t>Click to edit Master title style</a:t>
            </a:r>
            <a:endParaRPr lang="en-US" dirty="0"/>
          </a:p>
        </p:txBody>
      </p:sp>
      <p:sp>
        <p:nvSpPr>
          <p:cNvPr id="6" name="Text Placeholder 5"/>
          <p:cNvSpPr>
            <a:spLocks noGrp="1"/>
          </p:cNvSpPr>
          <p:nvPr>
            <p:ph type="body" sz="quarter" idx="10"/>
          </p:nvPr>
        </p:nvSpPr>
        <p:spPr bwMode="white">
          <a:xfrm>
            <a:off x="519112" y="1447799"/>
            <a:ext cx="11149013" cy="2000548"/>
          </a:xfrm>
        </p:spPr>
        <p:txBody>
          <a:bodyPr/>
          <a:lstStyle>
            <a:lvl1pPr marL="460375" indent="-460375">
              <a:buClr>
                <a:srgbClr val="FFFFFF"/>
              </a:buClr>
              <a:buSzPct val="70000"/>
              <a:buFontTx/>
              <a:buBlip>
                <a:blip r:embed="rId2"/>
              </a:buBlip>
              <a:defRPr>
                <a:gradFill>
                  <a:gsLst>
                    <a:gs pos="0">
                      <a:srgbClr val="FFFFFF"/>
                    </a:gs>
                    <a:gs pos="86000">
                      <a:srgbClr val="FFFFFF"/>
                    </a:gs>
                  </a:gsLst>
                  <a:lin ang="5400000" scaled="0"/>
                </a:gradFill>
              </a:defRPr>
            </a:lvl1pPr>
            <a:lvl2pPr marL="855663" indent="-395288">
              <a:buClr>
                <a:srgbClr val="FFFFFF"/>
              </a:buClr>
              <a:buSzPct val="70000"/>
              <a:buFontTx/>
              <a:buBlip>
                <a:blip r:embed="rId2"/>
              </a:buBlip>
              <a:defRPr>
                <a:gradFill>
                  <a:gsLst>
                    <a:gs pos="0">
                      <a:srgbClr val="FFFFFF"/>
                    </a:gs>
                    <a:gs pos="86000">
                      <a:srgbClr val="FFFFFF"/>
                    </a:gs>
                  </a:gsLst>
                  <a:lin ang="5400000" scaled="0"/>
                </a:gradFill>
              </a:defRPr>
            </a:lvl2pPr>
            <a:lvl3pPr marL="1258888" indent="-403225">
              <a:buClr>
                <a:srgbClr val="FFFFFF"/>
              </a:buClr>
              <a:buSzPct val="70000"/>
              <a:buFontTx/>
              <a:buBlip>
                <a:blip r:embed="rId2"/>
              </a:buBlip>
              <a:defRPr>
                <a:gradFill>
                  <a:gsLst>
                    <a:gs pos="0">
                      <a:srgbClr val="FFFFFF"/>
                    </a:gs>
                    <a:gs pos="86000">
                      <a:srgbClr val="FFFFFF"/>
                    </a:gs>
                  </a:gsLst>
                  <a:lin ang="5400000" scaled="0"/>
                </a:gradFill>
              </a:defRPr>
            </a:lvl3pPr>
            <a:lvl4pPr marL="1604963" indent="-346075">
              <a:buClr>
                <a:srgbClr val="FFFFFF"/>
              </a:buClr>
              <a:buSzPct val="70000"/>
              <a:buFontTx/>
              <a:buBlip>
                <a:blip r:embed="rId2"/>
              </a:buBlip>
              <a:defRPr>
                <a:gradFill>
                  <a:gsLst>
                    <a:gs pos="0">
                      <a:srgbClr val="FFFFFF"/>
                    </a:gs>
                    <a:gs pos="86000">
                      <a:srgbClr val="FFFFFF"/>
                    </a:gs>
                  </a:gsLst>
                  <a:lin ang="5400000" scaled="0"/>
                </a:gradFill>
              </a:defRPr>
            </a:lvl4pPr>
            <a:lvl5pPr marL="1941513" indent="-336550">
              <a:buClr>
                <a:srgbClr val="FFFFFF"/>
              </a:buClr>
              <a:buSzPct val="70000"/>
              <a:buFontTx/>
              <a:buBlip>
                <a:blip r:embed="rId2"/>
              </a:buBlip>
              <a:defRPr>
                <a:gradFill>
                  <a:gsLst>
                    <a:gs pos="0">
                      <a:srgbClr val="FFFFFF"/>
                    </a:gs>
                    <a:gs pos="86000">
                      <a:srgbClr val="FFFFFF"/>
                    </a:gs>
                  </a:gsLst>
                  <a:lin ang="5400000" scaled="0"/>
                </a:gra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gradFill>
                  <a:gsLst>
                    <a:gs pos="0">
                      <a:srgbClr val="FFFFFF"/>
                    </a:gs>
                    <a:gs pos="100000">
                      <a:srgbClr val="FFFFFF"/>
                    </a:gs>
                  </a:gsLst>
                  <a:lin ang="5400000" scaled="0"/>
                </a:gradFill>
              </a:defRPr>
            </a:lvl1pPr>
          </a:lstStyle>
          <a:p>
            <a:r>
              <a:rPr lang="en-US"/>
              <a:t>Click to edit Master title style</a:t>
            </a:r>
            <a:endParaRPr lang="en-US" dirty="0"/>
          </a:p>
        </p:txBody>
      </p:sp>
      <p:sp>
        <p:nvSpPr>
          <p:cNvPr id="6" name="Text Placeholder 5"/>
          <p:cNvSpPr>
            <a:spLocks noGrp="1"/>
          </p:cNvSpPr>
          <p:nvPr>
            <p:ph type="body" sz="quarter" idx="10"/>
          </p:nvPr>
        </p:nvSpPr>
        <p:spPr bwMode="white">
          <a:xfrm>
            <a:off x="519112" y="1447799"/>
            <a:ext cx="11149013" cy="2000548"/>
          </a:xfrm>
        </p:spPr>
        <p:txBody>
          <a:bodyPr/>
          <a:lstStyle>
            <a:lvl1pPr marL="460375" indent="-460375">
              <a:buClr>
                <a:srgbClr val="FFFFFF"/>
              </a:buClr>
              <a:buSzPct val="70000"/>
              <a:buFontTx/>
              <a:buBlip>
                <a:blip r:embed="rId2"/>
              </a:buBlip>
              <a:defRPr>
                <a:gradFill>
                  <a:gsLst>
                    <a:gs pos="0">
                      <a:srgbClr val="FFFFFF"/>
                    </a:gs>
                    <a:gs pos="86000">
                      <a:srgbClr val="FFFFFF"/>
                    </a:gs>
                  </a:gsLst>
                  <a:lin ang="5400000" scaled="0"/>
                </a:gradFill>
              </a:defRPr>
            </a:lvl1pPr>
            <a:lvl2pPr marL="855663" indent="-395288">
              <a:buClr>
                <a:srgbClr val="FFFFFF"/>
              </a:buClr>
              <a:buSzPct val="70000"/>
              <a:buFontTx/>
              <a:buBlip>
                <a:blip r:embed="rId2"/>
              </a:buBlip>
              <a:defRPr>
                <a:gradFill>
                  <a:gsLst>
                    <a:gs pos="0">
                      <a:srgbClr val="FFFFFF"/>
                    </a:gs>
                    <a:gs pos="86000">
                      <a:srgbClr val="FFFFFF"/>
                    </a:gs>
                  </a:gsLst>
                  <a:lin ang="5400000" scaled="0"/>
                </a:gradFill>
              </a:defRPr>
            </a:lvl2pPr>
            <a:lvl3pPr marL="1258888" indent="-403225">
              <a:buClr>
                <a:srgbClr val="FFFFFF"/>
              </a:buClr>
              <a:buSzPct val="70000"/>
              <a:buFontTx/>
              <a:buBlip>
                <a:blip r:embed="rId2"/>
              </a:buBlip>
              <a:defRPr>
                <a:gradFill>
                  <a:gsLst>
                    <a:gs pos="0">
                      <a:srgbClr val="FFFFFF"/>
                    </a:gs>
                    <a:gs pos="86000">
                      <a:srgbClr val="FFFFFF"/>
                    </a:gs>
                  </a:gsLst>
                  <a:lin ang="5400000" scaled="0"/>
                </a:gradFill>
              </a:defRPr>
            </a:lvl3pPr>
            <a:lvl4pPr marL="1604963" indent="-346075">
              <a:buClr>
                <a:srgbClr val="FFFFFF"/>
              </a:buClr>
              <a:buSzPct val="70000"/>
              <a:buFontTx/>
              <a:buBlip>
                <a:blip r:embed="rId2"/>
              </a:buBlip>
              <a:defRPr>
                <a:gradFill>
                  <a:gsLst>
                    <a:gs pos="0">
                      <a:srgbClr val="FFFFFF"/>
                    </a:gs>
                    <a:gs pos="86000">
                      <a:srgbClr val="FFFFFF"/>
                    </a:gs>
                  </a:gsLst>
                  <a:lin ang="5400000" scaled="0"/>
                </a:gradFill>
              </a:defRPr>
            </a:lvl4pPr>
            <a:lvl5pPr marL="1941513" indent="-336550">
              <a:buClr>
                <a:srgbClr val="FFFFFF"/>
              </a:buClr>
              <a:buSzPct val="70000"/>
              <a:buFontTx/>
              <a:buBlip>
                <a:blip r:embed="rId2"/>
              </a:buBlip>
              <a:defRPr>
                <a:gradFill>
                  <a:gsLst>
                    <a:gs pos="0">
                      <a:srgbClr val="FFFFFF"/>
                    </a:gs>
                    <a:gs pos="86000">
                      <a:srgbClr val="FFFFFF"/>
                    </a:gs>
                  </a:gsLst>
                  <a:lin ang="5400000" scaled="0"/>
                </a:gra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6"/>
          <p:cNvSpPr>
            <a:spLocks noGrp="1"/>
          </p:cNvSpPr>
          <p:nvPr>
            <p:ph type="body" sz="quarter" idx="11"/>
          </p:nvPr>
        </p:nvSpPr>
        <p:spPr>
          <a:xfrm>
            <a:off x="1" y="6238876"/>
            <a:ext cx="12188826" cy="619125"/>
          </a:xfrm>
          <a:solidFill>
            <a:srgbClr val="FFFF99"/>
          </a:solidFill>
        </p:spPr>
        <p:txBody>
          <a:bodyPr wrap="square" lIns="152394" tIns="76197" rIns="152394" bIns="76197" anchor="b" anchorCtr="0">
            <a:noAutofit/>
          </a:bodyPr>
          <a:lstStyle>
            <a:lvl1pPr algn="r">
              <a:buFont typeface="Arial" pitchFamily="34" charset="0"/>
              <a:buNone/>
              <a:defRPr spc="-50" baseline="0">
                <a:gradFill>
                  <a:gsLst>
                    <a:gs pos="0">
                      <a:srgbClr val="000000"/>
                    </a:gs>
                    <a:gs pos="100000">
                      <a:srgbClr val="000000"/>
                    </a:gs>
                  </a:gsLst>
                  <a:lin ang="5400000" scaled="0"/>
                </a:gradFill>
                <a:effectLst/>
                <a:latin typeface="Segoe UI" pitchFamily="34" charset="0"/>
              </a:defRPr>
            </a:lvl1pPr>
          </a:lstStyle>
          <a:p>
            <a:pPr lvl="0"/>
            <a:r>
              <a:rPr lang="en-US"/>
              <a:t>Click to edit Master text styles</a:t>
            </a:r>
          </a:p>
        </p:txBody>
      </p:sp>
    </p:spTree>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Use for slides with Software Co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4" name="Content Placeholder 3"/>
          <p:cNvSpPr>
            <a:spLocks noGrp="1"/>
          </p:cNvSpPr>
          <p:nvPr>
            <p:ph sz="quarter" idx="10"/>
          </p:nvPr>
        </p:nvSpPr>
        <p:spPr>
          <a:xfrm>
            <a:off x="516572" y="1690688"/>
            <a:ext cx="11155680" cy="1846659"/>
          </a:xfrm>
        </p:spPr>
        <p:txBody>
          <a:bodyPr/>
          <a:lstStyle>
            <a:lvl1pPr>
              <a:defRPr sz="2000"/>
            </a:lvl1pPr>
            <a:lvl2pPr marL="227013" indent="-6350">
              <a:defRPr sz="2000"/>
            </a:lvl2pPr>
            <a:lvl3pPr marL="463550" indent="-6350">
              <a:defRPr sz="2000"/>
            </a:lvl3pPr>
            <a:lvl4pPr marL="676275" indent="6350">
              <a:defRPr sz="2000"/>
            </a:lvl4pPr>
            <a:lvl5pPr marL="917575" indent="0">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microsoft.com/office/2007/relationships/hdphoto" Target="../media/hdphoto1.wdp"/><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CFCF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6572" y="228600"/>
            <a:ext cx="11155680" cy="747897"/>
          </a:xfrm>
          <a:prstGeom prst="rect">
            <a:avLst/>
          </a:prstGeom>
        </p:spPr>
        <p:txBody>
          <a:bodyPr vert="horz" wrap="square" lIns="0" tIns="0" rIns="0" bIns="0" rtlCol="0" anchor="t">
            <a:spAutoFit/>
          </a:bodyPr>
          <a:lstStyle/>
          <a:p>
            <a:r>
              <a:rPr lang="en-US" dirty="0"/>
              <a:t>Click to edit Master title style</a:t>
            </a:r>
          </a:p>
        </p:txBody>
      </p:sp>
      <p:sp>
        <p:nvSpPr>
          <p:cNvPr id="3" name="Text Placeholder 2"/>
          <p:cNvSpPr>
            <a:spLocks noGrp="1"/>
          </p:cNvSpPr>
          <p:nvPr>
            <p:ph type="body" idx="1"/>
          </p:nvPr>
        </p:nvSpPr>
        <p:spPr>
          <a:xfrm>
            <a:off x="516572" y="1463040"/>
            <a:ext cx="11155680" cy="2062103"/>
          </a:xfrm>
          <a:prstGeom prst="rect">
            <a:avLst/>
          </a:prstGeom>
        </p:spPr>
        <p:txBody>
          <a:bodyPr vert="horz" wrap="square" lIns="0" tIns="0" rIns="0" bIns="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p:cNvPicPr>
            <a:picLocks noChangeAspect="1"/>
          </p:cNvPicPr>
          <p:nvPr/>
        </p:nvPicPr>
        <p:blipFill>
          <a:blip r:embed="rId18" cstate="print">
            <a:duotone>
              <a:prstClr val="black"/>
              <a:schemeClr val="tx2">
                <a:tint val="45000"/>
                <a:satMod val="400000"/>
              </a:schemeClr>
            </a:duotone>
            <a:extLst>
              <a:ext uri="{BEBA8EAE-BF5A-486C-A8C5-ECC9F3942E4B}">
                <a14:imgProps xmlns:a14="http://schemas.microsoft.com/office/drawing/2010/main">
                  <a14:imgLayer r:embed="rId19">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518668" y="6372546"/>
            <a:ext cx="1681921" cy="195501"/>
          </a:xfrm>
          <a:prstGeom prst="rect">
            <a:avLst/>
          </a:prstGeom>
        </p:spPr>
      </p:pic>
    </p:spTree>
  </p:cSld>
  <p:clrMap bg1="lt1" tx1="dk1" bg2="lt2" tx2="dk2" accent1="accent1" accent2="accent2" accent3="accent3" accent4="accent4" accent5="accent5" accent6="accent6" hlink="hlink" folHlink="folHlink"/>
  <p:sldLayoutIdLst>
    <p:sldLayoutId id="2147483742" r:id="rId1"/>
    <p:sldLayoutId id="2147483702" r:id="rId2"/>
    <p:sldLayoutId id="2147483748" r:id="rId3"/>
    <p:sldLayoutId id="2147483780" r:id="rId4"/>
    <p:sldLayoutId id="2147483696" r:id="rId5"/>
    <p:sldLayoutId id="2147483768" r:id="rId6"/>
    <p:sldLayoutId id="2147483700" r:id="rId7"/>
    <p:sldLayoutId id="2147483701" r:id="rId8"/>
    <p:sldLayoutId id="2147483774" r:id="rId9"/>
    <p:sldLayoutId id="2147483775" r:id="rId10"/>
    <p:sldLayoutId id="2147483776" r:id="rId11"/>
    <p:sldLayoutId id="2147483777" r:id="rId12"/>
    <p:sldLayoutId id="2147483778" r:id="rId13"/>
    <p:sldLayoutId id="2147483779" r:id="rId14"/>
    <p:sldLayoutId id="2147483703" r:id="rId15"/>
    <p:sldLayoutId id="2147483704" r:id="rId16"/>
  </p:sldLayoutIdLst>
  <p:transition>
    <p:fade/>
  </p:transition>
  <p:txStyles>
    <p:titleStyle>
      <a:lvl1pPr algn="l" defTabSz="914363" rtl="0" eaLnBrk="1" latinLnBrk="0" hangingPunct="1">
        <a:lnSpc>
          <a:spcPct val="90000"/>
        </a:lnSpc>
        <a:spcBef>
          <a:spcPct val="0"/>
        </a:spcBef>
        <a:buNone/>
        <a:defRPr lang="en-US" sz="5400" b="0" kern="1200" cap="none" spc="-100" baseline="0" dirty="0" smtClean="0">
          <a:ln w="3175">
            <a:solidFill>
              <a:schemeClr val="bg1">
                <a:alpha val="0"/>
              </a:schemeClr>
            </a:solidFill>
          </a:ln>
          <a:gradFill flip="none" rotWithShape="1">
            <a:gsLst>
              <a:gs pos="0">
                <a:srgbClr val="595959"/>
              </a:gs>
              <a:gs pos="86000">
                <a:srgbClr val="595959"/>
              </a:gs>
            </a:gsLst>
            <a:lin ang="5400000" scaled="0"/>
            <a:tileRect/>
          </a:gradFill>
          <a:effectLst/>
          <a:latin typeface="Segoe UI Light" pitchFamily="34" charset="0"/>
          <a:ea typeface="+mn-ea"/>
          <a:cs typeface="Arial" charset="0"/>
        </a:defRPr>
      </a:lvl1pPr>
    </p:titleStyle>
    <p:bodyStyle>
      <a:lvl1pPr marL="344488" indent="-344488" algn="l" defTabSz="914363" rtl="0" eaLnBrk="1" latinLnBrk="0" hangingPunct="1">
        <a:lnSpc>
          <a:spcPct val="100000"/>
        </a:lnSpc>
        <a:spcBef>
          <a:spcPts val="1200"/>
        </a:spcBef>
        <a:buSzPct val="80000"/>
        <a:buFont typeface="Arial" pitchFamily="34" charset="0"/>
        <a:buChar char="•"/>
        <a:defRPr sz="3200" kern="1200">
          <a:ln>
            <a:solidFill>
              <a:schemeClr val="bg1">
                <a:alpha val="0"/>
              </a:schemeClr>
            </a:solidFill>
          </a:ln>
          <a:gradFill>
            <a:gsLst>
              <a:gs pos="0">
                <a:srgbClr val="595959"/>
              </a:gs>
              <a:gs pos="86000">
                <a:srgbClr val="595959"/>
              </a:gs>
            </a:gsLst>
            <a:lin ang="5400000" scaled="0"/>
          </a:gradFill>
          <a:latin typeface="+mn-lt"/>
          <a:ea typeface="+mn-ea"/>
          <a:cs typeface="+mn-cs"/>
        </a:defRPr>
      </a:lvl1pPr>
      <a:lvl2pPr marL="801688" indent="-341313" algn="l" defTabSz="914363" rtl="0" eaLnBrk="1" latinLnBrk="0" hangingPunct="1">
        <a:lnSpc>
          <a:spcPct val="100000"/>
        </a:lnSpc>
        <a:spcBef>
          <a:spcPts val="300"/>
        </a:spcBef>
        <a:buSzPct val="80000"/>
        <a:buFont typeface="Arial" pitchFamily="34" charset="0"/>
        <a:buChar char="•"/>
        <a:defRPr sz="2800" kern="1200">
          <a:ln>
            <a:solidFill>
              <a:schemeClr val="bg1">
                <a:alpha val="0"/>
              </a:schemeClr>
            </a:solidFill>
          </a:ln>
          <a:gradFill>
            <a:gsLst>
              <a:gs pos="0">
                <a:srgbClr val="595959"/>
              </a:gs>
              <a:gs pos="86000">
                <a:srgbClr val="595959"/>
              </a:gs>
            </a:gsLst>
            <a:lin ang="5400000" scaled="0"/>
          </a:gradFill>
          <a:latin typeface="+mn-lt"/>
          <a:ea typeface="+mn-ea"/>
          <a:cs typeface="+mn-cs"/>
        </a:defRPr>
      </a:lvl2pPr>
      <a:lvl3pPr marL="1258888" indent="-344488" algn="l" defTabSz="914363" rtl="0" eaLnBrk="1" latinLnBrk="0" hangingPunct="1">
        <a:lnSpc>
          <a:spcPct val="100000"/>
        </a:lnSpc>
        <a:spcBef>
          <a:spcPts val="300"/>
        </a:spcBef>
        <a:buSzPct val="80000"/>
        <a:buFont typeface="Arial" pitchFamily="34" charset="0"/>
        <a:buChar char="•"/>
        <a:defRPr sz="2400" kern="1200">
          <a:ln>
            <a:solidFill>
              <a:schemeClr val="bg1">
                <a:alpha val="0"/>
              </a:schemeClr>
            </a:solidFill>
          </a:ln>
          <a:gradFill>
            <a:gsLst>
              <a:gs pos="0">
                <a:srgbClr val="595959"/>
              </a:gs>
              <a:gs pos="86000">
                <a:srgbClr val="595959"/>
              </a:gs>
            </a:gsLst>
            <a:lin ang="5400000" scaled="0"/>
          </a:gradFill>
          <a:latin typeface="+mn-lt"/>
          <a:ea typeface="+mn-ea"/>
          <a:cs typeface="+mn-cs"/>
        </a:defRPr>
      </a:lvl3pPr>
      <a:lvl4pPr marL="1716088" indent="-346075" algn="l" defTabSz="914363" rtl="0" eaLnBrk="1" latinLnBrk="0" hangingPunct="1">
        <a:lnSpc>
          <a:spcPct val="100000"/>
        </a:lnSpc>
        <a:spcBef>
          <a:spcPts val="300"/>
        </a:spcBef>
        <a:buSzPct val="80000"/>
        <a:buFont typeface="Arial" pitchFamily="34" charset="0"/>
        <a:buChar char="•"/>
        <a:defRPr sz="2000" kern="1200">
          <a:ln>
            <a:solidFill>
              <a:schemeClr val="bg1">
                <a:alpha val="0"/>
              </a:schemeClr>
            </a:solidFill>
          </a:ln>
          <a:gradFill>
            <a:gsLst>
              <a:gs pos="0">
                <a:srgbClr val="595959"/>
              </a:gs>
              <a:gs pos="86000">
                <a:srgbClr val="595959"/>
              </a:gs>
            </a:gsLst>
            <a:lin ang="5400000" scaled="0"/>
          </a:gradFill>
          <a:latin typeface="+mn-lt"/>
          <a:ea typeface="+mn-ea"/>
          <a:cs typeface="+mn-cs"/>
        </a:defRPr>
      </a:lvl4pPr>
      <a:lvl5pPr marL="2173288" indent="-336550" algn="l" defTabSz="914363" rtl="0" eaLnBrk="1" latinLnBrk="0" hangingPunct="1">
        <a:lnSpc>
          <a:spcPct val="100000"/>
        </a:lnSpc>
        <a:spcBef>
          <a:spcPts val="300"/>
        </a:spcBef>
        <a:buSzPct val="80000"/>
        <a:buFont typeface="Arial" pitchFamily="34" charset="0"/>
        <a:buChar char="•"/>
        <a:defRPr sz="2000" kern="1200">
          <a:ln>
            <a:solidFill>
              <a:schemeClr val="bg1">
                <a:alpha val="0"/>
              </a:schemeClr>
            </a:solidFill>
          </a:ln>
          <a:gradFill>
            <a:gsLst>
              <a:gs pos="0">
                <a:srgbClr val="595959"/>
              </a:gs>
              <a:gs pos="86000">
                <a:srgbClr val="595959"/>
              </a:gs>
            </a:gsLst>
            <a:lin ang="5400000" scaled="0"/>
          </a:gra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CFCFC"/>
        </a:solidFill>
        <a:effectLst/>
      </p:bgPr>
    </p:bg>
    <p:spTree>
      <p:nvGrpSpPr>
        <p:cNvPr id="1" name=""/>
        <p:cNvGrpSpPr/>
        <p:nvPr/>
      </p:nvGrpSpPr>
      <p:grpSpPr>
        <a:xfrm>
          <a:off x="0" y="0"/>
          <a:ext cx="0" cy="0"/>
          <a:chOff x="0" y="0"/>
          <a:chExt cx="0" cy="0"/>
        </a:xfrm>
      </p:grpSpPr>
      <p:sp>
        <p:nvSpPr>
          <p:cNvPr id="4" name="Rectangle 3"/>
          <p:cNvSpPr/>
          <p:nvPr/>
        </p:nvSpPr>
        <p:spPr bwMode="auto">
          <a:xfrm>
            <a:off x="1" y="0"/>
            <a:ext cx="308344" cy="6858000"/>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200" dirty="0">
              <a:ln>
                <a:solidFill>
                  <a:schemeClr val="bg1">
                    <a:alpha val="0"/>
                  </a:schemeClr>
                </a:solidFill>
              </a:ln>
              <a:gradFill>
                <a:gsLst>
                  <a:gs pos="0">
                    <a:srgbClr val="FFFFFF"/>
                  </a:gs>
                  <a:gs pos="100000">
                    <a:srgbClr val="FFFFFF"/>
                  </a:gs>
                </a:gsLst>
                <a:lin ang="5400000" scaled="0"/>
              </a:gradFill>
            </a:endParaRPr>
          </a:p>
        </p:txBody>
      </p:sp>
      <p:sp>
        <p:nvSpPr>
          <p:cNvPr id="5" name="Rectangle 4"/>
          <p:cNvSpPr/>
          <p:nvPr/>
        </p:nvSpPr>
        <p:spPr bwMode="auto">
          <a:xfrm>
            <a:off x="0" y="0"/>
            <a:ext cx="12188825" cy="1447800"/>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200" dirty="0">
              <a:ln>
                <a:solidFill>
                  <a:schemeClr val="bg1">
                    <a:alpha val="0"/>
                  </a:schemeClr>
                </a:solidFill>
              </a:ln>
              <a:gradFill>
                <a:gsLst>
                  <a:gs pos="0">
                    <a:srgbClr val="FFFFFF"/>
                  </a:gs>
                  <a:gs pos="100000">
                    <a:srgbClr val="FFFFFF"/>
                  </a:gs>
                </a:gsLst>
                <a:lin ang="5400000" scaled="0"/>
              </a:gradFill>
            </a:endParaRPr>
          </a:p>
        </p:txBody>
      </p:sp>
      <p:sp>
        <p:nvSpPr>
          <p:cNvPr id="2" name="Title Placeholder 1"/>
          <p:cNvSpPr>
            <a:spLocks noGrp="1"/>
          </p:cNvSpPr>
          <p:nvPr>
            <p:ph type="title"/>
          </p:nvPr>
        </p:nvSpPr>
        <p:spPr>
          <a:xfrm>
            <a:off x="516572" y="228601"/>
            <a:ext cx="11155680" cy="664797"/>
          </a:xfrm>
          <a:prstGeom prst="rect">
            <a:avLst/>
          </a:prstGeom>
        </p:spPr>
        <p:txBody>
          <a:bodyPr vert="horz" wrap="square" lIns="0" tIns="0" rIns="0" bIns="0" rtlCol="0" anchor="t">
            <a:spAutoFit/>
          </a:bodyPr>
          <a:lstStyle/>
          <a:p>
            <a:r>
              <a:rPr lang="en-US" dirty="0"/>
              <a:t>Click to edit Master title style</a:t>
            </a:r>
          </a:p>
        </p:txBody>
      </p:sp>
      <p:sp>
        <p:nvSpPr>
          <p:cNvPr id="3" name="Text Placeholder 2"/>
          <p:cNvSpPr>
            <a:spLocks noGrp="1"/>
          </p:cNvSpPr>
          <p:nvPr>
            <p:ph type="body" idx="1"/>
          </p:nvPr>
        </p:nvSpPr>
        <p:spPr>
          <a:xfrm>
            <a:off x="519113" y="1691640"/>
            <a:ext cx="11149012" cy="1846659"/>
          </a:xfrm>
          <a:prstGeom prst="rect">
            <a:avLst/>
          </a:prstGeom>
        </p:spPr>
        <p:txBody>
          <a:bodyPr vert="horz" wrap="square" lIns="0" tIns="0" rIns="0" bIns="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 bg1="lt1" tx1="dk1" bg2="lt2" tx2="dk2" accent1="accent1" accent2="accent2" accent3="accent3" accent4="accent4" accent5="accent5" accent6="accent6" hlink="hlink" folHlink="folHlink"/>
  <p:sldLayoutIdLst>
    <p:sldLayoutId id="2147483721" r:id="rId1"/>
  </p:sldLayoutIdLst>
  <p:transition>
    <p:fade/>
  </p:transition>
  <p:txStyles>
    <p:titleStyle>
      <a:lvl1pPr algn="l" defTabSz="914363" rtl="0" eaLnBrk="1" latinLnBrk="0" hangingPunct="1">
        <a:lnSpc>
          <a:spcPct val="90000"/>
        </a:lnSpc>
        <a:spcBef>
          <a:spcPct val="0"/>
        </a:spcBef>
        <a:buNone/>
        <a:defRPr lang="en-US" sz="4800" b="0" kern="1200" cap="none" spc="-100" baseline="0" dirty="0">
          <a:ln w="3175">
            <a:solidFill>
              <a:schemeClr val="bg1">
                <a:alpha val="0"/>
              </a:schemeClr>
            </a:solidFill>
          </a:ln>
          <a:solidFill>
            <a:schemeClr val="bg1">
              <a:alpha val="99000"/>
            </a:schemeClr>
          </a:solidFill>
          <a:effectLst/>
          <a:latin typeface="Segoe UI Light" pitchFamily="34" charset="0"/>
          <a:ea typeface="+mn-ea"/>
          <a:cs typeface="Arial" charset="0"/>
        </a:defRPr>
      </a:lvl1pPr>
    </p:titleStyle>
    <p:bodyStyle>
      <a:lvl1pPr marL="0" indent="0" algn="l" defTabSz="914363" rtl="0" eaLnBrk="1" latinLnBrk="0" hangingPunct="1">
        <a:lnSpc>
          <a:spcPct val="100000"/>
        </a:lnSpc>
        <a:spcBef>
          <a:spcPts val="600"/>
        </a:spcBef>
        <a:buFont typeface="Arial" pitchFamily="34" charset="0"/>
        <a:buNone/>
        <a:defRPr sz="2000" b="0" kern="1200">
          <a:ln>
            <a:solidFill>
              <a:schemeClr val="bg1">
                <a:alpha val="0"/>
              </a:schemeClr>
            </a:solidFill>
          </a:ln>
          <a:solidFill>
            <a:srgbClr val="595959"/>
          </a:solidFill>
          <a:latin typeface="Consolas" pitchFamily="49" charset="0"/>
          <a:ea typeface="+mn-ea"/>
          <a:cs typeface="Consolas" pitchFamily="49" charset="0"/>
        </a:defRPr>
      </a:lvl1pPr>
      <a:lvl2pPr marL="460375" indent="-6350" algn="l" defTabSz="914363" rtl="0" eaLnBrk="1" latinLnBrk="0" hangingPunct="1">
        <a:lnSpc>
          <a:spcPct val="100000"/>
        </a:lnSpc>
        <a:spcBef>
          <a:spcPts val="600"/>
        </a:spcBef>
        <a:buFont typeface="Arial" pitchFamily="34" charset="0"/>
        <a:buNone/>
        <a:defRPr sz="2000" b="0" kern="1200">
          <a:ln>
            <a:solidFill>
              <a:schemeClr val="bg1">
                <a:alpha val="0"/>
              </a:schemeClr>
            </a:solidFill>
          </a:ln>
          <a:solidFill>
            <a:srgbClr val="595959"/>
          </a:solidFill>
          <a:latin typeface="Consolas" pitchFamily="49" charset="0"/>
          <a:ea typeface="+mn-ea"/>
          <a:cs typeface="Consolas" pitchFamily="49" charset="0"/>
        </a:defRPr>
      </a:lvl2pPr>
      <a:lvl3pPr marL="912813" indent="-6350" algn="l" defTabSz="914363" rtl="0" eaLnBrk="1" latinLnBrk="0" hangingPunct="1">
        <a:lnSpc>
          <a:spcPct val="100000"/>
        </a:lnSpc>
        <a:spcBef>
          <a:spcPts val="600"/>
        </a:spcBef>
        <a:buFont typeface="Arial" pitchFamily="34" charset="0"/>
        <a:buNone/>
        <a:defRPr sz="2000" b="0" kern="1200">
          <a:ln>
            <a:solidFill>
              <a:schemeClr val="bg1">
                <a:alpha val="0"/>
              </a:schemeClr>
            </a:solidFill>
          </a:ln>
          <a:solidFill>
            <a:srgbClr val="595959"/>
          </a:solidFill>
          <a:latin typeface="Consolas" pitchFamily="49" charset="0"/>
          <a:ea typeface="+mn-ea"/>
          <a:cs typeface="Consolas" pitchFamily="49" charset="0"/>
        </a:defRPr>
      </a:lvl3pPr>
      <a:lvl4pPr marL="1373188" indent="6350" algn="l" defTabSz="914363" rtl="0" eaLnBrk="1" latinLnBrk="0" hangingPunct="1">
        <a:lnSpc>
          <a:spcPct val="100000"/>
        </a:lnSpc>
        <a:spcBef>
          <a:spcPts val="600"/>
        </a:spcBef>
        <a:buFont typeface="Arial" pitchFamily="34" charset="0"/>
        <a:buNone/>
        <a:defRPr sz="2000" b="0" kern="1200">
          <a:ln>
            <a:solidFill>
              <a:schemeClr val="bg1">
                <a:alpha val="0"/>
              </a:schemeClr>
            </a:solidFill>
          </a:ln>
          <a:solidFill>
            <a:srgbClr val="595959"/>
          </a:solidFill>
          <a:latin typeface="Consolas" pitchFamily="49" charset="0"/>
          <a:ea typeface="+mn-ea"/>
          <a:cs typeface="Consolas" pitchFamily="49" charset="0"/>
        </a:defRPr>
      </a:lvl4pPr>
      <a:lvl5pPr marL="1831975" indent="0" algn="l" defTabSz="914363" rtl="0" eaLnBrk="1" latinLnBrk="0" hangingPunct="1">
        <a:lnSpc>
          <a:spcPct val="100000"/>
        </a:lnSpc>
        <a:spcBef>
          <a:spcPts val="600"/>
        </a:spcBef>
        <a:buFont typeface="Arial" pitchFamily="34" charset="0"/>
        <a:buNone/>
        <a:defRPr sz="2000" b="0" kern="1200">
          <a:ln>
            <a:solidFill>
              <a:schemeClr val="bg1">
                <a:alpha val="0"/>
              </a:schemeClr>
            </a:solidFill>
          </a:ln>
          <a:solidFill>
            <a:srgbClr val="595959"/>
          </a:solidFill>
          <a:latin typeface="Consolas" pitchFamily="49" charset="0"/>
          <a:ea typeface="+mn-ea"/>
          <a:cs typeface="Consolas" pitchFamily="49" charset="0"/>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xml"/><Relationship Id="rId1" Type="http://schemas.openxmlformats.org/officeDocument/2006/relationships/vmlDrawing" Target="../drawings/vmlDrawing1.vml"/><Relationship Id="rId6" Type="http://schemas.openxmlformats.org/officeDocument/2006/relationships/image" Target="../media/image9.emf"/><Relationship Id="rId5" Type="http://schemas.openxmlformats.org/officeDocument/2006/relationships/oleObject" Target="../embeddings/oleObject1.bin"/><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8" Type="http://schemas.openxmlformats.org/officeDocument/2006/relationships/image" Target="../media/image9.emf"/><Relationship Id="rId3" Type="http://schemas.openxmlformats.org/officeDocument/2006/relationships/tags" Target="../tags/tag4.xml"/><Relationship Id="rId7" Type="http://schemas.openxmlformats.org/officeDocument/2006/relationships/oleObject" Target="../embeddings/oleObject2.bin"/><Relationship Id="rId2" Type="http://schemas.openxmlformats.org/officeDocument/2006/relationships/tags" Target="../tags/tag3.xml"/><Relationship Id="rId1" Type="http://schemas.openxmlformats.org/officeDocument/2006/relationships/vmlDrawing" Target="../drawings/vmlDrawing2.vml"/><Relationship Id="rId6" Type="http://schemas.openxmlformats.org/officeDocument/2006/relationships/notesSlide" Target="../notesSlides/notesSlide2.xml"/><Relationship Id="rId5" Type="http://schemas.openxmlformats.org/officeDocument/2006/relationships/slideLayout" Target="../slideLayouts/slideLayout4.xml"/><Relationship Id="rId4" Type="http://schemas.openxmlformats.org/officeDocument/2006/relationships/tags" Target="../tags/tag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9.emf"/><Relationship Id="rId3" Type="http://schemas.openxmlformats.org/officeDocument/2006/relationships/tags" Target="../tags/tag7.xml"/><Relationship Id="rId7" Type="http://schemas.openxmlformats.org/officeDocument/2006/relationships/oleObject" Target="../embeddings/oleObject3.bin"/><Relationship Id="rId2" Type="http://schemas.openxmlformats.org/officeDocument/2006/relationships/tags" Target="../tags/tag6.xml"/><Relationship Id="rId1" Type="http://schemas.openxmlformats.org/officeDocument/2006/relationships/vmlDrawing" Target="../drawings/vmlDrawing3.vml"/><Relationship Id="rId6" Type="http://schemas.openxmlformats.org/officeDocument/2006/relationships/notesSlide" Target="../notesSlides/notesSlide4.xml"/><Relationship Id="rId5" Type="http://schemas.openxmlformats.org/officeDocument/2006/relationships/slideLayout" Target="../slideLayouts/slideLayout7.xml"/><Relationship Id="rId4" Type="http://schemas.openxmlformats.org/officeDocument/2006/relationships/tags" Target="../tags/tag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tags" Target="../tags/tag10.xml"/><Relationship Id="rId7" Type="http://schemas.openxmlformats.org/officeDocument/2006/relationships/image" Target="../media/image9.emf"/><Relationship Id="rId2" Type="http://schemas.openxmlformats.org/officeDocument/2006/relationships/tags" Target="../tags/tag9.xml"/><Relationship Id="rId1" Type="http://schemas.openxmlformats.org/officeDocument/2006/relationships/vmlDrawing" Target="../drawings/vmlDrawing4.vml"/><Relationship Id="rId6" Type="http://schemas.openxmlformats.org/officeDocument/2006/relationships/oleObject" Target="../embeddings/oleObject4.bin"/><Relationship Id="rId5" Type="http://schemas.openxmlformats.org/officeDocument/2006/relationships/notesSlide" Target="../notesSlides/notesSlide6.xml"/><Relationship Id="rId4"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tags" Target="../tags/tag12.xml"/><Relationship Id="rId7" Type="http://schemas.openxmlformats.org/officeDocument/2006/relationships/image" Target="../media/image9.emf"/><Relationship Id="rId2" Type="http://schemas.openxmlformats.org/officeDocument/2006/relationships/tags" Target="../tags/tag11.xml"/><Relationship Id="rId1" Type="http://schemas.openxmlformats.org/officeDocument/2006/relationships/vmlDrawing" Target="../drawings/vmlDrawing5.vml"/><Relationship Id="rId6" Type="http://schemas.openxmlformats.org/officeDocument/2006/relationships/oleObject" Target="../embeddings/oleObject4.bin"/><Relationship Id="rId5" Type="http://schemas.openxmlformats.org/officeDocument/2006/relationships/notesSlide" Target="../notesSlides/notesSlide7.xml"/><Relationship Id="rId4"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tags" Target="../tags/tag14.xml"/><Relationship Id="rId7" Type="http://schemas.openxmlformats.org/officeDocument/2006/relationships/image" Target="../media/image9.emf"/><Relationship Id="rId2" Type="http://schemas.openxmlformats.org/officeDocument/2006/relationships/tags" Target="../tags/tag13.xml"/><Relationship Id="rId1" Type="http://schemas.openxmlformats.org/officeDocument/2006/relationships/vmlDrawing" Target="../drawings/vmlDrawing6.vml"/><Relationship Id="rId6" Type="http://schemas.openxmlformats.org/officeDocument/2006/relationships/oleObject" Target="../embeddings/oleObject4.bin"/><Relationship Id="rId5" Type="http://schemas.openxmlformats.org/officeDocument/2006/relationships/notesSlide" Target="../notesSlides/notesSlide8.xml"/><Relationship Id="rId4"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8" Type="http://schemas.openxmlformats.org/officeDocument/2006/relationships/image" Target="../media/image9.emf"/><Relationship Id="rId3" Type="http://schemas.openxmlformats.org/officeDocument/2006/relationships/tags" Target="../tags/tag16.xml"/><Relationship Id="rId7" Type="http://schemas.openxmlformats.org/officeDocument/2006/relationships/oleObject" Target="../embeddings/oleObject5.bin"/><Relationship Id="rId2" Type="http://schemas.openxmlformats.org/officeDocument/2006/relationships/tags" Target="../tags/tag15.xml"/><Relationship Id="rId1" Type="http://schemas.openxmlformats.org/officeDocument/2006/relationships/vmlDrawing" Target="../drawings/vmlDrawing7.vml"/><Relationship Id="rId6" Type="http://schemas.openxmlformats.org/officeDocument/2006/relationships/notesSlide" Target="../notesSlides/notesSlide9.xml"/><Relationship Id="rId5" Type="http://schemas.openxmlformats.org/officeDocument/2006/relationships/slideLayout" Target="../slideLayouts/slideLayout17.xml"/><Relationship Id="rId4" Type="http://schemas.openxmlformats.org/officeDocument/2006/relationships/tags" Target="../tags/tag17.xml"/><Relationship Id="rId9" Type="http://schemas.openxmlformats.org/officeDocument/2006/relationships/hyperlink" Target="http://schemas.microsoft.com/serviceHosting/2008/10ServiceConfiguration" TargetMode="External"/></Relationships>
</file>

<file path=ppt/slides/_rels/slide17.xml.rels><?xml version="1.0" encoding="UTF-8" standalone="yes"?>
<Relationships xmlns="http://schemas.openxmlformats.org/package/2006/relationships"><Relationship Id="rId8" Type="http://schemas.openxmlformats.org/officeDocument/2006/relationships/image" Target="../media/image9.emf"/><Relationship Id="rId3" Type="http://schemas.openxmlformats.org/officeDocument/2006/relationships/tags" Target="../tags/tag19.xml"/><Relationship Id="rId7" Type="http://schemas.openxmlformats.org/officeDocument/2006/relationships/oleObject" Target="../embeddings/oleObject6.bin"/><Relationship Id="rId2" Type="http://schemas.openxmlformats.org/officeDocument/2006/relationships/tags" Target="../tags/tag18.xml"/><Relationship Id="rId1" Type="http://schemas.openxmlformats.org/officeDocument/2006/relationships/vmlDrawing" Target="../drawings/vmlDrawing8.vml"/><Relationship Id="rId6" Type="http://schemas.openxmlformats.org/officeDocument/2006/relationships/notesSlide" Target="../notesSlides/notesSlide10.xml"/><Relationship Id="rId5" Type="http://schemas.openxmlformats.org/officeDocument/2006/relationships/slideLayout" Target="../slideLayouts/slideLayout17.xml"/><Relationship Id="rId4" Type="http://schemas.openxmlformats.org/officeDocument/2006/relationships/tags" Target="../tags/tag20.xml"/><Relationship Id="rId9" Type="http://schemas.openxmlformats.org/officeDocument/2006/relationships/hyperlink" Target="http://schemas.microsoft.com/ServiceHosting/2008/10/ServiceDefinition" TargetMode="External"/></Relationships>
</file>

<file path=ppt/slides/_rels/slide18.xml.rels><?xml version="1.0" encoding="UTF-8" standalone="yes"?>
<Relationships xmlns="http://schemas.openxmlformats.org/package/2006/relationships"><Relationship Id="rId8" Type="http://schemas.openxmlformats.org/officeDocument/2006/relationships/image" Target="../media/image9.emf"/><Relationship Id="rId3" Type="http://schemas.openxmlformats.org/officeDocument/2006/relationships/tags" Target="../tags/tag22.xml"/><Relationship Id="rId7" Type="http://schemas.openxmlformats.org/officeDocument/2006/relationships/oleObject" Target="../embeddings/oleObject7.bin"/><Relationship Id="rId2" Type="http://schemas.openxmlformats.org/officeDocument/2006/relationships/tags" Target="../tags/tag21.xml"/><Relationship Id="rId1" Type="http://schemas.openxmlformats.org/officeDocument/2006/relationships/vmlDrawing" Target="../drawings/vmlDrawing9.vml"/><Relationship Id="rId6" Type="http://schemas.openxmlformats.org/officeDocument/2006/relationships/notesSlide" Target="../notesSlides/notesSlide11.xml"/><Relationship Id="rId5" Type="http://schemas.openxmlformats.org/officeDocument/2006/relationships/slideLayout" Target="../slideLayouts/slideLayout6.xml"/><Relationship Id="rId4" Type="http://schemas.openxmlformats.org/officeDocument/2006/relationships/tags" Target="../tags/tag2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8" Type="http://schemas.openxmlformats.org/officeDocument/2006/relationships/tags" Target="../tags/tag30.xml"/><Relationship Id="rId13" Type="http://schemas.openxmlformats.org/officeDocument/2006/relationships/tags" Target="../tags/tag35.xml"/><Relationship Id="rId18" Type="http://schemas.openxmlformats.org/officeDocument/2006/relationships/tags" Target="../tags/tag40.xml"/><Relationship Id="rId3" Type="http://schemas.openxmlformats.org/officeDocument/2006/relationships/tags" Target="../tags/tag25.xml"/><Relationship Id="rId21" Type="http://schemas.openxmlformats.org/officeDocument/2006/relationships/slideLayout" Target="../slideLayouts/slideLayout6.xml"/><Relationship Id="rId7" Type="http://schemas.openxmlformats.org/officeDocument/2006/relationships/tags" Target="../tags/tag29.xml"/><Relationship Id="rId12" Type="http://schemas.openxmlformats.org/officeDocument/2006/relationships/tags" Target="../tags/tag34.xml"/><Relationship Id="rId17" Type="http://schemas.openxmlformats.org/officeDocument/2006/relationships/tags" Target="../tags/tag39.xml"/><Relationship Id="rId2" Type="http://schemas.openxmlformats.org/officeDocument/2006/relationships/tags" Target="../tags/tag24.xml"/><Relationship Id="rId16" Type="http://schemas.openxmlformats.org/officeDocument/2006/relationships/tags" Target="../tags/tag38.xml"/><Relationship Id="rId20" Type="http://schemas.openxmlformats.org/officeDocument/2006/relationships/tags" Target="../tags/tag42.xml"/><Relationship Id="rId1" Type="http://schemas.openxmlformats.org/officeDocument/2006/relationships/vmlDrawing" Target="../drawings/vmlDrawing10.vml"/><Relationship Id="rId6" Type="http://schemas.openxmlformats.org/officeDocument/2006/relationships/tags" Target="../tags/tag28.xml"/><Relationship Id="rId11" Type="http://schemas.openxmlformats.org/officeDocument/2006/relationships/tags" Target="../tags/tag33.xml"/><Relationship Id="rId24" Type="http://schemas.openxmlformats.org/officeDocument/2006/relationships/image" Target="../media/image9.emf"/><Relationship Id="rId5" Type="http://schemas.openxmlformats.org/officeDocument/2006/relationships/tags" Target="../tags/tag27.xml"/><Relationship Id="rId15" Type="http://schemas.openxmlformats.org/officeDocument/2006/relationships/tags" Target="../tags/tag37.xml"/><Relationship Id="rId23" Type="http://schemas.openxmlformats.org/officeDocument/2006/relationships/oleObject" Target="../embeddings/oleObject8.bin"/><Relationship Id="rId10" Type="http://schemas.openxmlformats.org/officeDocument/2006/relationships/tags" Target="../tags/tag32.xml"/><Relationship Id="rId19" Type="http://schemas.openxmlformats.org/officeDocument/2006/relationships/tags" Target="../tags/tag41.xml"/><Relationship Id="rId4" Type="http://schemas.openxmlformats.org/officeDocument/2006/relationships/tags" Target="../tags/tag26.xml"/><Relationship Id="rId9" Type="http://schemas.openxmlformats.org/officeDocument/2006/relationships/tags" Target="../tags/tag31.xml"/><Relationship Id="rId14" Type="http://schemas.openxmlformats.org/officeDocument/2006/relationships/tags" Target="../tags/tag36.xml"/><Relationship Id="rId22" Type="http://schemas.openxmlformats.org/officeDocument/2006/relationships/notesSlide" Target="../notesSlides/notesSlide12.xml"/></Relationships>
</file>

<file path=ppt/slides/_rels/slide22.xml.rels><?xml version="1.0" encoding="UTF-8" standalone="yes"?>
<Relationships xmlns="http://schemas.openxmlformats.org/package/2006/relationships"><Relationship Id="rId8" Type="http://schemas.openxmlformats.org/officeDocument/2006/relationships/tags" Target="../tags/tag49.xml"/><Relationship Id="rId13" Type="http://schemas.openxmlformats.org/officeDocument/2006/relationships/tags" Target="../tags/tag54.xml"/><Relationship Id="rId18" Type="http://schemas.openxmlformats.org/officeDocument/2006/relationships/tags" Target="../tags/tag59.xml"/><Relationship Id="rId3" Type="http://schemas.openxmlformats.org/officeDocument/2006/relationships/tags" Target="../tags/tag44.xml"/><Relationship Id="rId21" Type="http://schemas.openxmlformats.org/officeDocument/2006/relationships/tags" Target="../tags/tag62.xml"/><Relationship Id="rId7" Type="http://schemas.openxmlformats.org/officeDocument/2006/relationships/tags" Target="../tags/tag48.xml"/><Relationship Id="rId12" Type="http://schemas.openxmlformats.org/officeDocument/2006/relationships/tags" Target="../tags/tag53.xml"/><Relationship Id="rId17" Type="http://schemas.openxmlformats.org/officeDocument/2006/relationships/tags" Target="../tags/tag58.xml"/><Relationship Id="rId25" Type="http://schemas.openxmlformats.org/officeDocument/2006/relationships/image" Target="../media/image9.emf"/><Relationship Id="rId2" Type="http://schemas.openxmlformats.org/officeDocument/2006/relationships/tags" Target="../tags/tag43.xml"/><Relationship Id="rId16" Type="http://schemas.openxmlformats.org/officeDocument/2006/relationships/tags" Target="../tags/tag57.xml"/><Relationship Id="rId20" Type="http://schemas.openxmlformats.org/officeDocument/2006/relationships/tags" Target="../tags/tag61.xml"/><Relationship Id="rId1" Type="http://schemas.openxmlformats.org/officeDocument/2006/relationships/vmlDrawing" Target="../drawings/vmlDrawing11.vml"/><Relationship Id="rId6" Type="http://schemas.openxmlformats.org/officeDocument/2006/relationships/tags" Target="../tags/tag47.xml"/><Relationship Id="rId11" Type="http://schemas.openxmlformats.org/officeDocument/2006/relationships/tags" Target="../tags/tag52.xml"/><Relationship Id="rId24" Type="http://schemas.openxmlformats.org/officeDocument/2006/relationships/oleObject" Target="../embeddings/oleObject9.bin"/><Relationship Id="rId5" Type="http://schemas.openxmlformats.org/officeDocument/2006/relationships/tags" Target="../tags/tag46.xml"/><Relationship Id="rId15" Type="http://schemas.openxmlformats.org/officeDocument/2006/relationships/tags" Target="../tags/tag56.xml"/><Relationship Id="rId23" Type="http://schemas.openxmlformats.org/officeDocument/2006/relationships/notesSlide" Target="../notesSlides/notesSlide13.xml"/><Relationship Id="rId10" Type="http://schemas.openxmlformats.org/officeDocument/2006/relationships/tags" Target="../tags/tag51.xml"/><Relationship Id="rId19" Type="http://schemas.openxmlformats.org/officeDocument/2006/relationships/tags" Target="../tags/tag60.xml"/><Relationship Id="rId4" Type="http://schemas.openxmlformats.org/officeDocument/2006/relationships/tags" Target="../tags/tag45.xml"/><Relationship Id="rId9" Type="http://schemas.openxmlformats.org/officeDocument/2006/relationships/tags" Target="../tags/tag50.xml"/><Relationship Id="rId14" Type="http://schemas.openxmlformats.org/officeDocument/2006/relationships/tags" Target="../tags/tag55.xml"/><Relationship Id="rId22"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8" Type="http://schemas.openxmlformats.org/officeDocument/2006/relationships/image" Target="../media/image9.emf"/><Relationship Id="rId3" Type="http://schemas.openxmlformats.org/officeDocument/2006/relationships/tags" Target="../tags/tag64.xml"/><Relationship Id="rId7" Type="http://schemas.openxmlformats.org/officeDocument/2006/relationships/oleObject" Target="../embeddings/oleObject10.bin"/><Relationship Id="rId2" Type="http://schemas.openxmlformats.org/officeDocument/2006/relationships/tags" Target="../tags/tag63.xml"/><Relationship Id="rId1" Type="http://schemas.openxmlformats.org/officeDocument/2006/relationships/vmlDrawing" Target="../drawings/vmlDrawing12.vml"/><Relationship Id="rId6" Type="http://schemas.openxmlformats.org/officeDocument/2006/relationships/notesSlide" Target="../notesSlides/notesSlide16.xml"/><Relationship Id="rId5" Type="http://schemas.openxmlformats.org/officeDocument/2006/relationships/slideLayout" Target="../slideLayouts/slideLayout6.xml"/><Relationship Id="rId4" Type="http://schemas.openxmlformats.org/officeDocument/2006/relationships/tags" Target="../tags/tag6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8" Type="http://schemas.openxmlformats.org/officeDocument/2006/relationships/tags" Target="../tags/tag73.xml"/><Relationship Id="rId13" Type="http://schemas.openxmlformats.org/officeDocument/2006/relationships/tags" Target="../tags/tag78.xml"/><Relationship Id="rId18" Type="http://schemas.openxmlformats.org/officeDocument/2006/relationships/image" Target="../media/image13.png"/><Relationship Id="rId3" Type="http://schemas.openxmlformats.org/officeDocument/2006/relationships/tags" Target="../tags/tag68.xml"/><Relationship Id="rId7" Type="http://schemas.openxmlformats.org/officeDocument/2006/relationships/tags" Target="../tags/tag72.xml"/><Relationship Id="rId12" Type="http://schemas.openxmlformats.org/officeDocument/2006/relationships/tags" Target="../tags/tag77.xml"/><Relationship Id="rId17" Type="http://schemas.openxmlformats.org/officeDocument/2006/relationships/slideLayout" Target="../slideLayouts/slideLayout7.xml"/><Relationship Id="rId2" Type="http://schemas.openxmlformats.org/officeDocument/2006/relationships/tags" Target="../tags/tag67.xml"/><Relationship Id="rId16" Type="http://schemas.openxmlformats.org/officeDocument/2006/relationships/tags" Target="../tags/tag81.xml"/><Relationship Id="rId1" Type="http://schemas.openxmlformats.org/officeDocument/2006/relationships/tags" Target="../tags/tag66.xml"/><Relationship Id="rId6" Type="http://schemas.openxmlformats.org/officeDocument/2006/relationships/tags" Target="../tags/tag71.xml"/><Relationship Id="rId11" Type="http://schemas.openxmlformats.org/officeDocument/2006/relationships/tags" Target="../tags/tag76.xml"/><Relationship Id="rId5" Type="http://schemas.openxmlformats.org/officeDocument/2006/relationships/tags" Target="../tags/tag70.xml"/><Relationship Id="rId15" Type="http://schemas.openxmlformats.org/officeDocument/2006/relationships/tags" Target="../tags/tag80.xml"/><Relationship Id="rId10" Type="http://schemas.openxmlformats.org/officeDocument/2006/relationships/tags" Target="../tags/tag75.xml"/><Relationship Id="rId19" Type="http://schemas.openxmlformats.org/officeDocument/2006/relationships/image" Target="../media/image14.png"/><Relationship Id="rId4" Type="http://schemas.openxmlformats.org/officeDocument/2006/relationships/tags" Target="../tags/tag69.xml"/><Relationship Id="rId9" Type="http://schemas.openxmlformats.org/officeDocument/2006/relationships/tags" Target="../tags/tag74.xml"/><Relationship Id="rId14" Type="http://schemas.openxmlformats.org/officeDocument/2006/relationships/tags" Target="../tags/tag79.xml"/></Relationships>
</file>

<file path=ppt/slides/_rels/slide29.xml.rels><?xml version="1.0" encoding="UTF-8" standalone="yes"?>
<Relationships xmlns="http://schemas.openxmlformats.org/package/2006/relationships"><Relationship Id="rId8" Type="http://schemas.openxmlformats.org/officeDocument/2006/relationships/tags" Target="../tags/tag88.xml"/><Relationship Id="rId13" Type="http://schemas.openxmlformats.org/officeDocument/2006/relationships/tags" Target="../tags/tag93.xml"/><Relationship Id="rId18" Type="http://schemas.openxmlformats.org/officeDocument/2006/relationships/tags" Target="../tags/tag98.xml"/><Relationship Id="rId26" Type="http://schemas.openxmlformats.org/officeDocument/2006/relationships/tags" Target="../tags/tag106.xml"/><Relationship Id="rId39" Type="http://schemas.microsoft.com/office/2007/relationships/hdphoto" Target="../media/hdphoto4.wdp"/><Relationship Id="rId3" Type="http://schemas.openxmlformats.org/officeDocument/2006/relationships/tags" Target="../tags/tag83.xml"/><Relationship Id="rId21" Type="http://schemas.openxmlformats.org/officeDocument/2006/relationships/tags" Target="../tags/tag101.xml"/><Relationship Id="rId34" Type="http://schemas.openxmlformats.org/officeDocument/2006/relationships/slideLayout" Target="../slideLayouts/slideLayout7.xml"/><Relationship Id="rId7" Type="http://schemas.openxmlformats.org/officeDocument/2006/relationships/tags" Target="../tags/tag87.xml"/><Relationship Id="rId12" Type="http://schemas.openxmlformats.org/officeDocument/2006/relationships/tags" Target="../tags/tag92.xml"/><Relationship Id="rId17" Type="http://schemas.openxmlformats.org/officeDocument/2006/relationships/tags" Target="../tags/tag97.xml"/><Relationship Id="rId25" Type="http://schemas.openxmlformats.org/officeDocument/2006/relationships/tags" Target="../tags/tag105.xml"/><Relationship Id="rId33" Type="http://schemas.openxmlformats.org/officeDocument/2006/relationships/tags" Target="../tags/tag113.xml"/><Relationship Id="rId38" Type="http://schemas.openxmlformats.org/officeDocument/2006/relationships/image" Target="../media/image15.png"/><Relationship Id="rId2" Type="http://schemas.openxmlformats.org/officeDocument/2006/relationships/tags" Target="../tags/tag82.xml"/><Relationship Id="rId16" Type="http://schemas.openxmlformats.org/officeDocument/2006/relationships/tags" Target="../tags/tag96.xml"/><Relationship Id="rId20" Type="http://schemas.openxmlformats.org/officeDocument/2006/relationships/tags" Target="../tags/tag100.xml"/><Relationship Id="rId29" Type="http://schemas.openxmlformats.org/officeDocument/2006/relationships/tags" Target="../tags/tag109.xml"/><Relationship Id="rId1" Type="http://schemas.openxmlformats.org/officeDocument/2006/relationships/vmlDrawing" Target="../drawings/vmlDrawing13.vml"/><Relationship Id="rId6" Type="http://schemas.openxmlformats.org/officeDocument/2006/relationships/tags" Target="../tags/tag86.xml"/><Relationship Id="rId11" Type="http://schemas.openxmlformats.org/officeDocument/2006/relationships/tags" Target="../tags/tag91.xml"/><Relationship Id="rId24" Type="http://schemas.openxmlformats.org/officeDocument/2006/relationships/tags" Target="../tags/tag104.xml"/><Relationship Id="rId32" Type="http://schemas.openxmlformats.org/officeDocument/2006/relationships/tags" Target="../tags/tag112.xml"/><Relationship Id="rId37" Type="http://schemas.openxmlformats.org/officeDocument/2006/relationships/image" Target="../media/image9.emf"/><Relationship Id="rId5" Type="http://schemas.openxmlformats.org/officeDocument/2006/relationships/tags" Target="../tags/tag85.xml"/><Relationship Id="rId15" Type="http://schemas.openxmlformats.org/officeDocument/2006/relationships/tags" Target="../tags/tag95.xml"/><Relationship Id="rId23" Type="http://schemas.openxmlformats.org/officeDocument/2006/relationships/tags" Target="../tags/tag103.xml"/><Relationship Id="rId28" Type="http://schemas.openxmlformats.org/officeDocument/2006/relationships/tags" Target="../tags/tag108.xml"/><Relationship Id="rId36" Type="http://schemas.openxmlformats.org/officeDocument/2006/relationships/oleObject" Target="../embeddings/oleObject11.bin"/><Relationship Id="rId10" Type="http://schemas.openxmlformats.org/officeDocument/2006/relationships/tags" Target="../tags/tag90.xml"/><Relationship Id="rId19" Type="http://schemas.openxmlformats.org/officeDocument/2006/relationships/tags" Target="../tags/tag99.xml"/><Relationship Id="rId31" Type="http://schemas.openxmlformats.org/officeDocument/2006/relationships/tags" Target="../tags/tag111.xml"/><Relationship Id="rId4" Type="http://schemas.openxmlformats.org/officeDocument/2006/relationships/tags" Target="../tags/tag84.xml"/><Relationship Id="rId9" Type="http://schemas.openxmlformats.org/officeDocument/2006/relationships/tags" Target="../tags/tag89.xml"/><Relationship Id="rId14" Type="http://schemas.openxmlformats.org/officeDocument/2006/relationships/tags" Target="../tags/tag94.xml"/><Relationship Id="rId22" Type="http://schemas.openxmlformats.org/officeDocument/2006/relationships/tags" Target="../tags/tag102.xml"/><Relationship Id="rId27" Type="http://schemas.openxmlformats.org/officeDocument/2006/relationships/tags" Target="../tags/tag107.xml"/><Relationship Id="rId30" Type="http://schemas.openxmlformats.org/officeDocument/2006/relationships/tags" Target="../tags/tag110.xml"/><Relationship Id="rId35" Type="http://schemas.openxmlformats.org/officeDocument/2006/relationships/notesSlide" Target="../notesSlides/notesSlide17.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tags" Target="../tags/tag114.xml"/><Relationship Id="rId1" Type="http://schemas.openxmlformats.org/officeDocument/2006/relationships/vmlDrawing" Target="../drawings/vmlDrawing14.vml"/><Relationship Id="rId6" Type="http://schemas.openxmlformats.org/officeDocument/2006/relationships/image" Target="../media/image9.emf"/><Relationship Id="rId5" Type="http://schemas.openxmlformats.org/officeDocument/2006/relationships/oleObject" Target="../embeddings/oleObject12.bin"/><Relationship Id="rId4"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2"/>
            </p:custDataLst>
            <p:extLst>
              <p:ext uri="{D42A27DB-BD31-4B8C-83A1-F6EECF244321}">
                <p14:modId xmlns:p14="http://schemas.microsoft.com/office/powerpoint/2010/main" val="1052490528"/>
              </p:ext>
            </p:ext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1180" name="think-cell Slide" r:id="rId5" imgW="270" imgH="270" progId="TCLayout.ActiveDocument.1">
                  <p:embed/>
                </p:oleObj>
              </mc:Choice>
              <mc:Fallback>
                <p:oleObj name="think-cell Slide" r:id="rId5" imgW="270" imgH="270" progId="TCLayout.ActiveDocument.1">
                  <p:embed/>
                  <p:pic>
                    <p:nvPicPr>
                      <p:cNvPr id="0" name=""/>
                      <p:cNvPicPr/>
                      <p:nvPr/>
                    </p:nvPicPr>
                    <p:blipFill>
                      <a:blip r:embed="rId6"/>
                      <a:stretch>
                        <a:fillRect/>
                      </a:stretch>
                    </p:blipFill>
                    <p:spPr>
                      <a:xfrm>
                        <a:off x="0" y="0"/>
                        <a:ext cx="158750" cy="158750"/>
                      </a:xfrm>
                      <a:prstGeom prst="rect">
                        <a:avLst/>
                      </a:prstGeom>
                    </p:spPr>
                  </p:pic>
                </p:oleObj>
              </mc:Fallback>
            </mc:AlternateContent>
          </a:graphicData>
        </a:graphic>
      </p:graphicFrame>
      <p:sp>
        <p:nvSpPr>
          <p:cNvPr id="4" name="Title 3"/>
          <p:cNvSpPr>
            <a:spLocks noGrp="1"/>
          </p:cNvSpPr>
          <p:nvPr>
            <p:ph type="ctrTitle"/>
          </p:nvPr>
        </p:nvSpPr>
        <p:spPr/>
        <p:txBody>
          <a:bodyPr/>
          <a:lstStyle/>
          <a:p>
            <a:r>
              <a:rPr lang="en-US" dirty="0"/>
              <a:t>Windows Azure </a:t>
            </a:r>
            <a:r>
              <a:rPr lang="en-US" altLang="zh-CN" dirty="0"/>
              <a:t>Cloud Service</a:t>
            </a:r>
            <a:endParaRPr lang="en-US" dirty="0"/>
          </a:p>
        </p:txBody>
      </p:sp>
      <p:sp>
        <p:nvSpPr>
          <p:cNvPr id="7" name="Text Placeholder 6"/>
          <p:cNvSpPr>
            <a:spLocks noGrp="1"/>
          </p:cNvSpPr>
          <p:nvPr>
            <p:ph type="body" sz="quarter" idx="11"/>
          </p:nvPr>
        </p:nvSpPr>
        <p:spPr>
          <a:xfrm>
            <a:off x="519113" y="4297680"/>
            <a:ext cx="5454333" cy="1261884"/>
          </a:xfrm>
        </p:spPr>
        <p:txBody>
          <a:bodyPr/>
          <a:lstStyle/>
          <a:p>
            <a:pPr lvl="0"/>
            <a:r>
              <a:rPr lang="en-US" dirty="0"/>
              <a:t>Lei </a:t>
            </a:r>
            <a:r>
              <a:rPr lang="en-US" altLang="zh-CN" dirty="0"/>
              <a:t>Zhang</a:t>
            </a:r>
          </a:p>
          <a:p>
            <a:pPr lvl="0"/>
            <a:endParaRPr lang="en-US" altLang="zh-CN" dirty="0"/>
          </a:p>
          <a:p>
            <a:pPr lvl="0"/>
            <a:r>
              <a:rPr lang="en-US" dirty="0"/>
              <a:t>leizha@microsoft.com</a:t>
            </a:r>
          </a:p>
        </p:txBody>
      </p:sp>
    </p:spTree>
    <p:extLst>
      <p:ext uri="{BB962C8B-B14F-4D97-AF65-F5344CB8AC3E}">
        <p14:creationId xmlns:p14="http://schemas.microsoft.com/office/powerpoint/2010/main" val="3159126349"/>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2"/>
            </p:custDataLst>
            <p:extLst>
              <p:ext uri="{D42A27DB-BD31-4B8C-83A1-F6EECF244321}">
                <p14:modId xmlns:p14="http://schemas.microsoft.com/office/powerpoint/2010/main" val="2994911838"/>
              </p:ext>
            </p:ext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2206" name="think-cell Slide" r:id="rId7" imgW="270" imgH="270" progId="TCLayout.ActiveDocument.1">
                  <p:embed/>
                </p:oleObj>
              </mc:Choice>
              <mc:Fallback>
                <p:oleObj name="think-cell Slide" r:id="rId7" imgW="270" imgH="270" progId="TCLayout.ActiveDocument.1">
                  <p:embed/>
                  <p:pic>
                    <p:nvPicPr>
                      <p:cNvPr id="0" name=""/>
                      <p:cNvPicPr/>
                      <p:nvPr/>
                    </p:nvPicPr>
                    <p:blipFill>
                      <a:blip r:embed="rId8"/>
                      <a:stretch>
                        <a:fillRect/>
                      </a:stretch>
                    </p:blipFill>
                    <p:spPr>
                      <a:xfrm>
                        <a:off x="0" y="0"/>
                        <a:ext cx="158750" cy="158750"/>
                      </a:xfrm>
                      <a:prstGeom prst="rect">
                        <a:avLst/>
                      </a:prstGeom>
                    </p:spPr>
                  </p:pic>
                </p:oleObj>
              </mc:Fallback>
            </mc:AlternateContent>
          </a:graphicData>
        </a:graphic>
      </p:graphicFrame>
      <p:sp>
        <p:nvSpPr>
          <p:cNvPr id="4" name="Title 3"/>
          <p:cNvSpPr>
            <a:spLocks noGrp="1"/>
          </p:cNvSpPr>
          <p:nvPr>
            <p:ph type="title"/>
            <p:custDataLst>
              <p:tags r:id="rId3"/>
            </p:custDataLst>
          </p:nvPr>
        </p:nvSpPr>
        <p:spPr/>
        <p:txBody>
          <a:bodyPr/>
          <a:lstStyle/>
          <a:p>
            <a:r>
              <a:rPr lang="en-US" dirty="0">
                <a:cs typeface="Segoe UI"/>
              </a:rPr>
              <a:t>Agenda</a:t>
            </a:r>
          </a:p>
        </p:txBody>
      </p:sp>
      <p:sp>
        <p:nvSpPr>
          <p:cNvPr id="5" name="Content Placeholder 4"/>
          <p:cNvSpPr>
            <a:spLocks noGrp="1"/>
          </p:cNvSpPr>
          <p:nvPr>
            <p:ph type="body" sz="quarter" idx="11"/>
            <p:custDataLst>
              <p:tags r:id="rId4"/>
            </p:custDataLst>
          </p:nvPr>
        </p:nvSpPr>
        <p:spPr>
          <a:xfrm>
            <a:off x="3237127" y="1945720"/>
            <a:ext cx="8402639" cy="4185761"/>
          </a:xfrm>
        </p:spPr>
        <p:txBody>
          <a:bodyPr/>
          <a:lstStyle/>
          <a:p>
            <a:pPr marL="742950" indent="-742950">
              <a:buFont typeface="+mj-lt"/>
              <a:buAutoNum type="arabicPeriod"/>
            </a:pPr>
            <a:r>
              <a:rPr lang="en-US" altLang="zh-CN" sz="4000" dirty="0"/>
              <a:t>Azure Cloud Service Overview</a:t>
            </a:r>
          </a:p>
          <a:p>
            <a:pPr marL="742950" indent="-742950">
              <a:buFont typeface="+mj-lt"/>
              <a:buAutoNum type="arabicPeriod"/>
            </a:pPr>
            <a:r>
              <a:rPr lang="en-US" altLang="zh-CN" sz="4000" dirty="0"/>
              <a:t>Azure Cloud Service Development</a:t>
            </a:r>
          </a:p>
          <a:p>
            <a:pPr marL="742950" indent="-742950">
              <a:buFont typeface="+mj-lt"/>
              <a:buAutoNum type="arabicPeriod"/>
            </a:pPr>
            <a:r>
              <a:rPr lang="en-US" altLang="zh-CN" sz="4000" dirty="0"/>
              <a:t>Build High-Performance Cloud Service Architect</a:t>
            </a:r>
          </a:p>
          <a:p>
            <a:pPr marL="742950" indent="-742950">
              <a:buFont typeface="+mj-lt"/>
              <a:buAutoNum type="arabicPeriod"/>
            </a:pPr>
            <a:endParaRPr lang="en-US" sz="4000" dirty="0"/>
          </a:p>
        </p:txBody>
      </p:sp>
    </p:spTree>
    <p:extLst>
      <p:ext uri="{BB962C8B-B14F-4D97-AF65-F5344CB8AC3E}">
        <p14:creationId xmlns:p14="http://schemas.microsoft.com/office/powerpoint/2010/main" val="3936492027"/>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5"/>
          <p:cNvSpPr>
            <a:spLocks noGrp="1"/>
          </p:cNvSpPr>
          <p:nvPr>
            <p:ph type="body" sz="quarter" idx="10"/>
          </p:nvPr>
        </p:nvSpPr>
        <p:spPr>
          <a:xfrm>
            <a:off x="516572" y="1345001"/>
            <a:ext cx="11155680" cy="2708434"/>
          </a:xfrm>
        </p:spPr>
        <p:txBody>
          <a:bodyPr/>
          <a:lstStyle/>
          <a:p>
            <a:r>
              <a:rPr lang="en-US" altLang="zh-CN" dirty="0"/>
              <a:t>Azure Cloud Service Overview</a:t>
            </a:r>
            <a:endParaRPr lang="zh-CN" altLang="en-US" dirty="0"/>
          </a:p>
        </p:txBody>
      </p:sp>
    </p:spTree>
    <p:extLst>
      <p:ext uri="{BB962C8B-B14F-4D97-AF65-F5344CB8AC3E}">
        <p14:creationId xmlns:p14="http://schemas.microsoft.com/office/powerpoint/2010/main" val="3813177897"/>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Left Brace 61"/>
          <p:cNvSpPr/>
          <p:nvPr/>
        </p:nvSpPr>
        <p:spPr>
          <a:xfrm>
            <a:off x="1107553" y="2246324"/>
            <a:ext cx="302896" cy="3982815"/>
          </a:xfrm>
          <a:prstGeom prst="leftBrace">
            <a:avLst>
              <a:gd name="adj1" fmla="val 0"/>
              <a:gd name="adj2" fmla="val 50000"/>
            </a:avLst>
          </a:prstGeom>
          <a:noFill/>
          <a:ln w="19050" cap="flat" cmpd="sng" algn="ctr">
            <a:solidFill>
              <a:schemeClr val="accent2"/>
            </a:solidFill>
            <a:prstDash val="solid"/>
          </a:ln>
          <a:effectLst/>
        </p:spPr>
        <p:txBody>
          <a:bodyPr rtlCol="0" anchor="ctr"/>
          <a:lstStyle/>
          <a:p>
            <a:pPr algn="ctr" defTabSz="1218936"/>
            <a:endParaRPr lang="en-US" sz="1800" dirty="0">
              <a:solidFill>
                <a:srgbClr val="FFFFFF"/>
              </a:solidFill>
              <a:latin typeface="Segoe UI"/>
              <a:ea typeface="Segoe UI" pitchFamily="34" charset="0"/>
              <a:cs typeface="Segoe UI" pitchFamily="34" charset="0"/>
            </a:endParaRPr>
          </a:p>
        </p:txBody>
      </p:sp>
      <p:sp>
        <p:nvSpPr>
          <p:cNvPr id="66" name="Rectangle 65"/>
          <p:cNvSpPr/>
          <p:nvPr/>
        </p:nvSpPr>
        <p:spPr bwMode="auto">
          <a:xfrm>
            <a:off x="3206705" y="1244462"/>
            <a:ext cx="8720688" cy="5139864"/>
          </a:xfrm>
          <a:prstGeom prst="rect">
            <a:avLst/>
          </a:prstGeom>
          <a:solidFill>
            <a:schemeClr val="bg1">
              <a:lumMod val="95000"/>
            </a:schemeClr>
          </a:solidFill>
          <a:ln>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04" tIns="45703" rIns="91404" bIns="45703" numCol="1" spcCol="0" rtlCol="0" anchor="ctr" anchorCtr="0" compatLnSpc="1">
            <a:prstTxWarp prst="textNoShape">
              <a:avLst/>
            </a:prstTxWarp>
          </a:bodyPr>
          <a:lstStyle/>
          <a:p>
            <a:pPr algn="ctr" defTabSz="913788" fontAlgn="base">
              <a:spcBef>
                <a:spcPct val="0"/>
              </a:spcBef>
              <a:spcAft>
                <a:spcPct val="0"/>
              </a:spcAft>
            </a:pPr>
            <a:endParaRPr lang="en-US" sz="2200" dirty="0">
              <a:gradFill>
                <a:gsLst>
                  <a:gs pos="0">
                    <a:srgbClr val="FFFFFF"/>
                  </a:gs>
                  <a:gs pos="100000">
                    <a:srgbClr val="FFFFFF"/>
                  </a:gs>
                </a:gsLst>
                <a:lin ang="5400000" scaled="0"/>
              </a:gradFill>
            </a:endParaRPr>
          </a:p>
        </p:txBody>
      </p:sp>
      <p:sp>
        <p:nvSpPr>
          <p:cNvPr id="2" name="Title 1"/>
          <p:cNvSpPr>
            <a:spLocks noGrp="1"/>
          </p:cNvSpPr>
          <p:nvPr>
            <p:ph type="title"/>
          </p:nvPr>
        </p:nvSpPr>
        <p:spPr>
          <a:xfrm>
            <a:off x="483412" y="305687"/>
            <a:ext cx="11149013" cy="747897"/>
          </a:xfrm>
        </p:spPr>
        <p:txBody>
          <a:bodyPr/>
          <a:lstStyle/>
          <a:p>
            <a:r>
              <a:rPr lang="zh-CN" altLang="en-US" dirty="0"/>
              <a:t>云计算的三个类型</a:t>
            </a:r>
            <a:endParaRPr lang="en-US" sz="5400" dirty="0">
              <a:solidFill>
                <a:schemeClr val="accent2">
                  <a:alpha val="99000"/>
                </a:schemeClr>
              </a:solidFill>
            </a:endParaRPr>
          </a:p>
        </p:txBody>
      </p:sp>
      <p:grpSp>
        <p:nvGrpSpPr>
          <p:cNvPr id="4" name="Group 3"/>
          <p:cNvGrpSpPr/>
          <p:nvPr/>
        </p:nvGrpSpPr>
        <p:grpSpPr>
          <a:xfrm>
            <a:off x="795377" y="1537200"/>
            <a:ext cx="2427913" cy="4714500"/>
            <a:chOff x="855665" y="1659304"/>
            <a:chExt cx="2427913" cy="4714500"/>
          </a:xfrm>
        </p:grpSpPr>
        <p:sp>
          <p:nvSpPr>
            <p:cNvPr id="124" name="Rectangle 123"/>
            <p:cNvSpPr/>
            <p:nvPr/>
          </p:nvSpPr>
          <p:spPr>
            <a:xfrm>
              <a:off x="1416806" y="1659304"/>
              <a:ext cx="1866772" cy="640080"/>
            </a:xfrm>
            <a:prstGeom prst="rect">
              <a:avLst/>
            </a:prstGeom>
            <a:noFill/>
            <a:ln w="9525" cap="flat" cmpd="sng" algn="ctr">
              <a:noFill/>
              <a:prstDash val="solid"/>
            </a:ln>
            <a:effectLst/>
          </p:spPr>
          <p:txBody>
            <a:bodyPr lIns="0" tIns="0" rIns="0" bIns="0" rtlCol="0" anchor="t"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lvl="1" defTabSz="1218836" fontAlgn="base">
                <a:spcAft>
                  <a:spcPct val="0"/>
                </a:spcAft>
              </a:pPr>
              <a:r>
                <a:rPr lang="en-US" sz="2000" dirty="0">
                  <a:solidFill>
                    <a:srgbClr val="595959">
                      <a:alpha val="99000"/>
                    </a:srgbClr>
                  </a:solidFill>
                  <a:ea typeface="Kozuka Gothic Pro R" pitchFamily="34" charset="-128"/>
                </a:rPr>
                <a:t>Packaged Software</a:t>
              </a:r>
            </a:p>
          </p:txBody>
        </p:sp>
        <p:sp>
          <p:nvSpPr>
            <p:cNvPr id="128" name="Rectangle 127"/>
            <p:cNvSpPr/>
            <p:nvPr/>
          </p:nvSpPr>
          <p:spPr>
            <a:xfrm>
              <a:off x="1396458" y="5537987"/>
              <a:ext cx="1638241" cy="381000"/>
            </a:xfrm>
            <a:prstGeom prst="rect">
              <a:avLst/>
            </a:prstGeom>
            <a:solidFill>
              <a:schemeClr val="accent1"/>
            </a:solidFill>
            <a:ln w="9525" cap="flat" cmpd="sng" algn="ctr">
              <a:solidFill>
                <a:srgbClr val="FFC000">
                  <a:shade val="95000"/>
                  <a:satMod val="105000"/>
                </a:srgbClr>
              </a:solidFill>
              <a:prstDash val="solid"/>
            </a:ln>
            <a:effectLst/>
          </p:spPr>
          <p:txBody>
            <a:bodyPr rtlCol="0" anchor="t"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218936"/>
              <a:r>
                <a:rPr lang="en-US" sz="1500" dirty="0">
                  <a:solidFill>
                    <a:schemeClr val="bg1">
                      <a:alpha val="99000"/>
                    </a:schemeClr>
                  </a:solidFill>
                  <a:latin typeface="Segoe UI"/>
                  <a:ea typeface="Segoe UI" pitchFamily="34" charset="0"/>
                  <a:cs typeface="Segoe UI" pitchFamily="34" charset="0"/>
                </a:rPr>
                <a:t>Storage</a:t>
              </a:r>
            </a:p>
          </p:txBody>
        </p:sp>
        <p:sp>
          <p:nvSpPr>
            <p:cNvPr id="129" name="Rectangle 128"/>
            <p:cNvSpPr/>
            <p:nvPr/>
          </p:nvSpPr>
          <p:spPr>
            <a:xfrm>
              <a:off x="1396458" y="5083168"/>
              <a:ext cx="1638241" cy="381000"/>
            </a:xfrm>
            <a:prstGeom prst="rect">
              <a:avLst/>
            </a:prstGeom>
            <a:solidFill>
              <a:schemeClr val="accent1"/>
            </a:solidFill>
            <a:ln w="9525" cap="flat" cmpd="sng" algn="ctr">
              <a:solidFill>
                <a:srgbClr val="FFC000">
                  <a:shade val="95000"/>
                  <a:satMod val="105000"/>
                </a:srgbClr>
              </a:solidFill>
              <a:prstDash val="solid"/>
            </a:ln>
            <a:effectLst/>
          </p:spPr>
          <p:txBody>
            <a:bodyPr rtlCol="0" anchor="t"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218936"/>
              <a:r>
                <a:rPr lang="en-US" sz="1500" dirty="0">
                  <a:solidFill>
                    <a:schemeClr val="bg1">
                      <a:alpha val="99000"/>
                    </a:schemeClr>
                  </a:solidFill>
                  <a:latin typeface="Segoe UI"/>
                  <a:ea typeface="Segoe UI" pitchFamily="34" charset="0"/>
                  <a:cs typeface="Segoe UI" pitchFamily="34" charset="0"/>
                </a:rPr>
                <a:t>Servers</a:t>
              </a:r>
            </a:p>
          </p:txBody>
        </p:sp>
        <p:sp>
          <p:nvSpPr>
            <p:cNvPr id="130" name="Rectangle 129"/>
            <p:cNvSpPr/>
            <p:nvPr/>
          </p:nvSpPr>
          <p:spPr>
            <a:xfrm>
              <a:off x="1396458" y="5992804"/>
              <a:ext cx="1638241" cy="381000"/>
            </a:xfrm>
            <a:prstGeom prst="rect">
              <a:avLst/>
            </a:prstGeom>
            <a:solidFill>
              <a:schemeClr val="accent1"/>
            </a:solidFill>
            <a:ln w="9525" cap="flat" cmpd="sng" algn="ctr">
              <a:solidFill>
                <a:srgbClr val="FFC000">
                  <a:shade val="95000"/>
                  <a:satMod val="105000"/>
                </a:srgbClr>
              </a:solidFill>
              <a:prstDash val="solid"/>
            </a:ln>
            <a:effectLst/>
          </p:spPr>
          <p:txBody>
            <a:bodyPr rtlCol="0" anchor="t"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218936"/>
              <a:r>
                <a:rPr lang="en-US" sz="1500" dirty="0">
                  <a:solidFill>
                    <a:schemeClr val="bg1">
                      <a:alpha val="99000"/>
                    </a:schemeClr>
                  </a:solidFill>
                  <a:latin typeface="Segoe UI"/>
                  <a:ea typeface="Segoe UI" pitchFamily="34" charset="0"/>
                  <a:cs typeface="Segoe UI" pitchFamily="34" charset="0"/>
                </a:rPr>
                <a:t>Networking</a:t>
              </a:r>
            </a:p>
          </p:txBody>
        </p:sp>
        <p:sp>
          <p:nvSpPr>
            <p:cNvPr id="131" name="Rectangle 130"/>
            <p:cNvSpPr/>
            <p:nvPr/>
          </p:nvSpPr>
          <p:spPr>
            <a:xfrm>
              <a:off x="1396458" y="4173530"/>
              <a:ext cx="1638241" cy="381000"/>
            </a:xfrm>
            <a:prstGeom prst="rect">
              <a:avLst/>
            </a:prstGeom>
            <a:solidFill>
              <a:schemeClr val="accent1"/>
            </a:solidFill>
            <a:ln w="9525" cap="flat" cmpd="sng" algn="ctr">
              <a:solidFill>
                <a:srgbClr val="FFC000">
                  <a:shade val="95000"/>
                  <a:satMod val="105000"/>
                </a:srgbClr>
              </a:solidFill>
              <a:prstDash val="solid"/>
            </a:ln>
            <a:effectLst/>
          </p:spPr>
          <p:txBody>
            <a:bodyPr rtlCol="0" anchor="t"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218936"/>
              <a:r>
                <a:rPr lang="en-US" sz="1500" dirty="0">
                  <a:solidFill>
                    <a:schemeClr val="bg1">
                      <a:alpha val="99000"/>
                    </a:schemeClr>
                  </a:solidFill>
                  <a:latin typeface="Segoe UI"/>
                  <a:ea typeface="Segoe UI" pitchFamily="34" charset="0"/>
                  <a:cs typeface="Segoe UI" pitchFamily="34" charset="0"/>
                </a:rPr>
                <a:t>O/S</a:t>
              </a:r>
            </a:p>
          </p:txBody>
        </p:sp>
        <p:sp>
          <p:nvSpPr>
            <p:cNvPr id="132" name="Rectangle 131"/>
            <p:cNvSpPr/>
            <p:nvPr/>
          </p:nvSpPr>
          <p:spPr>
            <a:xfrm>
              <a:off x="1396458" y="3718711"/>
              <a:ext cx="1638241" cy="381000"/>
            </a:xfrm>
            <a:prstGeom prst="rect">
              <a:avLst/>
            </a:prstGeom>
            <a:solidFill>
              <a:schemeClr val="accent1"/>
            </a:solidFill>
            <a:ln w="9525" cap="flat" cmpd="sng" algn="ctr">
              <a:solidFill>
                <a:srgbClr val="FFC000">
                  <a:shade val="95000"/>
                  <a:satMod val="105000"/>
                </a:srgbClr>
              </a:solidFill>
              <a:prstDash val="solid"/>
            </a:ln>
            <a:effectLst/>
          </p:spPr>
          <p:txBody>
            <a:bodyPr rtlCol="0" anchor="t"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218936"/>
              <a:r>
                <a:rPr lang="en-US" sz="1500" dirty="0">
                  <a:solidFill>
                    <a:schemeClr val="bg1">
                      <a:alpha val="99000"/>
                    </a:schemeClr>
                  </a:solidFill>
                  <a:latin typeface="Segoe UI"/>
                  <a:ea typeface="Segoe UI" pitchFamily="34" charset="0"/>
                  <a:cs typeface="Segoe UI" pitchFamily="34" charset="0"/>
                </a:rPr>
                <a:t>Middleware</a:t>
              </a:r>
            </a:p>
          </p:txBody>
        </p:sp>
        <p:sp>
          <p:nvSpPr>
            <p:cNvPr id="133" name="Rectangle 132"/>
            <p:cNvSpPr/>
            <p:nvPr/>
          </p:nvSpPr>
          <p:spPr>
            <a:xfrm>
              <a:off x="1396458" y="4628349"/>
              <a:ext cx="1638241" cy="381000"/>
            </a:xfrm>
            <a:prstGeom prst="rect">
              <a:avLst/>
            </a:prstGeom>
            <a:solidFill>
              <a:schemeClr val="accent1"/>
            </a:solidFill>
            <a:ln w="9525" cap="flat" cmpd="sng" algn="ctr">
              <a:solidFill>
                <a:srgbClr val="FFC000">
                  <a:shade val="95000"/>
                  <a:satMod val="105000"/>
                </a:srgbClr>
              </a:solidFill>
              <a:prstDash val="solid"/>
            </a:ln>
            <a:effectLst/>
          </p:spPr>
          <p:txBody>
            <a:bodyPr lIns="0" rIns="0" rtlCol="0" anchor="t"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218936"/>
              <a:r>
                <a:rPr lang="en-US" sz="1500" dirty="0">
                  <a:solidFill>
                    <a:schemeClr val="bg1">
                      <a:alpha val="99000"/>
                    </a:schemeClr>
                  </a:solidFill>
                  <a:latin typeface="Segoe UI"/>
                  <a:ea typeface="Segoe UI" pitchFamily="34" charset="0"/>
                  <a:cs typeface="Segoe UI" pitchFamily="34" charset="0"/>
                </a:rPr>
                <a:t>Virtualization</a:t>
              </a:r>
            </a:p>
          </p:txBody>
        </p:sp>
        <p:sp>
          <p:nvSpPr>
            <p:cNvPr id="134" name="Rectangle 133"/>
            <p:cNvSpPr/>
            <p:nvPr/>
          </p:nvSpPr>
          <p:spPr>
            <a:xfrm>
              <a:off x="1396458" y="2809073"/>
              <a:ext cx="1638241" cy="381000"/>
            </a:xfrm>
            <a:prstGeom prst="rect">
              <a:avLst/>
            </a:prstGeom>
            <a:solidFill>
              <a:schemeClr val="accent1"/>
            </a:solidFill>
            <a:ln w="9525" cap="flat" cmpd="sng" algn="ctr">
              <a:solidFill>
                <a:srgbClr val="FFC000">
                  <a:shade val="95000"/>
                  <a:satMod val="105000"/>
                </a:srgbClr>
              </a:solidFill>
              <a:prstDash val="solid"/>
            </a:ln>
            <a:effectLst/>
          </p:spPr>
          <p:txBody>
            <a:bodyPr rtlCol="0" anchor="t"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218936"/>
              <a:r>
                <a:rPr lang="en-US" sz="1500" dirty="0">
                  <a:solidFill>
                    <a:schemeClr val="bg1">
                      <a:alpha val="99000"/>
                    </a:schemeClr>
                  </a:solidFill>
                  <a:latin typeface="Segoe UI"/>
                  <a:ea typeface="Segoe UI" pitchFamily="34" charset="0"/>
                  <a:cs typeface="Segoe UI" pitchFamily="34" charset="0"/>
                </a:rPr>
                <a:t>Data</a:t>
              </a:r>
            </a:p>
          </p:txBody>
        </p:sp>
        <p:sp>
          <p:nvSpPr>
            <p:cNvPr id="135" name="Rectangle 134"/>
            <p:cNvSpPr/>
            <p:nvPr/>
          </p:nvSpPr>
          <p:spPr>
            <a:xfrm>
              <a:off x="1396458" y="2354254"/>
              <a:ext cx="1638241" cy="381000"/>
            </a:xfrm>
            <a:prstGeom prst="rect">
              <a:avLst/>
            </a:prstGeom>
            <a:solidFill>
              <a:schemeClr val="accent1"/>
            </a:solidFill>
            <a:ln w="9525" cap="flat" cmpd="sng" algn="ctr">
              <a:solidFill>
                <a:srgbClr val="FFC000">
                  <a:shade val="95000"/>
                  <a:satMod val="105000"/>
                </a:srgbClr>
              </a:solidFill>
              <a:prstDash val="solid"/>
            </a:ln>
            <a:effectLst/>
          </p:spPr>
          <p:txBody>
            <a:bodyPr rtlCol="0" anchor="t"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218936"/>
              <a:r>
                <a:rPr lang="en-US" sz="1500" dirty="0">
                  <a:solidFill>
                    <a:schemeClr val="bg1">
                      <a:alpha val="99000"/>
                    </a:schemeClr>
                  </a:solidFill>
                  <a:latin typeface="Segoe UI"/>
                  <a:ea typeface="Segoe UI" pitchFamily="34" charset="0"/>
                  <a:cs typeface="Segoe UI" pitchFamily="34" charset="0"/>
                </a:rPr>
                <a:t>Applications</a:t>
              </a:r>
            </a:p>
          </p:txBody>
        </p:sp>
        <p:sp>
          <p:nvSpPr>
            <p:cNvPr id="136" name="Rectangle 135"/>
            <p:cNvSpPr/>
            <p:nvPr/>
          </p:nvSpPr>
          <p:spPr>
            <a:xfrm>
              <a:off x="1396458" y="3263892"/>
              <a:ext cx="1638241" cy="381000"/>
            </a:xfrm>
            <a:prstGeom prst="rect">
              <a:avLst/>
            </a:prstGeom>
            <a:solidFill>
              <a:schemeClr val="accent1"/>
            </a:solidFill>
            <a:ln w="9525" cap="flat" cmpd="sng" algn="ctr">
              <a:solidFill>
                <a:srgbClr val="FFC000">
                  <a:shade val="95000"/>
                  <a:satMod val="105000"/>
                </a:srgbClr>
              </a:solidFill>
              <a:prstDash val="solid"/>
            </a:ln>
            <a:effectLst/>
          </p:spPr>
          <p:txBody>
            <a:bodyPr rtlCol="0" anchor="t"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218936"/>
              <a:r>
                <a:rPr lang="en-US" sz="1500" dirty="0">
                  <a:solidFill>
                    <a:schemeClr val="bg1">
                      <a:alpha val="99000"/>
                    </a:schemeClr>
                  </a:solidFill>
                  <a:latin typeface="Segoe UI"/>
                  <a:ea typeface="Segoe UI" pitchFamily="34" charset="0"/>
                  <a:cs typeface="Segoe UI" pitchFamily="34" charset="0"/>
                </a:rPr>
                <a:t>Runtime</a:t>
              </a:r>
            </a:p>
          </p:txBody>
        </p:sp>
        <p:sp>
          <p:nvSpPr>
            <p:cNvPr id="127" name="TextBox 52"/>
            <p:cNvSpPr txBox="1"/>
            <p:nvPr/>
          </p:nvSpPr>
          <p:spPr>
            <a:xfrm>
              <a:off x="855665" y="3820893"/>
              <a:ext cx="400110" cy="1070421"/>
            </a:xfrm>
            <a:prstGeom prst="rect">
              <a:avLst/>
            </a:prstGeom>
            <a:noFill/>
          </p:spPr>
          <p:txBody>
            <a:bodyPr vert="vert270"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algn="ctr" defTabSz="1218836" fontAlgn="base">
                <a:spcAft>
                  <a:spcPct val="0"/>
                </a:spcAft>
              </a:pPr>
              <a:r>
                <a:rPr lang="en-US" sz="1400" dirty="0">
                  <a:solidFill>
                    <a:srgbClr val="595959">
                      <a:alpha val="99000"/>
                    </a:srgbClr>
                  </a:solidFill>
                  <a:ea typeface="Kozuka Gothic Pro R" pitchFamily="34" charset="-128"/>
                </a:rPr>
                <a:t>You manage</a:t>
              </a:r>
            </a:p>
          </p:txBody>
        </p:sp>
      </p:grpSp>
      <p:sp>
        <p:nvSpPr>
          <p:cNvPr id="138" name="Rectangle 137"/>
          <p:cNvSpPr/>
          <p:nvPr/>
        </p:nvSpPr>
        <p:spPr>
          <a:xfrm>
            <a:off x="4380302" y="1535865"/>
            <a:ext cx="2108505" cy="640080"/>
          </a:xfrm>
          <a:prstGeom prst="rect">
            <a:avLst/>
          </a:prstGeom>
          <a:noFill/>
          <a:ln w="9525" cap="flat" cmpd="sng" algn="ctr">
            <a:noFill/>
            <a:prstDash val="solid"/>
          </a:ln>
          <a:effectLst/>
        </p:spPr>
        <p:txBody>
          <a:bodyPr tIns="0" bIns="0" rtlCol="0" anchor="t"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lvl="1" defTabSz="1218836" fontAlgn="base">
              <a:spcAft>
                <a:spcPct val="0"/>
              </a:spcAft>
            </a:pPr>
            <a:r>
              <a:rPr lang="en-US" sz="2000" dirty="0">
                <a:solidFill>
                  <a:srgbClr val="595959">
                    <a:alpha val="99000"/>
                  </a:srgbClr>
                </a:solidFill>
                <a:ea typeface="Kozuka Gothic Pro R" pitchFamily="34" charset="-128"/>
              </a:rPr>
              <a:t>Infrastructure</a:t>
            </a:r>
          </a:p>
          <a:p>
            <a:pPr defTabSz="1218936"/>
            <a:r>
              <a:rPr lang="en-US" sz="1600" dirty="0">
                <a:solidFill>
                  <a:srgbClr val="595959">
                    <a:alpha val="99000"/>
                  </a:srgbClr>
                </a:solidFill>
                <a:ea typeface="Kozuka Gothic Pro R" pitchFamily="34" charset="-128"/>
              </a:rPr>
              <a:t>(as a Service)</a:t>
            </a:r>
          </a:p>
        </p:txBody>
      </p:sp>
      <p:sp>
        <p:nvSpPr>
          <p:cNvPr id="144" name="Rectangle 143"/>
          <p:cNvSpPr/>
          <p:nvPr/>
        </p:nvSpPr>
        <p:spPr>
          <a:xfrm>
            <a:off x="4410447" y="5415887"/>
            <a:ext cx="1638241" cy="381000"/>
          </a:xfrm>
          <a:prstGeom prst="rect">
            <a:avLst/>
          </a:prstGeom>
          <a:solidFill>
            <a:schemeClr val="accent4"/>
          </a:solidFill>
          <a:ln w="9525" cap="flat" cmpd="sng" algn="ctr">
            <a:noFill/>
            <a:prstDash val="solid"/>
          </a:ln>
          <a:effectLst/>
        </p:spPr>
        <p:txBody>
          <a:bodyPr rtlCol="0" anchor="t" anchorCtr="0"/>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defTabSz="1218936"/>
            <a:r>
              <a:rPr lang="en-US" sz="1500" dirty="0">
                <a:solidFill>
                  <a:schemeClr val="bg1">
                    <a:alpha val="99000"/>
                  </a:schemeClr>
                </a:solidFill>
                <a:latin typeface="Segoe UI"/>
                <a:ea typeface="Segoe UI" pitchFamily="34" charset="0"/>
                <a:cs typeface="Segoe UI" pitchFamily="34" charset="0"/>
              </a:rPr>
              <a:t>Storage</a:t>
            </a:r>
          </a:p>
        </p:txBody>
      </p:sp>
      <p:sp>
        <p:nvSpPr>
          <p:cNvPr id="145" name="Rectangle 144"/>
          <p:cNvSpPr/>
          <p:nvPr/>
        </p:nvSpPr>
        <p:spPr>
          <a:xfrm>
            <a:off x="4410447" y="4961068"/>
            <a:ext cx="1638241" cy="381000"/>
          </a:xfrm>
          <a:prstGeom prst="rect">
            <a:avLst/>
          </a:prstGeom>
          <a:solidFill>
            <a:schemeClr val="accent4"/>
          </a:solidFill>
          <a:ln w="9525" cap="flat" cmpd="sng" algn="ctr">
            <a:noFill/>
            <a:prstDash val="solid"/>
          </a:ln>
          <a:effectLst/>
        </p:spPr>
        <p:txBody>
          <a:bodyPr rtlCol="0" anchor="t" anchorCtr="0"/>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defTabSz="1218936"/>
            <a:r>
              <a:rPr lang="en-US" sz="1500" dirty="0">
                <a:solidFill>
                  <a:schemeClr val="bg1">
                    <a:alpha val="99000"/>
                  </a:schemeClr>
                </a:solidFill>
                <a:latin typeface="Segoe UI"/>
                <a:ea typeface="Segoe UI" pitchFamily="34" charset="0"/>
                <a:cs typeface="Segoe UI" pitchFamily="34" charset="0"/>
              </a:rPr>
              <a:t>Servers</a:t>
            </a:r>
          </a:p>
        </p:txBody>
      </p:sp>
      <p:sp>
        <p:nvSpPr>
          <p:cNvPr id="146" name="Rectangle 145"/>
          <p:cNvSpPr/>
          <p:nvPr/>
        </p:nvSpPr>
        <p:spPr>
          <a:xfrm>
            <a:off x="4410447" y="5870704"/>
            <a:ext cx="1638241" cy="381000"/>
          </a:xfrm>
          <a:prstGeom prst="rect">
            <a:avLst/>
          </a:prstGeom>
          <a:solidFill>
            <a:schemeClr val="accent4"/>
          </a:solidFill>
          <a:ln w="9525" cap="flat" cmpd="sng" algn="ctr">
            <a:noFill/>
            <a:prstDash val="solid"/>
          </a:ln>
          <a:effectLst/>
        </p:spPr>
        <p:txBody>
          <a:bodyPr rtlCol="0" anchor="t" anchorCtr="0"/>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defTabSz="1218936"/>
            <a:r>
              <a:rPr lang="en-US" sz="1500" dirty="0">
                <a:solidFill>
                  <a:schemeClr val="bg1">
                    <a:alpha val="99000"/>
                  </a:schemeClr>
                </a:solidFill>
                <a:latin typeface="Segoe UI"/>
                <a:ea typeface="Segoe UI" pitchFamily="34" charset="0"/>
                <a:cs typeface="Segoe UI" pitchFamily="34" charset="0"/>
              </a:rPr>
              <a:t>Networking</a:t>
            </a:r>
          </a:p>
        </p:txBody>
      </p:sp>
      <p:sp>
        <p:nvSpPr>
          <p:cNvPr id="147" name="Rectangle 146"/>
          <p:cNvSpPr/>
          <p:nvPr/>
        </p:nvSpPr>
        <p:spPr>
          <a:xfrm>
            <a:off x="4410447" y="4051430"/>
            <a:ext cx="1638241" cy="381000"/>
          </a:xfrm>
          <a:prstGeom prst="rect">
            <a:avLst/>
          </a:prstGeom>
          <a:solidFill>
            <a:schemeClr val="accent1"/>
          </a:solidFill>
          <a:ln w="9525" cap="flat" cmpd="sng" algn="ctr">
            <a:solidFill>
              <a:srgbClr val="FFC000">
                <a:shade val="95000"/>
                <a:satMod val="105000"/>
              </a:srgbClr>
            </a:solidFill>
            <a:prstDash val="solid"/>
          </a:ln>
          <a:effectLst/>
        </p:spPr>
        <p:txBody>
          <a:bodyPr rtlCol="0" anchor="t" anchorCtr="0"/>
          <a:lstStyle/>
          <a:p>
            <a:pPr algn="ctr" defTabSz="1218936"/>
            <a:r>
              <a:rPr lang="en-US" sz="1500" dirty="0">
                <a:solidFill>
                  <a:schemeClr val="bg1">
                    <a:alpha val="99000"/>
                  </a:schemeClr>
                </a:solidFill>
                <a:latin typeface="Segoe UI"/>
                <a:ea typeface="Segoe UI" pitchFamily="34" charset="0"/>
                <a:cs typeface="Segoe UI" pitchFamily="34" charset="0"/>
              </a:rPr>
              <a:t>O/S</a:t>
            </a:r>
          </a:p>
        </p:txBody>
      </p:sp>
      <p:sp>
        <p:nvSpPr>
          <p:cNvPr id="148" name="Rectangle 147"/>
          <p:cNvSpPr/>
          <p:nvPr/>
        </p:nvSpPr>
        <p:spPr>
          <a:xfrm>
            <a:off x="4410447" y="3596611"/>
            <a:ext cx="1638241" cy="381000"/>
          </a:xfrm>
          <a:prstGeom prst="rect">
            <a:avLst/>
          </a:prstGeom>
          <a:solidFill>
            <a:schemeClr val="accent1"/>
          </a:solidFill>
          <a:ln w="9525" cap="flat" cmpd="sng" algn="ctr">
            <a:solidFill>
              <a:srgbClr val="FFC000">
                <a:shade val="95000"/>
                <a:satMod val="105000"/>
              </a:srgbClr>
            </a:solidFill>
            <a:prstDash val="solid"/>
          </a:ln>
          <a:effectLst/>
        </p:spPr>
        <p:txBody>
          <a:bodyPr rtlCol="0" anchor="t" anchorCtr="0"/>
          <a:lstStyle/>
          <a:p>
            <a:pPr algn="ctr" defTabSz="1218936"/>
            <a:r>
              <a:rPr lang="en-US" sz="1500" dirty="0">
                <a:solidFill>
                  <a:schemeClr val="bg1">
                    <a:alpha val="99000"/>
                  </a:schemeClr>
                </a:solidFill>
                <a:latin typeface="Segoe UI"/>
                <a:ea typeface="Segoe UI" pitchFamily="34" charset="0"/>
                <a:cs typeface="Segoe UI" pitchFamily="34" charset="0"/>
              </a:rPr>
              <a:t>Middleware</a:t>
            </a:r>
          </a:p>
        </p:txBody>
      </p:sp>
      <p:sp>
        <p:nvSpPr>
          <p:cNvPr id="149" name="Rectangle 148"/>
          <p:cNvSpPr/>
          <p:nvPr/>
        </p:nvSpPr>
        <p:spPr>
          <a:xfrm>
            <a:off x="4410447" y="4506249"/>
            <a:ext cx="1638241" cy="381000"/>
          </a:xfrm>
          <a:prstGeom prst="rect">
            <a:avLst/>
          </a:prstGeom>
          <a:solidFill>
            <a:schemeClr val="accent4"/>
          </a:solidFill>
          <a:ln w="9525" cap="flat" cmpd="sng" algn="ctr">
            <a:noFill/>
            <a:prstDash val="solid"/>
          </a:ln>
          <a:effectLst/>
        </p:spPr>
        <p:txBody>
          <a:bodyPr lIns="0" rIns="0" rtlCol="0" anchor="t" anchorCtr="0"/>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defTabSz="1218936"/>
            <a:r>
              <a:rPr lang="en-US" sz="1500" dirty="0">
                <a:solidFill>
                  <a:schemeClr val="bg1">
                    <a:alpha val="99000"/>
                  </a:schemeClr>
                </a:solidFill>
                <a:latin typeface="Segoe UI"/>
                <a:ea typeface="Segoe UI" pitchFamily="34" charset="0"/>
                <a:cs typeface="Segoe UI" pitchFamily="34" charset="0"/>
              </a:rPr>
              <a:t>Virtualization</a:t>
            </a:r>
          </a:p>
        </p:txBody>
      </p:sp>
      <p:sp>
        <p:nvSpPr>
          <p:cNvPr id="150" name="Rectangle 149"/>
          <p:cNvSpPr/>
          <p:nvPr/>
        </p:nvSpPr>
        <p:spPr>
          <a:xfrm>
            <a:off x="4410447" y="2686973"/>
            <a:ext cx="1638241" cy="381000"/>
          </a:xfrm>
          <a:prstGeom prst="rect">
            <a:avLst/>
          </a:prstGeom>
          <a:solidFill>
            <a:schemeClr val="accent1"/>
          </a:solidFill>
          <a:ln w="9525" cap="flat" cmpd="sng" algn="ctr">
            <a:solidFill>
              <a:srgbClr val="FFC000">
                <a:shade val="95000"/>
                <a:satMod val="105000"/>
              </a:srgbClr>
            </a:solidFill>
            <a:prstDash val="solid"/>
          </a:ln>
          <a:effectLst/>
        </p:spPr>
        <p:txBody>
          <a:bodyPr rtlCol="0" anchor="t" anchorCtr="0"/>
          <a:lstStyle/>
          <a:p>
            <a:pPr algn="ctr" defTabSz="1218936"/>
            <a:r>
              <a:rPr lang="en-US" sz="1500" dirty="0">
                <a:solidFill>
                  <a:schemeClr val="bg1">
                    <a:alpha val="99000"/>
                  </a:schemeClr>
                </a:solidFill>
                <a:latin typeface="Segoe UI"/>
                <a:ea typeface="Segoe UI" pitchFamily="34" charset="0"/>
                <a:cs typeface="Segoe UI" pitchFamily="34" charset="0"/>
              </a:rPr>
              <a:t>Data</a:t>
            </a:r>
          </a:p>
        </p:txBody>
      </p:sp>
      <p:sp>
        <p:nvSpPr>
          <p:cNvPr id="151" name="Rectangle 150"/>
          <p:cNvSpPr/>
          <p:nvPr/>
        </p:nvSpPr>
        <p:spPr>
          <a:xfrm>
            <a:off x="4410447" y="2232154"/>
            <a:ext cx="1638241" cy="381000"/>
          </a:xfrm>
          <a:prstGeom prst="rect">
            <a:avLst/>
          </a:prstGeom>
          <a:solidFill>
            <a:schemeClr val="accent1"/>
          </a:solidFill>
          <a:ln w="9525" cap="flat" cmpd="sng" algn="ctr">
            <a:solidFill>
              <a:srgbClr val="FFC000">
                <a:shade val="95000"/>
                <a:satMod val="105000"/>
              </a:srgbClr>
            </a:solidFill>
            <a:prstDash val="solid"/>
          </a:ln>
          <a:effectLst/>
        </p:spPr>
        <p:txBody>
          <a:bodyPr rtlCol="0" anchor="t" anchorCtr="0"/>
          <a:lstStyle/>
          <a:p>
            <a:pPr algn="ctr" defTabSz="1218936"/>
            <a:r>
              <a:rPr lang="en-US" sz="1500" dirty="0">
                <a:solidFill>
                  <a:schemeClr val="bg1">
                    <a:alpha val="99000"/>
                  </a:schemeClr>
                </a:solidFill>
                <a:latin typeface="Segoe UI"/>
                <a:ea typeface="Segoe UI" pitchFamily="34" charset="0"/>
                <a:cs typeface="Segoe UI" pitchFamily="34" charset="0"/>
              </a:rPr>
              <a:t>Applications</a:t>
            </a:r>
          </a:p>
        </p:txBody>
      </p:sp>
      <p:sp>
        <p:nvSpPr>
          <p:cNvPr id="152" name="Rectangle 151"/>
          <p:cNvSpPr/>
          <p:nvPr/>
        </p:nvSpPr>
        <p:spPr>
          <a:xfrm>
            <a:off x="4410447" y="3141792"/>
            <a:ext cx="1638241" cy="381000"/>
          </a:xfrm>
          <a:prstGeom prst="rect">
            <a:avLst/>
          </a:prstGeom>
          <a:solidFill>
            <a:schemeClr val="accent1"/>
          </a:solidFill>
          <a:ln w="9525" cap="flat" cmpd="sng" algn="ctr">
            <a:solidFill>
              <a:srgbClr val="FFC000">
                <a:shade val="95000"/>
                <a:satMod val="105000"/>
              </a:srgbClr>
            </a:solidFill>
            <a:prstDash val="solid"/>
          </a:ln>
          <a:effectLst/>
        </p:spPr>
        <p:txBody>
          <a:bodyPr rtlCol="0" anchor="t" anchorCtr="0"/>
          <a:lstStyle/>
          <a:p>
            <a:pPr algn="ctr" defTabSz="1218936"/>
            <a:r>
              <a:rPr lang="en-US" sz="1500" dirty="0">
                <a:solidFill>
                  <a:schemeClr val="bg1">
                    <a:alpha val="99000"/>
                  </a:schemeClr>
                </a:solidFill>
                <a:latin typeface="Segoe UI"/>
                <a:ea typeface="Segoe UI" pitchFamily="34" charset="0"/>
                <a:cs typeface="Segoe UI" pitchFamily="34" charset="0"/>
              </a:rPr>
              <a:t>Runtime</a:t>
            </a:r>
          </a:p>
        </p:txBody>
      </p:sp>
      <p:sp>
        <p:nvSpPr>
          <p:cNvPr id="140" name="Left Brace 139"/>
          <p:cNvSpPr/>
          <p:nvPr/>
        </p:nvSpPr>
        <p:spPr>
          <a:xfrm flipH="1">
            <a:off x="6057919" y="4465140"/>
            <a:ext cx="228600" cy="1764000"/>
          </a:xfrm>
          <a:prstGeom prst="leftBrace">
            <a:avLst>
              <a:gd name="adj1" fmla="val 0"/>
              <a:gd name="adj2" fmla="val 50000"/>
            </a:avLst>
          </a:prstGeom>
          <a:noFill/>
          <a:ln w="19050" cap="flat" cmpd="sng" algn="ctr">
            <a:solidFill>
              <a:schemeClr val="accent2"/>
            </a:solidFill>
            <a:prstDash val="solid"/>
          </a:ln>
          <a:effectLst/>
        </p:spPr>
        <p:txBody>
          <a:bodyPr rtlCol="0" anchor="ctr"/>
          <a:lstStyle/>
          <a:p>
            <a:pPr algn="ctr" defTabSz="1218936"/>
            <a:endParaRPr lang="en-US" sz="1800" dirty="0">
              <a:solidFill>
                <a:srgbClr val="FFFFFF"/>
              </a:solidFill>
              <a:latin typeface="Segoe UI"/>
              <a:ea typeface="Segoe UI" pitchFamily="34" charset="0"/>
              <a:cs typeface="Segoe UI" pitchFamily="34" charset="0"/>
            </a:endParaRPr>
          </a:p>
        </p:txBody>
      </p:sp>
      <p:sp>
        <p:nvSpPr>
          <p:cNvPr id="141" name="TextBox 56"/>
          <p:cNvSpPr txBox="1"/>
          <p:nvPr/>
        </p:nvSpPr>
        <p:spPr>
          <a:xfrm flipH="1">
            <a:off x="6231485" y="4521982"/>
            <a:ext cx="400110" cy="1691104"/>
          </a:xfrm>
          <a:prstGeom prst="rect">
            <a:avLst/>
          </a:prstGeom>
          <a:noFill/>
        </p:spPr>
        <p:txBody>
          <a:bodyPr vert="eaVert"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algn="ctr" defTabSz="1218836" fontAlgn="base">
              <a:spcAft>
                <a:spcPct val="0"/>
              </a:spcAft>
            </a:pPr>
            <a:r>
              <a:rPr lang="en-US" sz="1400" dirty="0">
                <a:solidFill>
                  <a:srgbClr val="595959">
                    <a:alpha val="99000"/>
                  </a:srgbClr>
                </a:solidFill>
                <a:ea typeface="Kozuka Gothic Pro R" pitchFamily="34" charset="-128"/>
              </a:rPr>
              <a:t>Managed by vendor</a:t>
            </a:r>
          </a:p>
        </p:txBody>
      </p:sp>
      <p:sp>
        <p:nvSpPr>
          <p:cNvPr id="142" name="Left Brace 141"/>
          <p:cNvSpPr/>
          <p:nvPr/>
        </p:nvSpPr>
        <p:spPr>
          <a:xfrm>
            <a:off x="4271939" y="2232154"/>
            <a:ext cx="133350" cy="2200272"/>
          </a:xfrm>
          <a:prstGeom prst="leftBrace">
            <a:avLst>
              <a:gd name="adj1" fmla="val 0"/>
              <a:gd name="adj2" fmla="val 50000"/>
            </a:avLst>
          </a:prstGeom>
          <a:noFill/>
          <a:ln w="19050" cap="flat" cmpd="sng" algn="ctr">
            <a:solidFill>
              <a:schemeClr val="accent2"/>
            </a:solidFill>
            <a:prstDash val="solid"/>
          </a:ln>
          <a:effectLst/>
        </p:spPr>
        <p:txBody>
          <a:bodyPr rtlCol="0" anchor="ctr"/>
          <a:lstStyle/>
          <a:p>
            <a:pPr algn="ctr" defTabSz="1218936"/>
            <a:endParaRPr lang="en-US" sz="1800" dirty="0">
              <a:solidFill>
                <a:srgbClr val="FFFFFF"/>
              </a:solidFill>
              <a:latin typeface="Segoe UI"/>
              <a:ea typeface="Segoe UI" pitchFamily="34" charset="0"/>
              <a:cs typeface="Segoe UI" pitchFamily="34" charset="0"/>
            </a:endParaRPr>
          </a:p>
        </p:txBody>
      </p:sp>
      <p:sp>
        <p:nvSpPr>
          <p:cNvPr id="143" name="TextBox 58"/>
          <p:cNvSpPr txBox="1"/>
          <p:nvPr/>
        </p:nvSpPr>
        <p:spPr>
          <a:xfrm>
            <a:off x="3859670" y="2806314"/>
            <a:ext cx="400110" cy="1070421"/>
          </a:xfrm>
          <a:prstGeom prst="rect">
            <a:avLst/>
          </a:prstGeom>
          <a:noFill/>
        </p:spPr>
        <p:txBody>
          <a:bodyPr vert="vert270"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algn="ctr" defTabSz="1218836" fontAlgn="base">
              <a:spcAft>
                <a:spcPct val="0"/>
              </a:spcAft>
            </a:pPr>
            <a:r>
              <a:rPr lang="en-US" sz="1400" dirty="0">
                <a:solidFill>
                  <a:srgbClr val="595959">
                    <a:alpha val="99000"/>
                  </a:srgbClr>
                </a:solidFill>
                <a:ea typeface="Kozuka Gothic Pro R" pitchFamily="34" charset="-128"/>
              </a:rPr>
              <a:t>You manage</a:t>
            </a:r>
          </a:p>
        </p:txBody>
      </p:sp>
      <p:grpSp>
        <p:nvGrpSpPr>
          <p:cNvPr id="6" name="Group 5"/>
          <p:cNvGrpSpPr/>
          <p:nvPr/>
        </p:nvGrpSpPr>
        <p:grpSpPr>
          <a:xfrm>
            <a:off x="6461726" y="1537200"/>
            <a:ext cx="2706420" cy="4722775"/>
            <a:chOff x="5979422" y="1659304"/>
            <a:chExt cx="2706420" cy="4722775"/>
          </a:xfrm>
        </p:grpSpPr>
        <p:sp>
          <p:nvSpPr>
            <p:cNvPr id="154" name="Rectangle 153"/>
            <p:cNvSpPr/>
            <p:nvPr/>
          </p:nvSpPr>
          <p:spPr>
            <a:xfrm>
              <a:off x="6405737" y="1659304"/>
              <a:ext cx="2000311" cy="640080"/>
            </a:xfrm>
            <a:prstGeom prst="rect">
              <a:avLst/>
            </a:prstGeom>
            <a:noFill/>
            <a:ln w="9525" cap="flat" cmpd="sng" algn="ctr">
              <a:noFill/>
              <a:prstDash val="solid"/>
            </a:ln>
            <a:effectLst/>
          </p:spPr>
          <p:txBody>
            <a:bodyPr tIns="0" bIns="0" rtlCol="0" anchor="t"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lvl="1" defTabSz="1218836" fontAlgn="base">
                <a:spcAft>
                  <a:spcPct val="0"/>
                </a:spcAft>
              </a:pPr>
              <a:r>
                <a:rPr lang="en-US" sz="2000" dirty="0">
                  <a:solidFill>
                    <a:srgbClr val="595959">
                      <a:alpha val="99000"/>
                    </a:srgbClr>
                  </a:solidFill>
                  <a:ea typeface="Kozuka Gothic Pro R" pitchFamily="34" charset="-128"/>
                </a:rPr>
                <a:t>Platform</a:t>
              </a:r>
            </a:p>
            <a:p>
              <a:pPr defTabSz="1218936"/>
              <a:r>
                <a:rPr lang="en-US" sz="1600" dirty="0">
                  <a:solidFill>
                    <a:srgbClr val="595959">
                      <a:alpha val="99000"/>
                    </a:srgbClr>
                  </a:solidFill>
                  <a:ea typeface="Kozuka Gothic Pro R" pitchFamily="34" charset="-128"/>
                </a:rPr>
                <a:t>(as a Service)</a:t>
              </a:r>
            </a:p>
          </p:txBody>
        </p:sp>
        <p:sp>
          <p:nvSpPr>
            <p:cNvPr id="155" name="Left Brace 154"/>
            <p:cNvSpPr/>
            <p:nvPr/>
          </p:nvSpPr>
          <p:spPr>
            <a:xfrm flipH="1">
              <a:off x="8131739" y="3259131"/>
              <a:ext cx="209580" cy="3122948"/>
            </a:xfrm>
            <a:prstGeom prst="leftBrace">
              <a:avLst>
                <a:gd name="adj1" fmla="val 0"/>
                <a:gd name="adj2" fmla="val 50000"/>
              </a:avLst>
            </a:prstGeom>
            <a:noFill/>
            <a:ln w="19050" cap="flat" cmpd="sng" algn="ctr">
              <a:solidFill>
                <a:schemeClr val="accent2"/>
              </a:solidFill>
              <a:prstDash val="solid"/>
            </a:ln>
            <a:effectLst/>
          </p:spPr>
          <p:txBody>
            <a:bodyPr rtlCol="0" anchor="ctr"/>
            <a:lstStyle/>
            <a:p>
              <a:pPr algn="ctr" defTabSz="1218936"/>
              <a:endParaRPr lang="en-US" sz="1800" dirty="0">
                <a:solidFill>
                  <a:srgbClr val="FFFFFF"/>
                </a:solidFill>
                <a:latin typeface="Segoe UI"/>
                <a:ea typeface="Segoe UI" pitchFamily="34" charset="0"/>
                <a:cs typeface="Segoe UI" pitchFamily="34" charset="0"/>
              </a:endParaRPr>
            </a:p>
          </p:txBody>
        </p:sp>
        <p:sp>
          <p:nvSpPr>
            <p:cNvPr id="156" name="TextBox 54"/>
            <p:cNvSpPr txBox="1"/>
            <p:nvPr/>
          </p:nvSpPr>
          <p:spPr>
            <a:xfrm flipH="1">
              <a:off x="8285732" y="3992249"/>
              <a:ext cx="400110" cy="1691104"/>
            </a:xfrm>
            <a:prstGeom prst="rect">
              <a:avLst/>
            </a:prstGeom>
            <a:noFill/>
          </p:spPr>
          <p:txBody>
            <a:bodyPr vert="eaVert"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algn="ctr" defTabSz="1218836" fontAlgn="base">
                <a:spcAft>
                  <a:spcPct val="0"/>
                </a:spcAft>
              </a:pPr>
              <a:r>
                <a:rPr lang="en-US" sz="1400" dirty="0">
                  <a:solidFill>
                    <a:srgbClr val="595959">
                      <a:alpha val="99000"/>
                    </a:srgbClr>
                  </a:solidFill>
                  <a:ea typeface="Kozuka Gothic Pro R" pitchFamily="34" charset="-128"/>
                </a:rPr>
                <a:t>Managed by vendor</a:t>
              </a:r>
            </a:p>
          </p:txBody>
        </p:sp>
        <p:sp>
          <p:nvSpPr>
            <p:cNvPr id="157" name="Left Brace 156"/>
            <p:cNvSpPr/>
            <p:nvPr/>
          </p:nvSpPr>
          <p:spPr>
            <a:xfrm>
              <a:off x="6322411" y="2335206"/>
              <a:ext cx="152400" cy="847725"/>
            </a:xfrm>
            <a:prstGeom prst="leftBrace">
              <a:avLst>
                <a:gd name="adj1" fmla="val 0"/>
                <a:gd name="adj2" fmla="val 50000"/>
              </a:avLst>
            </a:prstGeom>
            <a:noFill/>
            <a:ln w="19050" cap="flat" cmpd="sng" algn="ctr">
              <a:solidFill>
                <a:schemeClr val="accent2"/>
              </a:solidFill>
              <a:prstDash val="solid"/>
            </a:ln>
            <a:effectLst/>
          </p:spPr>
          <p:txBody>
            <a:bodyPr rtlCol="0" anchor="ctr"/>
            <a:lstStyle/>
            <a:p>
              <a:pPr algn="ctr" defTabSz="1218936"/>
              <a:endParaRPr lang="en-US" sz="1800" dirty="0">
                <a:solidFill>
                  <a:srgbClr val="FFFFFF"/>
                </a:solidFill>
                <a:latin typeface="Segoe UI"/>
                <a:ea typeface="Segoe UI" pitchFamily="34" charset="0"/>
                <a:cs typeface="Segoe UI" pitchFamily="34" charset="0"/>
              </a:endParaRPr>
            </a:p>
          </p:txBody>
        </p:sp>
        <p:sp>
          <p:nvSpPr>
            <p:cNvPr id="158" name="TextBox 60"/>
            <p:cNvSpPr txBox="1"/>
            <p:nvPr/>
          </p:nvSpPr>
          <p:spPr>
            <a:xfrm>
              <a:off x="5979422" y="2220697"/>
              <a:ext cx="400110" cy="1070421"/>
            </a:xfrm>
            <a:prstGeom prst="rect">
              <a:avLst/>
            </a:prstGeom>
            <a:noFill/>
          </p:spPr>
          <p:txBody>
            <a:bodyPr vert="vert270"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algn="ctr" defTabSz="1218836" fontAlgn="base">
                <a:spcAft>
                  <a:spcPct val="0"/>
                </a:spcAft>
              </a:pPr>
              <a:r>
                <a:rPr lang="en-US" sz="1400" dirty="0">
                  <a:solidFill>
                    <a:srgbClr val="595959">
                      <a:alpha val="99000"/>
                    </a:srgbClr>
                  </a:solidFill>
                  <a:ea typeface="Kozuka Gothic Pro R" pitchFamily="34" charset="-128"/>
                </a:rPr>
                <a:t>You manage</a:t>
              </a:r>
            </a:p>
          </p:txBody>
        </p:sp>
        <p:sp>
          <p:nvSpPr>
            <p:cNvPr id="160" name="Rectangle 159"/>
            <p:cNvSpPr/>
            <p:nvPr/>
          </p:nvSpPr>
          <p:spPr>
            <a:xfrm>
              <a:off x="6484238" y="5537990"/>
              <a:ext cx="1638240" cy="381000"/>
            </a:xfrm>
            <a:prstGeom prst="rect">
              <a:avLst/>
            </a:prstGeom>
            <a:solidFill>
              <a:schemeClr val="accent4"/>
            </a:solidFill>
            <a:ln w="9525" cap="flat" cmpd="sng" algn="ctr">
              <a:noFill/>
              <a:prstDash val="solid"/>
            </a:ln>
            <a:effectLst/>
          </p:spPr>
          <p:txBody>
            <a:bodyPr lIns="0" rIns="0" rtlCol="0" anchor="t" anchorCtr="0"/>
            <a:lstStyle/>
            <a:p>
              <a:pPr algn="ctr" defTabSz="1218936"/>
              <a:r>
                <a:rPr lang="en-US" sz="1500" dirty="0">
                  <a:solidFill>
                    <a:schemeClr val="bg1">
                      <a:alpha val="99000"/>
                    </a:schemeClr>
                  </a:solidFill>
                  <a:latin typeface="Segoe UI"/>
                  <a:ea typeface="Segoe UI" pitchFamily="34" charset="0"/>
                  <a:cs typeface="Segoe UI" pitchFamily="34" charset="0"/>
                </a:rPr>
                <a:t>Storage</a:t>
              </a:r>
            </a:p>
          </p:txBody>
        </p:sp>
        <p:sp>
          <p:nvSpPr>
            <p:cNvPr id="161" name="Rectangle 160"/>
            <p:cNvSpPr/>
            <p:nvPr/>
          </p:nvSpPr>
          <p:spPr>
            <a:xfrm>
              <a:off x="6484238" y="5083171"/>
              <a:ext cx="1638240" cy="381000"/>
            </a:xfrm>
            <a:prstGeom prst="rect">
              <a:avLst/>
            </a:prstGeom>
            <a:solidFill>
              <a:schemeClr val="accent4"/>
            </a:solidFill>
            <a:ln w="9525" cap="flat" cmpd="sng" algn="ctr">
              <a:noFill/>
              <a:prstDash val="solid"/>
            </a:ln>
            <a:effectLst/>
          </p:spPr>
          <p:txBody>
            <a:bodyPr lIns="0" rIns="0" rtlCol="0" anchor="t" anchorCtr="0"/>
            <a:lstStyle/>
            <a:p>
              <a:pPr algn="ctr" defTabSz="1218936"/>
              <a:r>
                <a:rPr lang="en-US" sz="1500" dirty="0">
                  <a:solidFill>
                    <a:schemeClr val="bg1">
                      <a:alpha val="99000"/>
                    </a:schemeClr>
                  </a:solidFill>
                  <a:latin typeface="Segoe UI"/>
                  <a:ea typeface="Segoe UI" pitchFamily="34" charset="0"/>
                  <a:cs typeface="Segoe UI" pitchFamily="34" charset="0"/>
                </a:rPr>
                <a:t>Servers</a:t>
              </a:r>
            </a:p>
          </p:txBody>
        </p:sp>
        <p:sp>
          <p:nvSpPr>
            <p:cNvPr id="162" name="Rectangle 161"/>
            <p:cNvSpPr/>
            <p:nvPr/>
          </p:nvSpPr>
          <p:spPr>
            <a:xfrm>
              <a:off x="6484238" y="5992807"/>
              <a:ext cx="1638240" cy="381000"/>
            </a:xfrm>
            <a:prstGeom prst="rect">
              <a:avLst/>
            </a:prstGeom>
            <a:solidFill>
              <a:schemeClr val="accent4"/>
            </a:solidFill>
            <a:ln w="9525" cap="flat" cmpd="sng" algn="ctr">
              <a:noFill/>
              <a:prstDash val="solid"/>
            </a:ln>
            <a:effectLst/>
          </p:spPr>
          <p:txBody>
            <a:bodyPr lIns="0" rIns="0" rtlCol="0" anchor="t" anchorCtr="0"/>
            <a:lstStyle/>
            <a:p>
              <a:pPr algn="ctr" defTabSz="1218936"/>
              <a:r>
                <a:rPr lang="en-US" sz="1500" dirty="0">
                  <a:solidFill>
                    <a:schemeClr val="bg1">
                      <a:alpha val="99000"/>
                    </a:schemeClr>
                  </a:solidFill>
                  <a:latin typeface="Segoe UI"/>
                  <a:ea typeface="Segoe UI" pitchFamily="34" charset="0"/>
                  <a:cs typeface="Segoe UI" pitchFamily="34" charset="0"/>
                </a:rPr>
                <a:t>Networking</a:t>
              </a:r>
            </a:p>
          </p:txBody>
        </p:sp>
        <p:sp>
          <p:nvSpPr>
            <p:cNvPr id="163" name="Rectangle 162"/>
            <p:cNvSpPr/>
            <p:nvPr/>
          </p:nvSpPr>
          <p:spPr>
            <a:xfrm>
              <a:off x="6484238" y="4173533"/>
              <a:ext cx="1638240" cy="381000"/>
            </a:xfrm>
            <a:prstGeom prst="rect">
              <a:avLst/>
            </a:prstGeom>
            <a:solidFill>
              <a:schemeClr val="accent4"/>
            </a:solidFill>
            <a:ln w="9525" cap="flat" cmpd="sng" algn="ctr">
              <a:noFill/>
              <a:prstDash val="solid"/>
            </a:ln>
            <a:effectLst/>
          </p:spPr>
          <p:txBody>
            <a:bodyPr lIns="0" rIns="0" rtlCol="0" anchor="t" anchorCtr="0"/>
            <a:lstStyle/>
            <a:p>
              <a:pPr algn="ctr" defTabSz="1218936"/>
              <a:r>
                <a:rPr lang="en-US" sz="1500" dirty="0">
                  <a:solidFill>
                    <a:schemeClr val="bg1">
                      <a:alpha val="99000"/>
                    </a:schemeClr>
                  </a:solidFill>
                  <a:latin typeface="Segoe UI"/>
                  <a:ea typeface="Segoe UI" pitchFamily="34" charset="0"/>
                  <a:cs typeface="Segoe UI" pitchFamily="34" charset="0"/>
                </a:rPr>
                <a:t>O/S</a:t>
              </a:r>
            </a:p>
          </p:txBody>
        </p:sp>
        <p:sp>
          <p:nvSpPr>
            <p:cNvPr id="164" name="Rectangle 163"/>
            <p:cNvSpPr/>
            <p:nvPr/>
          </p:nvSpPr>
          <p:spPr>
            <a:xfrm>
              <a:off x="6484238" y="3718714"/>
              <a:ext cx="1638240" cy="381000"/>
            </a:xfrm>
            <a:prstGeom prst="rect">
              <a:avLst/>
            </a:prstGeom>
            <a:solidFill>
              <a:schemeClr val="accent4"/>
            </a:solidFill>
            <a:ln w="9525" cap="flat" cmpd="sng" algn="ctr">
              <a:noFill/>
              <a:prstDash val="solid"/>
            </a:ln>
            <a:effectLst/>
          </p:spPr>
          <p:txBody>
            <a:bodyPr lIns="0" rIns="0" rtlCol="0" anchor="t" anchorCtr="0"/>
            <a:lstStyle/>
            <a:p>
              <a:pPr algn="ctr" defTabSz="1218936"/>
              <a:r>
                <a:rPr lang="en-US" sz="1500" dirty="0">
                  <a:solidFill>
                    <a:schemeClr val="bg1">
                      <a:alpha val="99000"/>
                    </a:schemeClr>
                  </a:solidFill>
                  <a:latin typeface="Segoe UI"/>
                  <a:ea typeface="Segoe UI" pitchFamily="34" charset="0"/>
                  <a:cs typeface="Segoe UI" pitchFamily="34" charset="0"/>
                </a:rPr>
                <a:t>Middleware</a:t>
              </a:r>
            </a:p>
          </p:txBody>
        </p:sp>
        <p:sp>
          <p:nvSpPr>
            <p:cNvPr id="165" name="Rectangle 164"/>
            <p:cNvSpPr/>
            <p:nvPr/>
          </p:nvSpPr>
          <p:spPr>
            <a:xfrm>
              <a:off x="6484238" y="4628352"/>
              <a:ext cx="1638240" cy="381000"/>
            </a:xfrm>
            <a:prstGeom prst="rect">
              <a:avLst/>
            </a:prstGeom>
            <a:solidFill>
              <a:schemeClr val="accent4"/>
            </a:solidFill>
            <a:ln w="9525" cap="flat" cmpd="sng" algn="ctr">
              <a:noFill/>
              <a:prstDash val="solid"/>
            </a:ln>
            <a:effectLst/>
          </p:spPr>
          <p:txBody>
            <a:bodyPr lIns="0" rIns="0" rtlCol="0" anchor="t" anchorCtr="0"/>
            <a:lstStyle/>
            <a:p>
              <a:pPr algn="ctr" defTabSz="1218936"/>
              <a:r>
                <a:rPr lang="en-US" sz="1500" dirty="0">
                  <a:solidFill>
                    <a:schemeClr val="bg1">
                      <a:alpha val="99000"/>
                    </a:schemeClr>
                  </a:solidFill>
                  <a:latin typeface="Segoe UI"/>
                  <a:ea typeface="Segoe UI" pitchFamily="34" charset="0"/>
                  <a:cs typeface="Segoe UI" pitchFamily="34" charset="0"/>
                </a:rPr>
                <a:t>Virtualization</a:t>
              </a:r>
            </a:p>
          </p:txBody>
        </p:sp>
        <p:sp>
          <p:nvSpPr>
            <p:cNvPr id="166" name="Rectangle 165"/>
            <p:cNvSpPr/>
            <p:nvPr/>
          </p:nvSpPr>
          <p:spPr>
            <a:xfrm>
              <a:off x="6484238" y="2354257"/>
              <a:ext cx="1638240" cy="381000"/>
            </a:xfrm>
            <a:prstGeom prst="rect">
              <a:avLst/>
            </a:prstGeom>
            <a:solidFill>
              <a:schemeClr val="accent1"/>
            </a:solidFill>
            <a:ln w="9525" cap="flat" cmpd="sng" algn="ctr">
              <a:solidFill>
                <a:srgbClr val="FFC000">
                  <a:shade val="95000"/>
                  <a:satMod val="105000"/>
                </a:srgbClr>
              </a:solidFill>
              <a:prstDash val="solid"/>
            </a:ln>
            <a:effectLst/>
          </p:spPr>
          <p:txBody>
            <a:bodyPr rtlCol="0" anchor="t" anchorCtr="0"/>
            <a:lstStyle/>
            <a:p>
              <a:pPr algn="ctr" defTabSz="1218936"/>
              <a:r>
                <a:rPr lang="en-US" sz="1500" dirty="0">
                  <a:solidFill>
                    <a:schemeClr val="bg1">
                      <a:alpha val="99000"/>
                    </a:schemeClr>
                  </a:solidFill>
                  <a:latin typeface="Segoe UI"/>
                  <a:ea typeface="Segoe UI" pitchFamily="34" charset="0"/>
                  <a:cs typeface="Segoe UI" pitchFamily="34" charset="0"/>
                </a:rPr>
                <a:t>Applications</a:t>
              </a:r>
            </a:p>
          </p:txBody>
        </p:sp>
        <p:sp>
          <p:nvSpPr>
            <p:cNvPr id="167" name="Rectangle 166"/>
            <p:cNvSpPr/>
            <p:nvPr/>
          </p:nvSpPr>
          <p:spPr>
            <a:xfrm>
              <a:off x="6484238" y="3263895"/>
              <a:ext cx="1638240" cy="381000"/>
            </a:xfrm>
            <a:prstGeom prst="rect">
              <a:avLst/>
            </a:prstGeom>
            <a:solidFill>
              <a:schemeClr val="accent4"/>
            </a:solidFill>
            <a:ln w="9525" cap="flat" cmpd="sng" algn="ctr">
              <a:noFill/>
              <a:prstDash val="solid"/>
            </a:ln>
            <a:effectLst/>
          </p:spPr>
          <p:txBody>
            <a:bodyPr lIns="0" rIns="0" rtlCol="0" anchor="t" anchorCtr="0"/>
            <a:lstStyle/>
            <a:p>
              <a:pPr algn="ctr" defTabSz="1218936"/>
              <a:r>
                <a:rPr lang="en-US" sz="1500" dirty="0">
                  <a:solidFill>
                    <a:schemeClr val="bg1">
                      <a:alpha val="99000"/>
                    </a:schemeClr>
                  </a:solidFill>
                  <a:latin typeface="Segoe UI"/>
                  <a:ea typeface="Segoe UI" pitchFamily="34" charset="0"/>
                  <a:cs typeface="Segoe UI" pitchFamily="34" charset="0"/>
                </a:rPr>
                <a:t>Runtime</a:t>
              </a:r>
            </a:p>
          </p:txBody>
        </p:sp>
        <p:sp>
          <p:nvSpPr>
            <p:cNvPr id="168" name="Rectangle 167"/>
            <p:cNvSpPr/>
            <p:nvPr/>
          </p:nvSpPr>
          <p:spPr>
            <a:xfrm>
              <a:off x="6484238" y="2809076"/>
              <a:ext cx="1638240" cy="381000"/>
            </a:xfrm>
            <a:prstGeom prst="rect">
              <a:avLst/>
            </a:prstGeom>
            <a:solidFill>
              <a:schemeClr val="accent1"/>
            </a:solidFill>
            <a:ln w="9525" cap="flat" cmpd="sng" algn="ctr">
              <a:solidFill>
                <a:srgbClr val="FFC000">
                  <a:shade val="95000"/>
                  <a:satMod val="105000"/>
                </a:srgbClr>
              </a:solidFill>
              <a:prstDash val="solid"/>
            </a:ln>
            <a:effectLst/>
          </p:spPr>
          <p:txBody>
            <a:bodyPr rtlCol="0" anchor="t" anchorCtr="0"/>
            <a:lstStyle/>
            <a:p>
              <a:pPr algn="ctr" defTabSz="1218936"/>
              <a:r>
                <a:rPr lang="en-US" sz="1500" dirty="0">
                  <a:solidFill>
                    <a:schemeClr val="bg1">
                      <a:alpha val="99000"/>
                    </a:schemeClr>
                  </a:solidFill>
                  <a:latin typeface="Segoe UI"/>
                  <a:ea typeface="Segoe UI" pitchFamily="34" charset="0"/>
                  <a:cs typeface="Segoe UI" pitchFamily="34" charset="0"/>
                </a:rPr>
                <a:t>Data</a:t>
              </a:r>
            </a:p>
          </p:txBody>
        </p:sp>
      </p:grpSp>
      <p:grpSp>
        <p:nvGrpSpPr>
          <p:cNvPr id="7" name="Group 6"/>
          <p:cNvGrpSpPr/>
          <p:nvPr/>
        </p:nvGrpSpPr>
        <p:grpSpPr>
          <a:xfrm>
            <a:off x="9463135" y="1537200"/>
            <a:ext cx="2323096" cy="4714500"/>
            <a:chOff x="8980831" y="1659304"/>
            <a:chExt cx="2323096" cy="4714500"/>
          </a:xfrm>
        </p:grpSpPr>
        <p:sp>
          <p:nvSpPr>
            <p:cNvPr id="170" name="Rectangle 169"/>
            <p:cNvSpPr/>
            <p:nvPr/>
          </p:nvSpPr>
          <p:spPr>
            <a:xfrm>
              <a:off x="8980831" y="1659304"/>
              <a:ext cx="2028257" cy="640080"/>
            </a:xfrm>
            <a:prstGeom prst="rect">
              <a:avLst/>
            </a:prstGeom>
            <a:noFill/>
            <a:ln w="9525" cap="flat" cmpd="sng" algn="ctr">
              <a:noFill/>
              <a:prstDash val="solid"/>
            </a:ln>
            <a:effectLst/>
          </p:spPr>
          <p:txBody>
            <a:bodyPr tIns="0" bIns="0" rtlCol="0" anchor="t"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lvl="1" defTabSz="1218836" fontAlgn="base">
                <a:spcAft>
                  <a:spcPct val="0"/>
                </a:spcAft>
              </a:pPr>
              <a:r>
                <a:rPr lang="en-US" sz="2000" dirty="0">
                  <a:solidFill>
                    <a:srgbClr val="595959">
                      <a:alpha val="99000"/>
                    </a:srgbClr>
                  </a:solidFill>
                  <a:ea typeface="Kozuka Gothic Pro R" pitchFamily="34" charset="-128"/>
                </a:rPr>
                <a:t>Software</a:t>
              </a:r>
            </a:p>
            <a:p>
              <a:pPr defTabSz="1218936"/>
              <a:r>
                <a:rPr lang="en-US" sz="1600" dirty="0">
                  <a:solidFill>
                    <a:srgbClr val="595959">
                      <a:alpha val="99000"/>
                    </a:srgbClr>
                  </a:solidFill>
                  <a:ea typeface="Kozuka Gothic Pro R" pitchFamily="34" charset="-128"/>
                </a:rPr>
                <a:t>(as a Service)</a:t>
              </a:r>
            </a:p>
          </p:txBody>
        </p:sp>
        <p:sp>
          <p:nvSpPr>
            <p:cNvPr id="172" name="TextBox 64"/>
            <p:cNvSpPr txBox="1"/>
            <p:nvPr/>
          </p:nvSpPr>
          <p:spPr>
            <a:xfrm flipH="1">
              <a:off x="10903817" y="3520342"/>
              <a:ext cx="400110" cy="1691104"/>
            </a:xfrm>
            <a:prstGeom prst="rect">
              <a:avLst/>
            </a:prstGeom>
            <a:noFill/>
          </p:spPr>
          <p:txBody>
            <a:bodyPr vert="eaVert"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algn="ctr" defTabSz="1218836" fontAlgn="base">
                <a:spcAft>
                  <a:spcPct val="0"/>
                </a:spcAft>
              </a:pPr>
              <a:r>
                <a:rPr lang="en-US" sz="1400" dirty="0">
                  <a:solidFill>
                    <a:srgbClr val="595959">
                      <a:alpha val="99000"/>
                    </a:srgbClr>
                  </a:solidFill>
                  <a:ea typeface="Kozuka Gothic Pro R" pitchFamily="34" charset="-128"/>
                </a:rPr>
                <a:t>Managed by vendor</a:t>
              </a:r>
            </a:p>
          </p:txBody>
        </p:sp>
        <p:sp>
          <p:nvSpPr>
            <p:cNvPr id="174" name="Rectangle 173"/>
            <p:cNvSpPr/>
            <p:nvPr/>
          </p:nvSpPr>
          <p:spPr>
            <a:xfrm>
              <a:off x="9040806" y="5537987"/>
              <a:ext cx="1638240" cy="381000"/>
            </a:xfrm>
            <a:prstGeom prst="rect">
              <a:avLst/>
            </a:prstGeom>
            <a:solidFill>
              <a:schemeClr val="accent4"/>
            </a:solidFill>
            <a:ln w="9525" cap="flat" cmpd="sng" algn="ctr">
              <a:noFill/>
              <a:prstDash val="solid"/>
            </a:ln>
            <a:effectLst/>
          </p:spPr>
          <p:txBody>
            <a:bodyPr lIns="0" rIns="0" rtlCol="0" anchor="t" anchorCtr="0"/>
            <a:lstStyle/>
            <a:p>
              <a:pPr algn="ctr" defTabSz="1218936"/>
              <a:r>
                <a:rPr lang="en-US" sz="1500" dirty="0">
                  <a:solidFill>
                    <a:schemeClr val="bg1">
                      <a:alpha val="99000"/>
                    </a:schemeClr>
                  </a:solidFill>
                  <a:latin typeface="Segoe UI"/>
                  <a:ea typeface="Segoe UI" pitchFamily="34" charset="0"/>
                  <a:cs typeface="Segoe UI" pitchFamily="34" charset="0"/>
                </a:rPr>
                <a:t>Storage</a:t>
              </a:r>
            </a:p>
          </p:txBody>
        </p:sp>
        <p:sp>
          <p:nvSpPr>
            <p:cNvPr id="175" name="Rectangle 174"/>
            <p:cNvSpPr/>
            <p:nvPr/>
          </p:nvSpPr>
          <p:spPr>
            <a:xfrm>
              <a:off x="9040806" y="5083168"/>
              <a:ext cx="1638240" cy="381000"/>
            </a:xfrm>
            <a:prstGeom prst="rect">
              <a:avLst/>
            </a:prstGeom>
            <a:solidFill>
              <a:schemeClr val="accent4"/>
            </a:solidFill>
            <a:ln w="9525" cap="flat" cmpd="sng" algn="ctr">
              <a:noFill/>
              <a:prstDash val="solid"/>
            </a:ln>
            <a:effectLst/>
          </p:spPr>
          <p:txBody>
            <a:bodyPr lIns="0" rIns="0" rtlCol="0" anchor="t" anchorCtr="0"/>
            <a:lstStyle/>
            <a:p>
              <a:pPr algn="ctr" defTabSz="1218936"/>
              <a:r>
                <a:rPr lang="en-US" sz="1500" dirty="0">
                  <a:solidFill>
                    <a:schemeClr val="bg1">
                      <a:alpha val="99000"/>
                    </a:schemeClr>
                  </a:solidFill>
                  <a:latin typeface="Segoe UI"/>
                  <a:ea typeface="Segoe UI" pitchFamily="34" charset="0"/>
                  <a:cs typeface="Segoe UI" pitchFamily="34" charset="0"/>
                </a:rPr>
                <a:t>Servers</a:t>
              </a:r>
            </a:p>
          </p:txBody>
        </p:sp>
        <p:sp>
          <p:nvSpPr>
            <p:cNvPr id="177" name="Rectangle 176"/>
            <p:cNvSpPr/>
            <p:nvPr/>
          </p:nvSpPr>
          <p:spPr>
            <a:xfrm>
              <a:off x="9040806" y="4173530"/>
              <a:ext cx="1638240" cy="381000"/>
            </a:xfrm>
            <a:prstGeom prst="rect">
              <a:avLst/>
            </a:prstGeom>
            <a:solidFill>
              <a:schemeClr val="accent4"/>
            </a:solidFill>
            <a:ln w="9525" cap="flat" cmpd="sng" algn="ctr">
              <a:noFill/>
              <a:prstDash val="solid"/>
            </a:ln>
            <a:effectLst/>
          </p:spPr>
          <p:txBody>
            <a:bodyPr lIns="0" rIns="0" rtlCol="0" anchor="t" anchorCtr="0"/>
            <a:lstStyle/>
            <a:p>
              <a:pPr algn="ctr" defTabSz="1218936"/>
              <a:r>
                <a:rPr lang="en-US" sz="1500" dirty="0">
                  <a:solidFill>
                    <a:schemeClr val="bg1">
                      <a:alpha val="99000"/>
                    </a:schemeClr>
                  </a:solidFill>
                  <a:latin typeface="Segoe UI"/>
                  <a:ea typeface="Segoe UI" pitchFamily="34" charset="0"/>
                  <a:cs typeface="Segoe UI" pitchFamily="34" charset="0"/>
                </a:rPr>
                <a:t>O/S</a:t>
              </a:r>
            </a:p>
          </p:txBody>
        </p:sp>
        <p:sp>
          <p:nvSpPr>
            <p:cNvPr id="178" name="Rectangle 177"/>
            <p:cNvSpPr/>
            <p:nvPr/>
          </p:nvSpPr>
          <p:spPr>
            <a:xfrm>
              <a:off x="9040806" y="3718711"/>
              <a:ext cx="1638240" cy="381000"/>
            </a:xfrm>
            <a:prstGeom prst="rect">
              <a:avLst/>
            </a:prstGeom>
            <a:solidFill>
              <a:schemeClr val="accent4"/>
            </a:solidFill>
            <a:ln w="9525" cap="flat" cmpd="sng" algn="ctr">
              <a:noFill/>
              <a:prstDash val="solid"/>
            </a:ln>
            <a:effectLst/>
          </p:spPr>
          <p:txBody>
            <a:bodyPr lIns="0" rIns="0" rtlCol="0" anchor="t" anchorCtr="0"/>
            <a:lstStyle/>
            <a:p>
              <a:pPr algn="ctr" defTabSz="1218936"/>
              <a:r>
                <a:rPr lang="en-US" sz="1500" dirty="0">
                  <a:solidFill>
                    <a:schemeClr val="bg1">
                      <a:alpha val="99000"/>
                    </a:schemeClr>
                  </a:solidFill>
                  <a:latin typeface="Segoe UI"/>
                  <a:ea typeface="Segoe UI" pitchFamily="34" charset="0"/>
                  <a:cs typeface="Segoe UI" pitchFamily="34" charset="0"/>
                </a:rPr>
                <a:t>Middleware</a:t>
              </a:r>
            </a:p>
          </p:txBody>
        </p:sp>
        <p:sp>
          <p:nvSpPr>
            <p:cNvPr id="179" name="Rectangle 178"/>
            <p:cNvSpPr/>
            <p:nvPr/>
          </p:nvSpPr>
          <p:spPr>
            <a:xfrm>
              <a:off x="9040806" y="4628349"/>
              <a:ext cx="1638240" cy="381000"/>
            </a:xfrm>
            <a:prstGeom prst="rect">
              <a:avLst/>
            </a:prstGeom>
            <a:solidFill>
              <a:schemeClr val="accent4"/>
            </a:solidFill>
            <a:ln w="9525" cap="flat" cmpd="sng" algn="ctr">
              <a:noFill/>
              <a:prstDash val="solid"/>
            </a:ln>
            <a:effectLst/>
          </p:spPr>
          <p:txBody>
            <a:bodyPr lIns="0" rIns="0" rtlCol="0" anchor="t" anchorCtr="0"/>
            <a:lstStyle/>
            <a:p>
              <a:pPr algn="ctr" defTabSz="1218936"/>
              <a:r>
                <a:rPr lang="en-US" sz="1500" dirty="0">
                  <a:solidFill>
                    <a:schemeClr val="bg1">
                      <a:alpha val="99000"/>
                    </a:schemeClr>
                  </a:solidFill>
                  <a:latin typeface="Segoe UI"/>
                  <a:ea typeface="Segoe UI" pitchFamily="34" charset="0"/>
                  <a:cs typeface="Segoe UI" pitchFamily="34" charset="0"/>
                </a:rPr>
                <a:t>Virtualization</a:t>
              </a:r>
            </a:p>
          </p:txBody>
        </p:sp>
        <p:sp>
          <p:nvSpPr>
            <p:cNvPr id="180" name="Rectangle 179"/>
            <p:cNvSpPr/>
            <p:nvPr/>
          </p:nvSpPr>
          <p:spPr>
            <a:xfrm>
              <a:off x="9040806" y="2354254"/>
              <a:ext cx="1638240" cy="381000"/>
            </a:xfrm>
            <a:prstGeom prst="rect">
              <a:avLst/>
            </a:prstGeom>
            <a:solidFill>
              <a:schemeClr val="accent4"/>
            </a:solidFill>
            <a:ln w="9525" cap="flat" cmpd="sng" algn="ctr">
              <a:noFill/>
              <a:prstDash val="solid"/>
            </a:ln>
            <a:effectLst/>
          </p:spPr>
          <p:txBody>
            <a:bodyPr lIns="0" rIns="0" rtlCol="0" anchor="t" anchorCtr="0"/>
            <a:lstStyle/>
            <a:p>
              <a:pPr algn="ctr" defTabSz="1218936"/>
              <a:r>
                <a:rPr lang="en-US" sz="1500" dirty="0">
                  <a:solidFill>
                    <a:schemeClr val="bg1">
                      <a:alpha val="99000"/>
                    </a:schemeClr>
                  </a:solidFill>
                  <a:latin typeface="Segoe UI"/>
                  <a:ea typeface="Segoe UI" pitchFamily="34" charset="0"/>
                  <a:cs typeface="Segoe UI" pitchFamily="34" charset="0"/>
                </a:rPr>
                <a:t>Applications</a:t>
              </a:r>
            </a:p>
          </p:txBody>
        </p:sp>
        <p:sp>
          <p:nvSpPr>
            <p:cNvPr id="181" name="Rectangle 180"/>
            <p:cNvSpPr/>
            <p:nvPr/>
          </p:nvSpPr>
          <p:spPr>
            <a:xfrm>
              <a:off x="9040806" y="3263892"/>
              <a:ext cx="1638240" cy="381000"/>
            </a:xfrm>
            <a:prstGeom prst="rect">
              <a:avLst/>
            </a:prstGeom>
            <a:solidFill>
              <a:schemeClr val="accent4"/>
            </a:solidFill>
            <a:ln w="9525" cap="flat" cmpd="sng" algn="ctr">
              <a:noFill/>
              <a:prstDash val="solid"/>
            </a:ln>
            <a:effectLst/>
          </p:spPr>
          <p:txBody>
            <a:bodyPr lIns="0" rIns="0" rtlCol="0" anchor="t" anchorCtr="0"/>
            <a:lstStyle/>
            <a:p>
              <a:pPr algn="ctr" defTabSz="1218936"/>
              <a:r>
                <a:rPr lang="en-US" sz="1500" dirty="0">
                  <a:solidFill>
                    <a:schemeClr val="bg1">
                      <a:alpha val="99000"/>
                    </a:schemeClr>
                  </a:solidFill>
                  <a:latin typeface="Segoe UI"/>
                  <a:ea typeface="Segoe UI" pitchFamily="34" charset="0"/>
                  <a:cs typeface="Segoe UI" pitchFamily="34" charset="0"/>
                </a:rPr>
                <a:t>Runtime</a:t>
              </a:r>
            </a:p>
          </p:txBody>
        </p:sp>
        <p:sp>
          <p:nvSpPr>
            <p:cNvPr id="182" name="Rectangle 181"/>
            <p:cNvSpPr/>
            <p:nvPr/>
          </p:nvSpPr>
          <p:spPr>
            <a:xfrm>
              <a:off x="9040806" y="2809073"/>
              <a:ext cx="1638240" cy="381000"/>
            </a:xfrm>
            <a:prstGeom prst="rect">
              <a:avLst/>
            </a:prstGeom>
            <a:solidFill>
              <a:schemeClr val="accent4"/>
            </a:solidFill>
            <a:ln w="9525" cap="flat" cmpd="sng" algn="ctr">
              <a:noFill/>
              <a:prstDash val="solid"/>
            </a:ln>
            <a:effectLst/>
          </p:spPr>
          <p:txBody>
            <a:bodyPr lIns="0" rIns="0" rtlCol="0" anchor="t" anchorCtr="0"/>
            <a:lstStyle/>
            <a:p>
              <a:pPr algn="ctr" defTabSz="1218936"/>
              <a:r>
                <a:rPr lang="en-US" sz="1500" dirty="0">
                  <a:solidFill>
                    <a:schemeClr val="bg1">
                      <a:alpha val="99000"/>
                    </a:schemeClr>
                  </a:solidFill>
                  <a:latin typeface="Segoe UI"/>
                  <a:ea typeface="Segoe UI" pitchFamily="34" charset="0"/>
                  <a:cs typeface="Segoe UI" pitchFamily="34" charset="0"/>
                </a:rPr>
                <a:t>Data</a:t>
              </a:r>
            </a:p>
          </p:txBody>
        </p:sp>
        <p:sp>
          <p:nvSpPr>
            <p:cNvPr id="176" name="Rectangle 175"/>
            <p:cNvSpPr/>
            <p:nvPr/>
          </p:nvSpPr>
          <p:spPr>
            <a:xfrm>
              <a:off x="9040806" y="5992804"/>
              <a:ext cx="1638240" cy="381000"/>
            </a:xfrm>
            <a:prstGeom prst="rect">
              <a:avLst/>
            </a:prstGeom>
            <a:solidFill>
              <a:schemeClr val="accent4"/>
            </a:solidFill>
            <a:ln w="9525" cap="flat" cmpd="sng" algn="ctr">
              <a:noFill/>
              <a:prstDash val="solid"/>
            </a:ln>
            <a:effectLst/>
          </p:spPr>
          <p:txBody>
            <a:bodyPr lIns="0" rIns="0" rtlCol="0" anchor="t" anchorCtr="0"/>
            <a:lstStyle/>
            <a:p>
              <a:pPr algn="ctr" defTabSz="1218936"/>
              <a:r>
                <a:rPr lang="en-US" sz="1500" dirty="0">
                  <a:solidFill>
                    <a:schemeClr val="bg1">
                      <a:alpha val="99000"/>
                    </a:schemeClr>
                  </a:solidFill>
                  <a:latin typeface="Segoe UI"/>
                  <a:ea typeface="Segoe UI" pitchFamily="34" charset="0"/>
                  <a:cs typeface="Segoe UI" pitchFamily="34" charset="0"/>
                </a:rPr>
                <a:t>Networking</a:t>
              </a:r>
            </a:p>
          </p:txBody>
        </p:sp>
      </p:grpSp>
      <p:pic>
        <p:nvPicPr>
          <p:cNvPr id="63" name="Picture 11" descr="Cloud 512x512.png"/>
          <p:cNvPicPr>
            <a:picLocks noChangeAspect="1"/>
          </p:cNvPicPr>
          <p:nvPr/>
        </p:nvPicPr>
        <p:blipFill>
          <a:blip r:embed="rId3" cstate="print">
            <a:duotone>
              <a:prstClr val="black"/>
              <a:schemeClr val="tx1">
                <a:tint val="45000"/>
                <a:satMod val="400000"/>
              </a:schemeClr>
            </a:duotone>
            <a:extLst>
              <a:ext uri="{28A0092B-C50C-407E-A947-70E740481C1C}">
                <a14:useLocalDpi xmlns:a14="http://schemas.microsoft.com/office/drawing/2010/main" val="0"/>
              </a:ext>
            </a:extLst>
          </a:blip>
          <a:srcRect/>
          <a:stretch>
            <a:fillRect/>
          </a:stretch>
        </p:blipFill>
        <p:spPr bwMode="auto">
          <a:xfrm>
            <a:off x="3285815" y="5492340"/>
            <a:ext cx="1014104" cy="10141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64" name="Left Brace 63"/>
          <p:cNvSpPr/>
          <p:nvPr/>
        </p:nvSpPr>
        <p:spPr>
          <a:xfrm flipH="1">
            <a:off x="11168000" y="2244407"/>
            <a:ext cx="228600" cy="3977640"/>
          </a:xfrm>
          <a:prstGeom prst="leftBrace">
            <a:avLst>
              <a:gd name="adj1" fmla="val 0"/>
              <a:gd name="adj2" fmla="val 50000"/>
            </a:avLst>
          </a:prstGeom>
          <a:noFill/>
          <a:ln w="19050" cap="flat" cmpd="sng" algn="ctr">
            <a:solidFill>
              <a:schemeClr val="accent2"/>
            </a:solidFill>
            <a:prstDash val="solid"/>
          </a:ln>
          <a:effectLst/>
        </p:spPr>
        <p:txBody>
          <a:bodyPr rtlCol="0" anchor="ctr"/>
          <a:lstStyle/>
          <a:p>
            <a:pPr algn="ctr" defTabSz="1218936"/>
            <a:endParaRPr lang="en-US" sz="1800" dirty="0">
              <a:solidFill>
                <a:srgbClr val="FFFFFF"/>
              </a:solidFill>
              <a:latin typeface="Segoe UI"/>
              <a:ea typeface="Segoe UI" pitchFamily="34" charset="0"/>
              <a:cs typeface="Segoe UI" pitchFamily="34" charset="0"/>
            </a:endParaRPr>
          </a:p>
        </p:txBody>
      </p:sp>
      <p:pic>
        <p:nvPicPr>
          <p:cNvPr id="65" name="Picture 12" descr="Gift 512x512.png"/>
          <p:cNvPicPr>
            <a:picLocks noChangeAspect="1"/>
          </p:cNvPicPr>
          <p:nvPr/>
        </p:nvPicPr>
        <p:blipFill>
          <a:blip r:embed="rId4" cstate="print">
            <a:duotone>
              <a:prstClr val="black"/>
              <a:schemeClr val="tx1">
                <a:tint val="45000"/>
                <a:satMod val="400000"/>
              </a:schemeClr>
            </a:duotone>
            <a:extLst>
              <a:ext uri="{28A0092B-C50C-407E-A947-70E740481C1C}">
                <a14:useLocalDpi xmlns:a14="http://schemas.microsoft.com/office/drawing/2010/main" val="0"/>
              </a:ext>
            </a:extLst>
          </a:blip>
          <a:srcRect/>
          <a:stretch>
            <a:fillRect/>
          </a:stretch>
        </p:blipFill>
        <p:spPr bwMode="auto">
          <a:xfrm>
            <a:off x="371793" y="5502084"/>
            <a:ext cx="806273" cy="8062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67" name="Rectangle 66"/>
          <p:cNvSpPr/>
          <p:nvPr/>
        </p:nvSpPr>
        <p:spPr bwMode="auto">
          <a:xfrm flipH="1">
            <a:off x="251209" y="1244462"/>
            <a:ext cx="2955496" cy="5139864"/>
          </a:xfrm>
          <a:prstGeom prst="rect">
            <a:avLst/>
          </a:prstGeom>
          <a:noFill/>
          <a:ln>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04" tIns="45703" rIns="91404" bIns="45703" numCol="1" spcCol="0" rtlCol="0" anchor="ctr" anchorCtr="0" compatLnSpc="1">
            <a:prstTxWarp prst="textNoShape">
              <a:avLst/>
            </a:prstTxWarp>
          </a:bodyPr>
          <a:lstStyle/>
          <a:p>
            <a:pPr algn="ctr" defTabSz="913788" fontAlgn="base">
              <a:spcBef>
                <a:spcPct val="0"/>
              </a:spcBef>
              <a:spcAft>
                <a:spcPct val="0"/>
              </a:spcAft>
            </a:pPr>
            <a:endParaRPr lang="en-US" sz="2200" dirty="0">
              <a:gradFill>
                <a:gsLst>
                  <a:gs pos="0">
                    <a:srgbClr val="FFFFFF"/>
                  </a:gs>
                  <a:gs pos="100000">
                    <a:srgbClr val="FFFFFF"/>
                  </a:gs>
                </a:gsLst>
                <a:lin ang="5400000" scaled="0"/>
              </a:gradFill>
            </a:endParaRPr>
          </a:p>
        </p:txBody>
      </p:sp>
      <p:sp>
        <p:nvSpPr>
          <p:cNvPr id="3" name="矩形 2"/>
          <p:cNvSpPr/>
          <p:nvPr/>
        </p:nvSpPr>
        <p:spPr bwMode="auto">
          <a:xfrm>
            <a:off x="3769860" y="1535864"/>
            <a:ext cx="5426862" cy="4848461"/>
          </a:xfrm>
          <a:prstGeom prst="rect">
            <a:avLst/>
          </a:prstGeom>
          <a:noFill/>
          <a:ln w="60325">
            <a:solidFill>
              <a:srgbClr val="00B0F0"/>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zh-CN" altLang="en-US" sz="2200" dirty="0">
              <a:gradFill>
                <a:gsLst>
                  <a:gs pos="0">
                    <a:srgbClr val="FFFFFF"/>
                  </a:gs>
                  <a:gs pos="100000">
                    <a:srgbClr val="FFFFFF"/>
                  </a:gs>
                </a:gsLst>
                <a:lin ang="5400000" scaled="0"/>
              </a:gradFill>
            </a:endParaRPr>
          </a:p>
        </p:txBody>
      </p:sp>
      <p:pic>
        <p:nvPicPr>
          <p:cNvPr id="8196" name="Picture 4" descr="http://upload.wikimedia.org/wikipedia/en/f/ff/Windows_Azure_logo.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34307" y="953822"/>
            <a:ext cx="3594465" cy="5278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3328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0"/>
                                  </p:stCondLst>
                                  <p:childTnLst>
                                    <p:set>
                                      <p:cBhvr>
                                        <p:cTn id="9" dur="1" fill="hold">
                                          <p:stCondLst>
                                            <p:cond delay="0"/>
                                          </p:stCondLst>
                                        </p:cTn>
                                        <p:tgtEl>
                                          <p:spTgt spid="8196"/>
                                        </p:tgtEl>
                                        <p:attrNameLst>
                                          <p:attrName>style.visibility</p:attrName>
                                        </p:attrNameLst>
                                      </p:cBhvr>
                                      <p:to>
                                        <p:strVal val="visible"/>
                                      </p:to>
                                    </p:set>
                                    <p:animEffect transition="in" filter="fade">
                                      <p:cBhvr>
                                        <p:cTn id="10" dur="500"/>
                                        <p:tgtEl>
                                          <p:spTgt spid="81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Cloud Service vs </a:t>
            </a:r>
            <a:r>
              <a:rPr lang="zh-CN" altLang="en-US" dirty="0"/>
              <a:t>虚拟机</a:t>
            </a:r>
          </a:p>
        </p:txBody>
      </p:sp>
      <p:graphicFrame>
        <p:nvGraphicFramePr>
          <p:cNvPr id="4" name="内容占位符 3"/>
          <p:cNvGraphicFramePr>
            <a:graphicFrameLocks noGrp="1"/>
          </p:cNvGraphicFramePr>
          <p:nvPr>
            <p:ph sz="quarter" idx="10"/>
            <p:extLst>
              <p:ext uri="{D42A27DB-BD31-4B8C-83A1-F6EECF244321}">
                <p14:modId xmlns:p14="http://schemas.microsoft.com/office/powerpoint/2010/main" val="899145607"/>
              </p:ext>
            </p:extLst>
          </p:nvPr>
        </p:nvGraphicFramePr>
        <p:xfrm>
          <a:off x="254002" y="1463676"/>
          <a:ext cx="11836397" cy="4835523"/>
        </p:xfrm>
        <a:graphic>
          <a:graphicData uri="http://schemas.openxmlformats.org/drawingml/2006/table">
            <a:tbl>
              <a:tblPr firstRow="1" bandRow="1">
                <a:tableStyleId>{21E4AEA4-8DFA-4A89-87EB-49C32662AFE0}</a:tableStyleId>
              </a:tblPr>
              <a:tblGrid>
                <a:gridCol w="1625598">
                  <a:extLst>
                    <a:ext uri="{9D8B030D-6E8A-4147-A177-3AD203B41FA5}">
                      <a16:colId xmlns:a16="http://schemas.microsoft.com/office/drawing/2014/main" val="20000"/>
                    </a:ext>
                  </a:extLst>
                </a:gridCol>
                <a:gridCol w="4494773">
                  <a:extLst>
                    <a:ext uri="{9D8B030D-6E8A-4147-A177-3AD203B41FA5}">
                      <a16:colId xmlns:a16="http://schemas.microsoft.com/office/drawing/2014/main" val="20001"/>
                    </a:ext>
                  </a:extLst>
                </a:gridCol>
                <a:gridCol w="5716026">
                  <a:extLst>
                    <a:ext uri="{9D8B030D-6E8A-4147-A177-3AD203B41FA5}">
                      <a16:colId xmlns:a16="http://schemas.microsoft.com/office/drawing/2014/main" val="20002"/>
                    </a:ext>
                  </a:extLst>
                </a:gridCol>
              </a:tblGrid>
              <a:tr h="690789">
                <a:tc>
                  <a:txBody>
                    <a:bodyPr/>
                    <a:lstStyle/>
                    <a:p>
                      <a:endParaRPr lang="zh-CN" altLang="en-US" sz="2800" dirty="0"/>
                    </a:p>
                  </a:txBody>
                  <a:tcPr/>
                </a:tc>
                <a:tc>
                  <a:txBody>
                    <a:bodyPr/>
                    <a:lstStyle/>
                    <a:p>
                      <a:pPr algn="ctr"/>
                      <a:r>
                        <a:rPr lang="en-US" altLang="zh-CN" sz="2800" dirty="0"/>
                        <a:t>Cloud Service</a:t>
                      </a:r>
                      <a:endParaRPr lang="zh-CN" altLang="en-US" sz="2800" dirty="0"/>
                    </a:p>
                  </a:txBody>
                  <a:tcPr/>
                </a:tc>
                <a:tc>
                  <a:txBody>
                    <a:bodyPr/>
                    <a:lstStyle/>
                    <a:p>
                      <a:pPr algn="ctr"/>
                      <a:r>
                        <a:rPr lang="zh-CN" altLang="en-US" sz="2800" dirty="0"/>
                        <a:t>虚拟机</a:t>
                      </a:r>
                    </a:p>
                  </a:txBody>
                  <a:tcPr/>
                </a:tc>
                <a:extLst>
                  <a:ext uri="{0D108BD9-81ED-4DB2-BD59-A6C34878D82A}">
                    <a16:rowId xmlns:a16="http://schemas.microsoft.com/office/drawing/2014/main" val="10000"/>
                  </a:ext>
                </a:extLst>
              </a:tr>
              <a:tr h="690789">
                <a:tc>
                  <a:txBody>
                    <a:bodyPr/>
                    <a:lstStyle/>
                    <a:p>
                      <a:r>
                        <a:rPr lang="zh-CN" altLang="en-US" sz="2800" dirty="0"/>
                        <a:t>专注</a:t>
                      </a:r>
                    </a:p>
                  </a:txBody>
                  <a:tcPr/>
                </a:tc>
                <a:tc>
                  <a:txBody>
                    <a:bodyPr/>
                    <a:lstStyle/>
                    <a:p>
                      <a:r>
                        <a:rPr lang="zh-CN" altLang="en-US" sz="2800" dirty="0"/>
                        <a:t>数据</a:t>
                      </a:r>
                      <a:r>
                        <a:rPr lang="en-US" altLang="zh-CN" sz="2800" dirty="0"/>
                        <a:t>+</a:t>
                      </a:r>
                      <a:r>
                        <a:rPr lang="zh-CN" altLang="en-US" sz="2800" dirty="0"/>
                        <a:t>应用</a:t>
                      </a:r>
                      <a:endParaRPr lang="en-US" altLang="zh-CN" sz="2800" baseline="0" dirty="0"/>
                    </a:p>
                  </a:txBody>
                  <a:tcPr/>
                </a:tc>
                <a:tc>
                  <a:txBody>
                    <a:bodyPr/>
                    <a:lstStyle/>
                    <a:p>
                      <a:pPr marL="0" marR="0" indent="0" algn="l" defTabSz="914363" rtl="0" eaLnBrk="1" fontAlgn="auto" latinLnBrk="0" hangingPunct="1">
                        <a:lnSpc>
                          <a:spcPct val="100000"/>
                        </a:lnSpc>
                        <a:spcBef>
                          <a:spcPts val="0"/>
                        </a:spcBef>
                        <a:spcAft>
                          <a:spcPts val="0"/>
                        </a:spcAft>
                        <a:buClrTx/>
                        <a:buSzTx/>
                        <a:buFontTx/>
                        <a:buNone/>
                        <a:tabLst/>
                        <a:defRPr/>
                      </a:pPr>
                      <a:r>
                        <a:rPr lang="zh-CN" altLang="en-US" sz="2800" dirty="0"/>
                        <a:t>操作系统，中间件，运行时</a:t>
                      </a:r>
                    </a:p>
                  </a:txBody>
                  <a:tcPr/>
                </a:tc>
                <a:extLst>
                  <a:ext uri="{0D108BD9-81ED-4DB2-BD59-A6C34878D82A}">
                    <a16:rowId xmlns:a16="http://schemas.microsoft.com/office/drawing/2014/main" val="10001"/>
                  </a:ext>
                </a:extLst>
              </a:tr>
              <a:tr h="690789">
                <a:tc>
                  <a:txBody>
                    <a:bodyPr/>
                    <a:lstStyle/>
                    <a:p>
                      <a:r>
                        <a:rPr lang="zh-CN" altLang="en-US" sz="2800" dirty="0"/>
                        <a:t>管理</a:t>
                      </a:r>
                    </a:p>
                  </a:txBody>
                  <a:tcPr/>
                </a:tc>
                <a:tc>
                  <a:txBody>
                    <a:bodyPr/>
                    <a:lstStyle/>
                    <a:p>
                      <a:r>
                        <a:rPr lang="zh-CN" altLang="en-US" sz="2800" dirty="0"/>
                        <a:t>简单</a:t>
                      </a:r>
                    </a:p>
                  </a:txBody>
                  <a:tcPr/>
                </a:tc>
                <a:tc>
                  <a:txBody>
                    <a:bodyPr/>
                    <a:lstStyle/>
                    <a:p>
                      <a:r>
                        <a:rPr lang="zh-CN" altLang="en-US" sz="2800" dirty="0"/>
                        <a:t>复杂</a:t>
                      </a:r>
                    </a:p>
                  </a:txBody>
                  <a:tcPr/>
                </a:tc>
                <a:extLst>
                  <a:ext uri="{0D108BD9-81ED-4DB2-BD59-A6C34878D82A}">
                    <a16:rowId xmlns:a16="http://schemas.microsoft.com/office/drawing/2014/main" val="10002"/>
                  </a:ext>
                </a:extLst>
              </a:tr>
              <a:tr h="690789">
                <a:tc>
                  <a:txBody>
                    <a:bodyPr/>
                    <a:lstStyle/>
                    <a:p>
                      <a:r>
                        <a:rPr lang="zh-CN" altLang="en-US" sz="2800" dirty="0"/>
                        <a:t>运维</a:t>
                      </a:r>
                    </a:p>
                  </a:txBody>
                  <a:tcPr/>
                </a:tc>
                <a:tc>
                  <a:txBody>
                    <a:bodyPr/>
                    <a:lstStyle/>
                    <a:p>
                      <a:r>
                        <a:rPr lang="en-US" altLang="zh-CN" sz="2800" dirty="0"/>
                        <a:t>Developer</a:t>
                      </a:r>
                      <a:endParaRPr lang="zh-CN" altLang="en-US" sz="2800" dirty="0"/>
                    </a:p>
                  </a:txBody>
                  <a:tcPr/>
                </a:tc>
                <a:tc>
                  <a:txBody>
                    <a:bodyPr/>
                    <a:lstStyle/>
                    <a:p>
                      <a:r>
                        <a:rPr lang="en-US" altLang="zh-CN" sz="2800" dirty="0"/>
                        <a:t>IT Pro + Developer</a:t>
                      </a:r>
                      <a:endParaRPr lang="zh-CN" altLang="en-US" sz="2800" dirty="0"/>
                    </a:p>
                  </a:txBody>
                  <a:tcPr/>
                </a:tc>
                <a:extLst>
                  <a:ext uri="{0D108BD9-81ED-4DB2-BD59-A6C34878D82A}">
                    <a16:rowId xmlns:a16="http://schemas.microsoft.com/office/drawing/2014/main" val="10003"/>
                  </a:ext>
                </a:extLst>
              </a:tr>
              <a:tr h="690789">
                <a:tc>
                  <a:txBody>
                    <a:bodyPr/>
                    <a:lstStyle/>
                    <a:p>
                      <a:endParaRPr lang="zh-CN" altLang="en-US" sz="2800" dirty="0"/>
                    </a:p>
                  </a:txBody>
                  <a:tcPr/>
                </a:tc>
                <a:tc>
                  <a:txBody>
                    <a:bodyPr/>
                    <a:lstStyle/>
                    <a:p>
                      <a:r>
                        <a:rPr lang="zh-CN" altLang="en-US" sz="2800" b="1" dirty="0">
                          <a:solidFill>
                            <a:srgbClr val="FF0000"/>
                          </a:solidFill>
                        </a:rPr>
                        <a:t>非持久化</a:t>
                      </a:r>
                      <a:r>
                        <a:rPr lang="en-US" altLang="zh-CN" sz="2800" b="1" dirty="0">
                          <a:solidFill>
                            <a:srgbClr val="FF0000"/>
                          </a:solidFill>
                        </a:rPr>
                        <a:t>VM</a:t>
                      </a:r>
                      <a:endParaRPr lang="zh-CN" altLang="en-US" sz="2800" b="1" dirty="0">
                        <a:solidFill>
                          <a:srgbClr val="FF0000"/>
                        </a:solidFill>
                      </a:endParaRPr>
                    </a:p>
                  </a:txBody>
                  <a:tcPr/>
                </a:tc>
                <a:tc>
                  <a:txBody>
                    <a:bodyPr/>
                    <a:lstStyle/>
                    <a:p>
                      <a:r>
                        <a:rPr lang="zh-CN" altLang="en-US" sz="2800" b="1" dirty="0">
                          <a:solidFill>
                            <a:srgbClr val="FF0000"/>
                          </a:solidFill>
                        </a:rPr>
                        <a:t>持久化</a:t>
                      </a:r>
                      <a:r>
                        <a:rPr lang="en-US" altLang="zh-CN" sz="2800" b="1" baseline="0" dirty="0">
                          <a:solidFill>
                            <a:srgbClr val="FF0000"/>
                          </a:solidFill>
                        </a:rPr>
                        <a:t>VM</a:t>
                      </a:r>
                      <a:endParaRPr lang="zh-CN" altLang="en-US" sz="2800" b="1" dirty="0">
                        <a:solidFill>
                          <a:srgbClr val="FF0000"/>
                        </a:solidFill>
                      </a:endParaRPr>
                    </a:p>
                  </a:txBody>
                  <a:tcPr/>
                </a:tc>
                <a:extLst>
                  <a:ext uri="{0D108BD9-81ED-4DB2-BD59-A6C34878D82A}">
                    <a16:rowId xmlns:a16="http://schemas.microsoft.com/office/drawing/2014/main" val="10004"/>
                  </a:ext>
                </a:extLst>
              </a:tr>
              <a:tr h="690789">
                <a:tc>
                  <a:txBody>
                    <a:bodyPr/>
                    <a:lstStyle/>
                    <a:p>
                      <a:r>
                        <a:rPr lang="zh-CN" altLang="en-US" sz="2800" dirty="0"/>
                        <a:t>场景</a:t>
                      </a:r>
                    </a:p>
                  </a:txBody>
                  <a:tcPr/>
                </a:tc>
                <a:tc>
                  <a:txBody>
                    <a:bodyPr/>
                    <a:lstStyle/>
                    <a:p>
                      <a:r>
                        <a:rPr lang="zh-CN" altLang="en-US" sz="2800" dirty="0"/>
                        <a:t>新应用部署</a:t>
                      </a:r>
                    </a:p>
                  </a:txBody>
                  <a:tcPr/>
                </a:tc>
                <a:tc>
                  <a:txBody>
                    <a:bodyPr/>
                    <a:lstStyle/>
                    <a:p>
                      <a:r>
                        <a:rPr lang="zh-CN" altLang="en-US" sz="2800" dirty="0"/>
                        <a:t>传统应用迁移</a:t>
                      </a:r>
                    </a:p>
                  </a:txBody>
                  <a:tcPr/>
                </a:tc>
                <a:extLst>
                  <a:ext uri="{0D108BD9-81ED-4DB2-BD59-A6C34878D82A}">
                    <a16:rowId xmlns:a16="http://schemas.microsoft.com/office/drawing/2014/main" val="10005"/>
                  </a:ext>
                </a:extLst>
              </a:tr>
              <a:tr h="690789">
                <a:tc>
                  <a:txBody>
                    <a:bodyPr/>
                    <a:lstStyle/>
                    <a:p>
                      <a:r>
                        <a:rPr lang="zh-CN" altLang="en-US" sz="2800" dirty="0"/>
                        <a:t>迁移难度</a:t>
                      </a:r>
                    </a:p>
                  </a:txBody>
                  <a:tcPr/>
                </a:tc>
                <a:tc>
                  <a:txBody>
                    <a:bodyPr/>
                    <a:lstStyle/>
                    <a:p>
                      <a:r>
                        <a:rPr lang="zh-CN" altLang="en-US" sz="2800" dirty="0"/>
                        <a:t>较复杂</a:t>
                      </a:r>
                    </a:p>
                  </a:txBody>
                  <a:tcPr/>
                </a:tc>
                <a:tc>
                  <a:txBody>
                    <a:bodyPr/>
                    <a:lstStyle/>
                    <a:p>
                      <a:r>
                        <a:rPr lang="zh-CN" altLang="en-US" sz="2800" dirty="0"/>
                        <a:t>简单</a:t>
                      </a:r>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858475600"/>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dirty="0"/>
              <a:t>虚拟机</a:t>
            </a:r>
          </a:p>
        </p:txBody>
      </p:sp>
      <p:sp>
        <p:nvSpPr>
          <p:cNvPr id="6" name="内容占位符 5"/>
          <p:cNvSpPr>
            <a:spLocks noGrp="1"/>
          </p:cNvSpPr>
          <p:nvPr>
            <p:ph idx="4294967295"/>
          </p:nvPr>
        </p:nvSpPr>
        <p:spPr>
          <a:xfrm>
            <a:off x="1989137" y="1447801"/>
            <a:ext cx="8286649" cy="4981575"/>
          </a:xfrm>
          <a:prstGeom prst="rect">
            <a:avLst/>
          </a:prstGeom>
        </p:spPr>
        <p:txBody>
          <a:bodyPr/>
          <a:lstStyle/>
          <a:p>
            <a:r>
              <a:rPr lang="zh-CN" altLang="en-US" dirty="0"/>
              <a:t>优势</a:t>
            </a:r>
            <a:endParaRPr lang="en-US" altLang="zh-CN" dirty="0"/>
          </a:p>
          <a:p>
            <a:pPr lvl="1"/>
            <a:r>
              <a:rPr lang="zh-CN" altLang="en-US" dirty="0"/>
              <a:t>面向基础架构</a:t>
            </a:r>
            <a:endParaRPr lang="en-US" altLang="zh-CN" dirty="0"/>
          </a:p>
          <a:p>
            <a:pPr lvl="1"/>
            <a:r>
              <a:rPr lang="zh-CN" altLang="en-US" dirty="0"/>
              <a:t>支持</a:t>
            </a:r>
            <a:r>
              <a:rPr lang="en-US" altLang="zh-CN" dirty="0"/>
              <a:t>Windows</a:t>
            </a:r>
            <a:r>
              <a:rPr lang="zh-CN" altLang="en-US" dirty="0"/>
              <a:t>和</a:t>
            </a:r>
            <a:r>
              <a:rPr lang="en-US" altLang="zh-CN" dirty="0"/>
              <a:t>Linux</a:t>
            </a:r>
            <a:r>
              <a:rPr lang="zh-CN" altLang="en-US" dirty="0"/>
              <a:t>操作系统</a:t>
            </a:r>
            <a:endParaRPr lang="en-US" altLang="zh-CN" dirty="0"/>
          </a:p>
          <a:p>
            <a:pPr lvl="1"/>
            <a:r>
              <a:rPr lang="zh-CN" altLang="en-US" dirty="0"/>
              <a:t>云端的虚拟机，易于迁移</a:t>
            </a:r>
            <a:endParaRPr lang="en-US" altLang="zh-CN" dirty="0"/>
          </a:p>
          <a:p>
            <a:pPr lvl="1"/>
            <a:r>
              <a:rPr lang="zh-CN" altLang="en-US" dirty="0"/>
              <a:t>适合传统的应用</a:t>
            </a:r>
            <a:endParaRPr lang="en-US" altLang="zh-CN" dirty="0"/>
          </a:p>
          <a:p>
            <a:r>
              <a:rPr lang="zh-CN" altLang="en-US" dirty="0"/>
              <a:t>劣势</a:t>
            </a:r>
            <a:endParaRPr lang="en-US" altLang="zh-CN" dirty="0"/>
          </a:p>
          <a:p>
            <a:pPr lvl="1"/>
            <a:r>
              <a:rPr lang="zh-CN" altLang="en-US" dirty="0"/>
              <a:t>维护底层操作系统，而不是应用</a:t>
            </a:r>
            <a:endParaRPr lang="en-US" altLang="zh-CN" dirty="0"/>
          </a:p>
          <a:p>
            <a:pPr lvl="1"/>
            <a:endParaRPr lang="en-US" altLang="zh-CN" dirty="0"/>
          </a:p>
          <a:p>
            <a:pPr lvl="1"/>
            <a:endParaRPr lang="zh-CN" altLang="en-US" dirty="0"/>
          </a:p>
        </p:txBody>
      </p:sp>
      <p:sp>
        <p:nvSpPr>
          <p:cNvPr id="4" name="灯片编号占位符 3"/>
          <p:cNvSpPr>
            <a:spLocks noGrp="1"/>
          </p:cNvSpPr>
          <p:nvPr>
            <p:ph type="sldNum" sz="quarter" idx="4294967295"/>
          </p:nvPr>
        </p:nvSpPr>
        <p:spPr>
          <a:xfrm>
            <a:off x="7618412" y="6621462"/>
            <a:ext cx="2978150" cy="182880"/>
          </a:xfrm>
          <a:prstGeom prst="rect">
            <a:avLst/>
          </a:prstGeom>
        </p:spPr>
        <p:txBody>
          <a:bodyPr/>
          <a:lstStyle/>
          <a:p>
            <a:fld id="{FED59240-2F7A-41C0-97CD-FDE34684D3D3}" type="slidenum">
              <a:rPr lang="en-US" smtClean="0"/>
              <a:pPr/>
              <a:t>6</a:t>
            </a:fld>
            <a:endParaRPr lang="en-US"/>
          </a:p>
        </p:txBody>
      </p:sp>
    </p:spTree>
    <p:extLst>
      <p:ext uri="{BB962C8B-B14F-4D97-AF65-F5344CB8AC3E}">
        <p14:creationId xmlns:p14="http://schemas.microsoft.com/office/powerpoint/2010/main" val="4283998840"/>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err="1"/>
              <a:t>PaaS</a:t>
            </a:r>
            <a:r>
              <a:rPr lang="zh-CN" altLang="en-US" dirty="0"/>
              <a:t>平台</a:t>
            </a:r>
          </a:p>
        </p:txBody>
      </p:sp>
      <p:sp>
        <p:nvSpPr>
          <p:cNvPr id="6" name="内容占位符 5"/>
          <p:cNvSpPr>
            <a:spLocks noGrp="1"/>
          </p:cNvSpPr>
          <p:nvPr>
            <p:ph idx="4294967295"/>
          </p:nvPr>
        </p:nvSpPr>
        <p:spPr>
          <a:xfrm>
            <a:off x="1950293" y="976497"/>
            <a:ext cx="8286649" cy="4981575"/>
          </a:xfrm>
          <a:prstGeom prst="rect">
            <a:avLst/>
          </a:prstGeom>
        </p:spPr>
        <p:txBody>
          <a:bodyPr/>
          <a:lstStyle/>
          <a:p>
            <a:r>
              <a:rPr lang="zh-CN" altLang="en-US" dirty="0"/>
              <a:t>优势</a:t>
            </a:r>
            <a:endParaRPr lang="en-US" altLang="zh-CN" dirty="0"/>
          </a:p>
          <a:p>
            <a:pPr lvl="1"/>
            <a:r>
              <a:rPr lang="zh-CN" altLang="en-US" dirty="0"/>
              <a:t>面向应用，而不是基础架构</a:t>
            </a:r>
            <a:endParaRPr lang="en-US" altLang="zh-CN" dirty="0"/>
          </a:p>
          <a:p>
            <a:pPr lvl="1"/>
            <a:r>
              <a:rPr lang="zh-CN" altLang="en-US" dirty="0"/>
              <a:t>无需对虚拟机进行管理，降低管理成本</a:t>
            </a:r>
            <a:endParaRPr lang="en-US" altLang="zh-CN" dirty="0"/>
          </a:p>
          <a:p>
            <a:pPr lvl="1"/>
            <a:r>
              <a:rPr lang="en-US" altLang="zh-CN" dirty="0"/>
              <a:t>Web Role/Worker Role</a:t>
            </a:r>
            <a:r>
              <a:rPr lang="zh-CN" altLang="en-US" dirty="0"/>
              <a:t>，松耦合，多对多，横向弹性扩展</a:t>
            </a:r>
            <a:endParaRPr lang="en-US" altLang="zh-CN" dirty="0"/>
          </a:p>
          <a:p>
            <a:pPr lvl="1"/>
            <a:r>
              <a:rPr lang="zh-CN" altLang="en-US" dirty="0"/>
              <a:t>适合新应用平台开发</a:t>
            </a:r>
            <a:endParaRPr lang="en-US" altLang="zh-CN" dirty="0"/>
          </a:p>
          <a:p>
            <a:pPr lvl="1"/>
            <a:r>
              <a:rPr lang="zh-CN" altLang="en-US" dirty="0"/>
              <a:t>允许开发人员直接将应用部署至云平台，无需</a:t>
            </a:r>
            <a:r>
              <a:rPr lang="en-US" altLang="zh-CN" dirty="0"/>
              <a:t>IT Pro</a:t>
            </a:r>
          </a:p>
          <a:p>
            <a:pPr lvl="1"/>
            <a:r>
              <a:rPr lang="zh-CN" altLang="en-US" dirty="0"/>
              <a:t>利用</a:t>
            </a:r>
            <a:r>
              <a:rPr lang="en-US" altLang="zh-CN" dirty="0"/>
              <a:t>Azure</a:t>
            </a:r>
            <a:r>
              <a:rPr lang="zh-CN" altLang="en-US" dirty="0"/>
              <a:t>丰富的</a:t>
            </a:r>
            <a:r>
              <a:rPr lang="en-US" altLang="zh-CN" dirty="0" err="1"/>
              <a:t>PaaS</a:t>
            </a:r>
            <a:r>
              <a:rPr lang="zh-CN" altLang="en-US" dirty="0"/>
              <a:t>服务，如</a:t>
            </a:r>
            <a:r>
              <a:rPr lang="en-US" altLang="zh-CN" dirty="0"/>
              <a:t>SQL Database, Azure Storage</a:t>
            </a:r>
            <a:r>
              <a:rPr lang="zh-CN" altLang="en-US" dirty="0"/>
              <a:t>等，丰富应用平台</a:t>
            </a:r>
            <a:endParaRPr lang="en-US" altLang="zh-CN" dirty="0"/>
          </a:p>
          <a:p>
            <a:r>
              <a:rPr lang="zh-CN" altLang="en-US" dirty="0"/>
              <a:t>劣势</a:t>
            </a:r>
            <a:endParaRPr lang="en-US" altLang="zh-CN" dirty="0"/>
          </a:p>
          <a:p>
            <a:pPr lvl="1"/>
            <a:r>
              <a:rPr lang="zh-CN" altLang="en-US" dirty="0"/>
              <a:t>迁移难度比较复杂</a:t>
            </a:r>
          </a:p>
        </p:txBody>
      </p:sp>
      <p:sp>
        <p:nvSpPr>
          <p:cNvPr id="4" name="灯片编号占位符 3"/>
          <p:cNvSpPr>
            <a:spLocks noGrp="1"/>
          </p:cNvSpPr>
          <p:nvPr>
            <p:ph type="sldNum" sz="quarter" idx="4294967295"/>
          </p:nvPr>
        </p:nvSpPr>
        <p:spPr>
          <a:xfrm>
            <a:off x="7618412" y="6621462"/>
            <a:ext cx="2978150" cy="182880"/>
          </a:xfrm>
          <a:prstGeom prst="rect">
            <a:avLst/>
          </a:prstGeom>
        </p:spPr>
        <p:txBody>
          <a:bodyPr/>
          <a:lstStyle/>
          <a:p>
            <a:fld id="{FED59240-2F7A-41C0-97CD-FDE34684D3D3}" type="slidenum">
              <a:rPr lang="en-US" smtClean="0"/>
              <a:pPr/>
              <a:t>7</a:t>
            </a:fld>
            <a:endParaRPr lang="en-US"/>
          </a:p>
        </p:txBody>
      </p:sp>
    </p:spTree>
    <p:extLst>
      <p:ext uri="{BB962C8B-B14F-4D97-AF65-F5344CB8AC3E}">
        <p14:creationId xmlns:p14="http://schemas.microsoft.com/office/powerpoint/2010/main" val="1730252397"/>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什么应用比较适合</a:t>
            </a:r>
            <a:r>
              <a:rPr lang="en-US" altLang="zh-CN" dirty="0"/>
              <a:t>Cloud Service</a:t>
            </a:r>
            <a:endParaRPr lang="zh-CN" altLang="en-US" dirty="0"/>
          </a:p>
        </p:txBody>
      </p:sp>
      <p:sp>
        <p:nvSpPr>
          <p:cNvPr id="5" name="内容占位符 4"/>
          <p:cNvSpPr>
            <a:spLocks noGrp="1"/>
          </p:cNvSpPr>
          <p:nvPr>
            <p:ph sz="quarter" idx="10"/>
          </p:nvPr>
        </p:nvSpPr>
        <p:spPr>
          <a:xfrm>
            <a:off x="519113" y="1463675"/>
            <a:ext cx="11155680" cy="2431435"/>
          </a:xfrm>
        </p:spPr>
        <p:txBody>
          <a:bodyPr/>
          <a:lstStyle/>
          <a:p>
            <a:r>
              <a:rPr lang="zh-CN" altLang="en-US" dirty="0"/>
              <a:t>不需要管理操作系统</a:t>
            </a:r>
            <a:endParaRPr lang="en-US" altLang="zh-CN" dirty="0"/>
          </a:p>
          <a:p>
            <a:r>
              <a:rPr lang="zh-CN" altLang="en-US" dirty="0"/>
              <a:t>需要横向扩展</a:t>
            </a:r>
            <a:endParaRPr lang="en-US" altLang="zh-CN" dirty="0"/>
          </a:p>
          <a:p>
            <a:r>
              <a:rPr lang="zh-CN" altLang="en-US" dirty="0"/>
              <a:t>无状态</a:t>
            </a:r>
            <a:endParaRPr lang="en-US" altLang="zh-CN" dirty="0"/>
          </a:p>
          <a:p>
            <a:r>
              <a:rPr lang="zh-CN" altLang="en-US" dirty="0"/>
              <a:t>需要的外部组件少</a:t>
            </a:r>
          </a:p>
        </p:txBody>
      </p:sp>
    </p:spTree>
    <p:extLst>
      <p:ext uri="{BB962C8B-B14F-4D97-AF65-F5344CB8AC3E}">
        <p14:creationId xmlns:p14="http://schemas.microsoft.com/office/powerpoint/2010/main" val="1482770441"/>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5"/>
          <p:cNvSpPr>
            <a:spLocks noGrp="1"/>
          </p:cNvSpPr>
          <p:nvPr>
            <p:ph type="body" sz="quarter" idx="10"/>
          </p:nvPr>
        </p:nvSpPr>
        <p:spPr>
          <a:xfrm>
            <a:off x="268941" y="2699218"/>
            <a:ext cx="11822653" cy="1354217"/>
          </a:xfrm>
        </p:spPr>
        <p:txBody>
          <a:bodyPr/>
          <a:lstStyle/>
          <a:p>
            <a:r>
              <a:rPr lang="zh-CN" altLang="en-US" dirty="0"/>
              <a:t>开发</a:t>
            </a:r>
            <a:r>
              <a:rPr lang="en-US" altLang="zh-CN" dirty="0"/>
              <a:t>Azure Cloud Service</a:t>
            </a:r>
            <a:endParaRPr lang="zh-CN" altLang="en-US" dirty="0"/>
          </a:p>
        </p:txBody>
      </p:sp>
    </p:spTree>
    <p:extLst>
      <p:ext uri="{BB962C8B-B14F-4D97-AF65-F5344CB8AC3E}">
        <p14:creationId xmlns:p14="http://schemas.microsoft.com/office/powerpoint/2010/main" val="2065573653"/>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549256" y="1695451"/>
            <a:ext cx="11158538" cy="4057650"/>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04" tIns="45703" rIns="91404" bIns="45703" numCol="1" spcCol="0" rtlCol="0" anchor="ctr" anchorCtr="0" compatLnSpc="1">
            <a:prstTxWarp prst="textNoShape">
              <a:avLst/>
            </a:prstTxWarp>
          </a:bodyPr>
          <a:lstStyle/>
          <a:p>
            <a:pPr algn="ctr" defTabSz="913788" fontAlgn="base">
              <a:spcBef>
                <a:spcPct val="0"/>
              </a:spcBef>
              <a:spcAft>
                <a:spcPct val="0"/>
              </a:spcAft>
            </a:pPr>
            <a:endParaRPr lang="en-US" sz="2200" dirty="0">
              <a:gradFill>
                <a:gsLst>
                  <a:gs pos="0">
                    <a:srgbClr val="FFFFFF"/>
                  </a:gs>
                  <a:gs pos="100000">
                    <a:srgbClr val="FFFFFF"/>
                  </a:gs>
                </a:gsLst>
                <a:lin ang="5400000" scaled="0"/>
              </a:gradFill>
            </a:endParaRPr>
          </a:p>
        </p:txBody>
      </p:sp>
      <p:graphicFrame>
        <p:nvGraphicFramePr>
          <p:cNvPr id="4" name="Object 3" hidden="1"/>
          <p:cNvGraphicFramePr>
            <a:graphicFrameLocks noChangeAspect="1"/>
          </p:cNvGraphicFramePr>
          <p:nvPr>
            <p:custDataLst>
              <p:tags r:id="rId2"/>
            </p:custDataLst>
            <p:extLst>
              <p:ext uri="{D42A27DB-BD31-4B8C-83A1-F6EECF244321}">
                <p14:modId xmlns:p14="http://schemas.microsoft.com/office/powerpoint/2010/main" val="3681811212"/>
              </p:ext>
            </p:ext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4265" name="think-cell Slide" r:id="rId7" imgW="270" imgH="270" progId="TCLayout.ActiveDocument.1">
                  <p:embed/>
                </p:oleObj>
              </mc:Choice>
              <mc:Fallback>
                <p:oleObj name="think-cell Slide" r:id="rId7" imgW="270" imgH="270" progId="TCLayout.ActiveDocument.1">
                  <p:embed/>
                  <p:pic>
                    <p:nvPicPr>
                      <p:cNvPr id="0" name=""/>
                      <p:cNvPicPr/>
                      <p:nvPr/>
                    </p:nvPicPr>
                    <p:blipFill>
                      <a:blip r:embed="rId8"/>
                      <a:stretch>
                        <a:fillRect/>
                      </a:stretch>
                    </p:blipFill>
                    <p:spPr>
                      <a:xfrm>
                        <a:off x="0" y="0"/>
                        <a:ext cx="158750" cy="158750"/>
                      </a:xfrm>
                      <a:prstGeom prst="rect">
                        <a:avLst/>
                      </a:prstGeom>
                    </p:spPr>
                  </p:pic>
                </p:oleObj>
              </mc:Fallback>
            </mc:AlternateContent>
          </a:graphicData>
        </a:graphic>
      </p:graphicFrame>
      <p:sp>
        <p:nvSpPr>
          <p:cNvPr id="2" name="Title 1"/>
          <p:cNvSpPr>
            <a:spLocks noGrp="1"/>
          </p:cNvSpPr>
          <p:nvPr>
            <p:ph type="title"/>
            <p:custDataLst>
              <p:tags r:id="rId3"/>
            </p:custDataLst>
          </p:nvPr>
        </p:nvSpPr>
        <p:spPr/>
        <p:txBody>
          <a:bodyPr/>
          <a:lstStyle/>
          <a:p>
            <a:r>
              <a:rPr lang="en-US" dirty="0"/>
              <a:t>What is a Cloud Service?</a:t>
            </a:r>
          </a:p>
        </p:txBody>
      </p:sp>
      <p:sp>
        <p:nvSpPr>
          <p:cNvPr id="6" name="Rectangle 5"/>
          <p:cNvSpPr/>
          <p:nvPr/>
        </p:nvSpPr>
        <p:spPr bwMode="auto">
          <a:xfrm>
            <a:off x="2471628" y="2983040"/>
            <a:ext cx="3455934" cy="2598841"/>
          </a:xfrm>
          <a:prstGeom prst="rect">
            <a:avLst/>
          </a:prstGeom>
          <a:solidFill>
            <a:schemeClr val="accent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200" dirty="0">
              <a:gradFill>
                <a:gsLst>
                  <a:gs pos="0">
                    <a:srgbClr val="FFFFFF"/>
                  </a:gs>
                  <a:gs pos="100000">
                    <a:srgbClr val="FFFFFF"/>
                  </a:gs>
                </a:gsLst>
                <a:lin ang="5400000" scaled="0"/>
              </a:gradFill>
            </a:endParaRPr>
          </a:p>
        </p:txBody>
      </p:sp>
      <p:sp>
        <p:nvSpPr>
          <p:cNvPr id="10" name="Rectangle 9"/>
          <p:cNvSpPr/>
          <p:nvPr/>
        </p:nvSpPr>
        <p:spPr bwMode="auto">
          <a:xfrm>
            <a:off x="6096702" y="2983040"/>
            <a:ext cx="3474720" cy="2598841"/>
          </a:xfrm>
          <a:prstGeom prst="rect">
            <a:avLst/>
          </a:prstGeom>
          <a:solidFill>
            <a:schemeClr val="accent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200" dirty="0">
              <a:gradFill>
                <a:gsLst>
                  <a:gs pos="0">
                    <a:srgbClr val="FFFFFF"/>
                  </a:gs>
                  <a:gs pos="100000">
                    <a:srgbClr val="FFFFFF"/>
                  </a:gs>
                </a:gsLst>
                <a:lin ang="5400000" scaled="0"/>
              </a:gradFill>
            </a:endParaRPr>
          </a:p>
        </p:txBody>
      </p:sp>
      <p:sp>
        <p:nvSpPr>
          <p:cNvPr id="12" name="Content Placeholder 2"/>
          <p:cNvSpPr txBox="1">
            <a:spLocks/>
          </p:cNvSpPr>
          <p:nvPr>
            <p:custDataLst>
              <p:tags r:id="rId4"/>
            </p:custDataLst>
          </p:nvPr>
        </p:nvSpPr>
        <p:spPr>
          <a:xfrm>
            <a:off x="550843" y="1843786"/>
            <a:ext cx="11155680" cy="615553"/>
          </a:xfrm>
          <a:prstGeom prst="rect">
            <a:avLst/>
          </a:prstGeom>
        </p:spPr>
        <p:txBody>
          <a:bodyPr vert="horz" wrap="square" lIns="0" tIns="0" rIns="0" bIns="0" rtlCol="0">
            <a:spAutoFit/>
          </a:bodyPr>
          <a:lstStyle>
            <a:lvl1pPr marL="0" indent="0" algn="l" defTabSz="914363" rtl="0" eaLnBrk="1" latinLnBrk="0" hangingPunct="1">
              <a:lnSpc>
                <a:spcPct val="100000"/>
              </a:lnSpc>
              <a:spcBef>
                <a:spcPts val="1200"/>
              </a:spcBef>
              <a:buSzPct val="80000"/>
              <a:buFontTx/>
              <a:buNone/>
              <a:defRPr sz="3200" kern="1200">
                <a:ln>
                  <a:solidFill>
                    <a:schemeClr val="bg1">
                      <a:alpha val="0"/>
                    </a:schemeClr>
                  </a:solidFill>
                </a:ln>
                <a:gradFill>
                  <a:gsLst>
                    <a:gs pos="0">
                      <a:srgbClr val="595959"/>
                    </a:gs>
                    <a:gs pos="86000">
                      <a:srgbClr val="595959"/>
                    </a:gs>
                  </a:gsLst>
                  <a:lin ang="5400000" scaled="0"/>
                </a:gradFill>
                <a:latin typeface="+mn-lt"/>
                <a:ea typeface="+mn-ea"/>
                <a:cs typeface="+mn-cs"/>
              </a:defRPr>
            </a:lvl1pPr>
            <a:lvl2pPr marL="460375" indent="0" algn="l" defTabSz="914363" rtl="0" eaLnBrk="1" latinLnBrk="0" hangingPunct="1">
              <a:lnSpc>
                <a:spcPct val="100000"/>
              </a:lnSpc>
              <a:spcBef>
                <a:spcPts val="300"/>
              </a:spcBef>
              <a:buSzPct val="80000"/>
              <a:buFontTx/>
              <a:buNone/>
              <a:defRPr sz="2800" kern="1200">
                <a:ln>
                  <a:solidFill>
                    <a:schemeClr val="bg1">
                      <a:alpha val="0"/>
                    </a:schemeClr>
                  </a:solidFill>
                </a:ln>
                <a:gradFill>
                  <a:gsLst>
                    <a:gs pos="0">
                      <a:srgbClr val="595959"/>
                    </a:gs>
                    <a:gs pos="86000">
                      <a:srgbClr val="595959"/>
                    </a:gs>
                  </a:gsLst>
                  <a:lin ang="5400000" scaled="0"/>
                </a:gradFill>
                <a:latin typeface="+mn-lt"/>
                <a:ea typeface="+mn-ea"/>
                <a:cs typeface="+mn-cs"/>
              </a:defRPr>
            </a:lvl2pPr>
            <a:lvl3pPr marL="914400" indent="0" algn="l" defTabSz="914363" rtl="0" eaLnBrk="1" latinLnBrk="0" hangingPunct="1">
              <a:lnSpc>
                <a:spcPct val="100000"/>
              </a:lnSpc>
              <a:spcBef>
                <a:spcPts val="300"/>
              </a:spcBef>
              <a:buSzPct val="80000"/>
              <a:buFontTx/>
              <a:buNone/>
              <a:defRPr sz="2400" kern="1200">
                <a:ln>
                  <a:solidFill>
                    <a:schemeClr val="bg1">
                      <a:alpha val="0"/>
                    </a:schemeClr>
                  </a:solidFill>
                </a:ln>
                <a:gradFill>
                  <a:gsLst>
                    <a:gs pos="0">
                      <a:srgbClr val="595959"/>
                    </a:gs>
                    <a:gs pos="86000">
                      <a:srgbClr val="595959"/>
                    </a:gs>
                  </a:gsLst>
                  <a:lin ang="5400000" scaled="0"/>
                </a:gradFill>
                <a:latin typeface="+mn-lt"/>
                <a:ea typeface="+mn-ea"/>
                <a:cs typeface="+mn-cs"/>
              </a:defRPr>
            </a:lvl3pPr>
            <a:lvl4pPr marL="1370013" indent="0" algn="l" defTabSz="914363" rtl="0" eaLnBrk="1" latinLnBrk="0" hangingPunct="1">
              <a:lnSpc>
                <a:spcPct val="100000"/>
              </a:lnSpc>
              <a:spcBef>
                <a:spcPts val="300"/>
              </a:spcBef>
              <a:buSzPct val="80000"/>
              <a:buFontTx/>
              <a:buNone/>
              <a:defRPr sz="2000" kern="1200">
                <a:ln>
                  <a:solidFill>
                    <a:schemeClr val="bg1">
                      <a:alpha val="0"/>
                    </a:schemeClr>
                  </a:solidFill>
                </a:ln>
                <a:gradFill>
                  <a:gsLst>
                    <a:gs pos="0">
                      <a:srgbClr val="595959"/>
                    </a:gs>
                    <a:gs pos="86000">
                      <a:srgbClr val="595959"/>
                    </a:gs>
                  </a:gsLst>
                  <a:lin ang="5400000" scaled="0"/>
                </a:gradFill>
                <a:latin typeface="+mn-lt"/>
                <a:ea typeface="+mn-ea"/>
                <a:cs typeface="+mn-cs"/>
              </a:defRPr>
            </a:lvl4pPr>
            <a:lvl5pPr marL="1836738" indent="0" algn="l" defTabSz="914363" rtl="0" eaLnBrk="1" latinLnBrk="0" hangingPunct="1">
              <a:lnSpc>
                <a:spcPct val="100000"/>
              </a:lnSpc>
              <a:spcBef>
                <a:spcPts val="300"/>
              </a:spcBef>
              <a:buSzPct val="80000"/>
              <a:buFontTx/>
              <a:buNone/>
              <a:defRPr sz="2000" kern="1200">
                <a:ln>
                  <a:solidFill>
                    <a:schemeClr val="bg1">
                      <a:alpha val="0"/>
                    </a:schemeClr>
                  </a:solidFill>
                </a:ln>
                <a:gradFill>
                  <a:gsLst>
                    <a:gs pos="0">
                      <a:srgbClr val="595959"/>
                    </a:gs>
                    <a:gs pos="86000">
                      <a:srgbClr val="595959"/>
                    </a:gs>
                  </a:gsLst>
                  <a:lin ang="5400000" scaled="0"/>
                </a:gra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r>
              <a:rPr lang="en-US" sz="4000" dirty="0">
                <a:solidFill>
                  <a:schemeClr val="tx2">
                    <a:alpha val="99000"/>
                  </a:schemeClr>
                </a:solidFill>
                <a:latin typeface="Segoe UI Light" pitchFamily="34" charset="0"/>
              </a:rPr>
              <a:t>A container of related service roles</a:t>
            </a:r>
            <a:endParaRPr lang="en-US" dirty="0">
              <a:solidFill>
                <a:schemeClr val="tx2">
                  <a:alpha val="99000"/>
                </a:schemeClr>
              </a:solidFill>
              <a:latin typeface="Segoe UI Light" pitchFamily="34" charset="0"/>
            </a:endParaRPr>
          </a:p>
        </p:txBody>
      </p:sp>
      <p:sp>
        <p:nvSpPr>
          <p:cNvPr id="13" name="TextBox 12"/>
          <p:cNvSpPr txBox="1"/>
          <p:nvPr/>
        </p:nvSpPr>
        <p:spPr>
          <a:xfrm>
            <a:off x="2452842" y="3147933"/>
            <a:ext cx="3474720" cy="553998"/>
          </a:xfrm>
          <a:prstGeom prst="rect">
            <a:avLst/>
          </a:prstGeom>
          <a:noFill/>
        </p:spPr>
        <p:txBody>
          <a:bodyPr wrap="square" lIns="0" tIns="0" rIns="0" bIns="0" rtlCol="0">
            <a:spAutoFit/>
          </a:bodyPr>
          <a:lstStyle/>
          <a:p>
            <a:pPr algn="ctr">
              <a:lnSpc>
                <a:spcPct val="90000"/>
              </a:lnSpc>
              <a:spcBef>
                <a:spcPct val="20000"/>
              </a:spcBef>
              <a:buSzPct val="80000"/>
            </a:pPr>
            <a:r>
              <a:rPr lang="en-US" sz="4000" dirty="0">
                <a:solidFill>
                  <a:schemeClr val="bg1">
                    <a:alpha val="99000"/>
                  </a:schemeClr>
                </a:solidFill>
                <a:latin typeface="Segoe UI Light" pitchFamily="34" charset="0"/>
              </a:rPr>
              <a:t>Web Role</a:t>
            </a:r>
          </a:p>
        </p:txBody>
      </p:sp>
      <p:sp>
        <p:nvSpPr>
          <p:cNvPr id="14" name="TextBox 13"/>
          <p:cNvSpPr txBox="1"/>
          <p:nvPr/>
        </p:nvSpPr>
        <p:spPr>
          <a:xfrm>
            <a:off x="6096702" y="3147933"/>
            <a:ext cx="3474720" cy="553998"/>
          </a:xfrm>
          <a:prstGeom prst="rect">
            <a:avLst/>
          </a:prstGeom>
          <a:noFill/>
        </p:spPr>
        <p:txBody>
          <a:bodyPr wrap="square" lIns="0" tIns="0" rIns="0" bIns="0" rtlCol="0">
            <a:spAutoFit/>
          </a:bodyPr>
          <a:lstStyle/>
          <a:p>
            <a:pPr algn="ctr">
              <a:lnSpc>
                <a:spcPct val="90000"/>
              </a:lnSpc>
              <a:spcBef>
                <a:spcPct val="20000"/>
              </a:spcBef>
              <a:buSzPct val="80000"/>
            </a:pPr>
            <a:r>
              <a:rPr lang="en-US" sz="4000" dirty="0">
                <a:solidFill>
                  <a:schemeClr val="bg1">
                    <a:alpha val="99000"/>
                  </a:schemeClr>
                </a:solidFill>
                <a:latin typeface="Segoe UI Light" pitchFamily="34" charset="0"/>
              </a:rPr>
              <a:t>Worker Role</a:t>
            </a:r>
          </a:p>
        </p:txBody>
      </p:sp>
      <p:sp>
        <p:nvSpPr>
          <p:cNvPr id="17" name="Freeform 62"/>
          <p:cNvSpPr>
            <a:spLocks noEditPoints="1"/>
          </p:cNvSpPr>
          <p:nvPr/>
        </p:nvSpPr>
        <p:spPr bwMode="black">
          <a:xfrm>
            <a:off x="3695465" y="3905330"/>
            <a:ext cx="926013" cy="925772"/>
          </a:xfrm>
          <a:custGeom>
            <a:avLst/>
            <a:gdLst>
              <a:gd name="T0" fmla="*/ 189 w 189"/>
              <a:gd name="T1" fmla="*/ 94 h 189"/>
              <a:gd name="T2" fmla="*/ 0 w 189"/>
              <a:gd name="T3" fmla="*/ 94 h 189"/>
              <a:gd name="T4" fmla="*/ 129 w 189"/>
              <a:gd name="T5" fmla="*/ 172 h 189"/>
              <a:gd name="T6" fmla="*/ 124 w 189"/>
              <a:gd name="T7" fmla="*/ 123 h 189"/>
              <a:gd name="T8" fmla="*/ 123 w 189"/>
              <a:gd name="T9" fmla="*/ 84 h 189"/>
              <a:gd name="T10" fmla="*/ 140 w 189"/>
              <a:gd name="T11" fmla="*/ 85 h 189"/>
              <a:gd name="T12" fmla="*/ 152 w 189"/>
              <a:gd name="T13" fmla="*/ 89 h 189"/>
              <a:gd name="T14" fmla="*/ 158 w 189"/>
              <a:gd name="T15" fmla="*/ 84 h 189"/>
              <a:gd name="T16" fmla="*/ 152 w 189"/>
              <a:gd name="T17" fmla="*/ 82 h 189"/>
              <a:gd name="T18" fmla="*/ 146 w 189"/>
              <a:gd name="T19" fmla="*/ 78 h 189"/>
              <a:gd name="T20" fmla="*/ 139 w 189"/>
              <a:gd name="T21" fmla="*/ 74 h 189"/>
              <a:gd name="T22" fmla="*/ 128 w 189"/>
              <a:gd name="T23" fmla="*/ 80 h 189"/>
              <a:gd name="T24" fmla="*/ 121 w 189"/>
              <a:gd name="T25" fmla="*/ 72 h 189"/>
              <a:gd name="T26" fmla="*/ 132 w 189"/>
              <a:gd name="T27" fmla="*/ 59 h 189"/>
              <a:gd name="T28" fmla="*/ 140 w 189"/>
              <a:gd name="T29" fmla="*/ 57 h 189"/>
              <a:gd name="T30" fmla="*/ 149 w 189"/>
              <a:gd name="T31" fmla="*/ 52 h 189"/>
              <a:gd name="T32" fmla="*/ 148 w 189"/>
              <a:gd name="T33" fmla="*/ 44 h 189"/>
              <a:gd name="T34" fmla="*/ 144 w 189"/>
              <a:gd name="T35" fmla="*/ 46 h 189"/>
              <a:gd name="T36" fmla="*/ 138 w 189"/>
              <a:gd name="T37" fmla="*/ 48 h 189"/>
              <a:gd name="T38" fmla="*/ 147 w 189"/>
              <a:gd name="T39" fmla="*/ 28 h 189"/>
              <a:gd name="T40" fmla="*/ 108 w 189"/>
              <a:gd name="T41" fmla="*/ 11 h 189"/>
              <a:gd name="T42" fmla="*/ 90 w 189"/>
              <a:gd name="T43" fmla="*/ 43 h 189"/>
              <a:gd name="T44" fmla="*/ 78 w 189"/>
              <a:gd name="T45" fmla="*/ 21 h 189"/>
              <a:gd name="T46" fmla="*/ 69 w 189"/>
              <a:gd name="T47" fmla="*/ 13 h 189"/>
              <a:gd name="T48" fmla="*/ 60 w 189"/>
              <a:gd name="T49" fmla="*/ 23 h 189"/>
              <a:gd name="T50" fmla="*/ 72 w 189"/>
              <a:gd name="T51" fmla="*/ 43 h 189"/>
              <a:gd name="T52" fmla="*/ 59 w 189"/>
              <a:gd name="T53" fmla="*/ 31 h 189"/>
              <a:gd name="T54" fmla="*/ 44 w 189"/>
              <a:gd name="T55" fmla="*/ 49 h 189"/>
              <a:gd name="T56" fmla="*/ 57 w 189"/>
              <a:gd name="T57" fmla="*/ 47 h 189"/>
              <a:gd name="T58" fmla="*/ 73 w 189"/>
              <a:gd name="T59" fmla="*/ 70 h 189"/>
              <a:gd name="T60" fmla="*/ 47 w 189"/>
              <a:gd name="T61" fmla="*/ 100 h 189"/>
              <a:gd name="T62" fmla="*/ 31 w 189"/>
              <a:gd name="T63" fmla="*/ 97 h 189"/>
              <a:gd name="T64" fmla="*/ 40 w 189"/>
              <a:gd name="T65" fmla="*/ 103 h 189"/>
              <a:gd name="T66" fmla="*/ 42 w 189"/>
              <a:gd name="T67" fmla="*/ 116 h 189"/>
              <a:gd name="T68" fmla="*/ 81 w 189"/>
              <a:gd name="T69" fmla="*/ 132 h 189"/>
              <a:gd name="T70" fmla="*/ 67 w 189"/>
              <a:gd name="T71" fmla="*/ 175 h 189"/>
              <a:gd name="T72" fmla="*/ 129 w 189"/>
              <a:gd name="T73" fmla="*/ 172 h 189"/>
              <a:gd name="T74" fmla="*/ 172 w 189"/>
              <a:gd name="T75" fmla="*/ 115 h 189"/>
              <a:gd name="T76" fmla="*/ 172 w 189"/>
              <a:gd name="T77" fmla="*/ 118 h 189"/>
              <a:gd name="T78" fmla="*/ 177 w 189"/>
              <a:gd name="T79" fmla="*/ 114 h 189"/>
              <a:gd name="T80" fmla="*/ 156 w 189"/>
              <a:gd name="T81" fmla="*/ 152 h 189"/>
              <a:gd name="T82" fmla="*/ 52 w 189"/>
              <a:gd name="T83" fmla="*/ 168 h 189"/>
              <a:gd name="T84" fmla="*/ 47 w 189"/>
              <a:gd name="T85" fmla="*/ 126 h 189"/>
              <a:gd name="T86" fmla="*/ 42 w 189"/>
              <a:gd name="T87" fmla="*/ 121 h 189"/>
              <a:gd name="T88" fmla="*/ 20 w 189"/>
              <a:gd name="T89" fmla="*/ 103 h 189"/>
              <a:gd name="T90" fmla="*/ 9 w 189"/>
              <a:gd name="T91" fmla="*/ 94 h 189"/>
              <a:gd name="T92" fmla="*/ 108 w 189"/>
              <a:gd name="T93" fmla="*/ 41 h 189"/>
              <a:gd name="T94" fmla="*/ 108 w 189"/>
              <a:gd name="T95" fmla="*/ 41 h 189"/>
              <a:gd name="T96" fmla="*/ 129 w 189"/>
              <a:gd name="T97" fmla="*/ 58 h 189"/>
              <a:gd name="T98" fmla="*/ 125 w 189"/>
              <a:gd name="T99" fmla="*/ 49 h 189"/>
              <a:gd name="T100" fmla="*/ 160 w 189"/>
              <a:gd name="T101" fmla="*/ 69 h 189"/>
              <a:gd name="T102" fmla="*/ 158 w 189"/>
              <a:gd name="T103" fmla="*/ 77 h 189"/>
              <a:gd name="T104" fmla="*/ 59 w 189"/>
              <a:gd name="T105" fmla="*/ 106 h 189"/>
              <a:gd name="T106" fmla="*/ 46 w 189"/>
              <a:gd name="T107" fmla="*/ 102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89" h="189">
                <a:moveTo>
                  <a:pt x="94" y="0"/>
                </a:moveTo>
                <a:cubicBezTo>
                  <a:pt x="146" y="0"/>
                  <a:pt x="189" y="42"/>
                  <a:pt x="189" y="94"/>
                </a:cubicBezTo>
                <a:cubicBezTo>
                  <a:pt x="189" y="147"/>
                  <a:pt x="146" y="189"/>
                  <a:pt x="94" y="189"/>
                </a:cubicBezTo>
                <a:cubicBezTo>
                  <a:pt x="42" y="189"/>
                  <a:pt x="0" y="147"/>
                  <a:pt x="0" y="94"/>
                </a:cubicBezTo>
                <a:cubicBezTo>
                  <a:pt x="0" y="42"/>
                  <a:pt x="42" y="0"/>
                  <a:pt x="94" y="0"/>
                </a:cubicBezTo>
                <a:close/>
                <a:moveTo>
                  <a:pt x="129" y="172"/>
                </a:moveTo>
                <a:cubicBezTo>
                  <a:pt x="126" y="156"/>
                  <a:pt x="135" y="129"/>
                  <a:pt x="130" y="124"/>
                </a:cubicBezTo>
                <a:cubicBezTo>
                  <a:pt x="128" y="123"/>
                  <a:pt x="126" y="122"/>
                  <a:pt x="124" y="123"/>
                </a:cubicBezTo>
                <a:cubicBezTo>
                  <a:pt x="120" y="124"/>
                  <a:pt x="116" y="126"/>
                  <a:pt x="113" y="125"/>
                </a:cubicBezTo>
                <a:cubicBezTo>
                  <a:pt x="96" y="117"/>
                  <a:pt x="106" y="90"/>
                  <a:pt x="123" y="84"/>
                </a:cubicBezTo>
                <a:cubicBezTo>
                  <a:pt x="126" y="83"/>
                  <a:pt x="129" y="83"/>
                  <a:pt x="132" y="83"/>
                </a:cubicBezTo>
                <a:cubicBezTo>
                  <a:pt x="137" y="82"/>
                  <a:pt x="140" y="82"/>
                  <a:pt x="140" y="85"/>
                </a:cubicBezTo>
                <a:cubicBezTo>
                  <a:pt x="140" y="89"/>
                  <a:pt x="148" y="92"/>
                  <a:pt x="150" y="92"/>
                </a:cubicBezTo>
                <a:cubicBezTo>
                  <a:pt x="151" y="92"/>
                  <a:pt x="151" y="89"/>
                  <a:pt x="152" y="89"/>
                </a:cubicBezTo>
                <a:cubicBezTo>
                  <a:pt x="159" y="89"/>
                  <a:pt x="164" y="93"/>
                  <a:pt x="165" y="90"/>
                </a:cubicBezTo>
                <a:cubicBezTo>
                  <a:pt x="167" y="80"/>
                  <a:pt x="166" y="85"/>
                  <a:pt x="158" y="84"/>
                </a:cubicBezTo>
                <a:cubicBezTo>
                  <a:pt x="155" y="83"/>
                  <a:pt x="157" y="78"/>
                  <a:pt x="154" y="78"/>
                </a:cubicBezTo>
                <a:cubicBezTo>
                  <a:pt x="152" y="77"/>
                  <a:pt x="155" y="84"/>
                  <a:pt x="152" y="82"/>
                </a:cubicBezTo>
                <a:cubicBezTo>
                  <a:pt x="148" y="79"/>
                  <a:pt x="146" y="72"/>
                  <a:pt x="142" y="71"/>
                </a:cubicBezTo>
                <a:cubicBezTo>
                  <a:pt x="137" y="70"/>
                  <a:pt x="145" y="75"/>
                  <a:pt x="146" y="78"/>
                </a:cubicBezTo>
                <a:cubicBezTo>
                  <a:pt x="147" y="81"/>
                  <a:pt x="143" y="85"/>
                  <a:pt x="141" y="82"/>
                </a:cubicBezTo>
                <a:cubicBezTo>
                  <a:pt x="140" y="81"/>
                  <a:pt x="145" y="78"/>
                  <a:pt x="139" y="74"/>
                </a:cubicBezTo>
                <a:cubicBezTo>
                  <a:pt x="138" y="72"/>
                  <a:pt x="135" y="72"/>
                  <a:pt x="133" y="74"/>
                </a:cubicBezTo>
                <a:cubicBezTo>
                  <a:pt x="130" y="77"/>
                  <a:pt x="129" y="80"/>
                  <a:pt x="128" y="80"/>
                </a:cubicBezTo>
                <a:cubicBezTo>
                  <a:pt x="125" y="82"/>
                  <a:pt x="123" y="82"/>
                  <a:pt x="120" y="81"/>
                </a:cubicBezTo>
                <a:cubicBezTo>
                  <a:pt x="116" y="80"/>
                  <a:pt x="117" y="71"/>
                  <a:pt x="121" y="72"/>
                </a:cubicBezTo>
                <a:cubicBezTo>
                  <a:pt x="133" y="75"/>
                  <a:pt x="122" y="68"/>
                  <a:pt x="125" y="66"/>
                </a:cubicBezTo>
                <a:cubicBezTo>
                  <a:pt x="126" y="65"/>
                  <a:pt x="130" y="62"/>
                  <a:pt x="132" y="59"/>
                </a:cubicBezTo>
                <a:cubicBezTo>
                  <a:pt x="134" y="57"/>
                  <a:pt x="133" y="51"/>
                  <a:pt x="137" y="52"/>
                </a:cubicBezTo>
                <a:cubicBezTo>
                  <a:pt x="139" y="52"/>
                  <a:pt x="138" y="56"/>
                  <a:pt x="140" y="57"/>
                </a:cubicBezTo>
                <a:cubicBezTo>
                  <a:pt x="141" y="58"/>
                  <a:pt x="144" y="57"/>
                  <a:pt x="146" y="57"/>
                </a:cubicBezTo>
                <a:cubicBezTo>
                  <a:pt x="149" y="57"/>
                  <a:pt x="149" y="55"/>
                  <a:pt x="149" y="52"/>
                </a:cubicBezTo>
                <a:cubicBezTo>
                  <a:pt x="149" y="48"/>
                  <a:pt x="156" y="49"/>
                  <a:pt x="156" y="47"/>
                </a:cubicBezTo>
                <a:cubicBezTo>
                  <a:pt x="155" y="44"/>
                  <a:pt x="148" y="48"/>
                  <a:pt x="148" y="44"/>
                </a:cubicBezTo>
                <a:cubicBezTo>
                  <a:pt x="148" y="39"/>
                  <a:pt x="154" y="38"/>
                  <a:pt x="150" y="37"/>
                </a:cubicBezTo>
                <a:cubicBezTo>
                  <a:pt x="147" y="36"/>
                  <a:pt x="143" y="39"/>
                  <a:pt x="144" y="46"/>
                </a:cubicBezTo>
                <a:cubicBezTo>
                  <a:pt x="145" y="53"/>
                  <a:pt x="146" y="56"/>
                  <a:pt x="141" y="54"/>
                </a:cubicBezTo>
                <a:cubicBezTo>
                  <a:pt x="137" y="51"/>
                  <a:pt x="142" y="46"/>
                  <a:pt x="138" y="48"/>
                </a:cubicBezTo>
                <a:cubicBezTo>
                  <a:pt x="135" y="50"/>
                  <a:pt x="133" y="51"/>
                  <a:pt x="133" y="46"/>
                </a:cubicBezTo>
                <a:cubicBezTo>
                  <a:pt x="133" y="42"/>
                  <a:pt x="141" y="30"/>
                  <a:pt x="147" y="28"/>
                </a:cubicBezTo>
                <a:cubicBezTo>
                  <a:pt x="136" y="19"/>
                  <a:pt x="123" y="13"/>
                  <a:pt x="108" y="11"/>
                </a:cubicBezTo>
                <a:cubicBezTo>
                  <a:pt x="108" y="11"/>
                  <a:pt x="108" y="11"/>
                  <a:pt x="108" y="11"/>
                </a:cubicBezTo>
                <a:cubicBezTo>
                  <a:pt x="108" y="19"/>
                  <a:pt x="108" y="24"/>
                  <a:pt x="107" y="28"/>
                </a:cubicBezTo>
                <a:cubicBezTo>
                  <a:pt x="107" y="33"/>
                  <a:pt x="92" y="34"/>
                  <a:pt x="90" y="43"/>
                </a:cubicBezTo>
                <a:cubicBezTo>
                  <a:pt x="88" y="51"/>
                  <a:pt x="85" y="46"/>
                  <a:pt x="80" y="40"/>
                </a:cubicBezTo>
                <a:cubicBezTo>
                  <a:pt x="75" y="34"/>
                  <a:pt x="81" y="26"/>
                  <a:pt x="78" y="21"/>
                </a:cubicBezTo>
                <a:cubicBezTo>
                  <a:pt x="76" y="16"/>
                  <a:pt x="67" y="23"/>
                  <a:pt x="67" y="18"/>
                </a:cubicBezTo>
                <a:cubicBezTo>
                  <a:pt x="67" y="16"/>
                  <a:pt x="69" y="14"/>
                  <a:pt x="69" y="13"/>
                </a:cubicBezTo>
                <a:cubicBezTo>
                  <a:pt x="68" y="14"/>
                  <a:pt x="67" y="14"/>
                  <a:pt x="66" y="14"/>
                </a:cubicBezTo>
                <a:cubicBezTo>
                  <a:pt x="63" y="16"/>
                  <a:pt x="61" y="22"/>
                  <a:pt x="60" y="23"/>
                </a:cubicBezTo>
                <a:cubicBezTo>
                  <a:pt x="57" y="27"/>
                  <a:pt x="64" y="26"/>
                  <a:pt x="67" y="30"/>
                </a:cubicBezTo>
                <a:cubicBezTo>
                  <a:pt x="71" y="36"/>
                  <a:pt x="74" y="40"/>
                  <a:pt x="72" y="43"/>
                </a:cubicBezTo>
                <a:cubicBezTo>
                  <a:pt x="71" y="46"/>
                  <a:pt x="59" y="43"/>
                  <a:pt x="61" y="38"/>
                </a:cubicBezTo>
                <a:cubicBezTo>
                  <a:pt x="64" y="33"/>
                  <a:pt x="62" y="32"/>
                  <a:pt x="59" y="31"/>
                </a:cubicBezTo>
                <a:cubicBezTo>
                  <a:pt x="56" y="31"/>
                  <a:pt x="56" y="35"/>
                  <a:pt x="56" y="40"/>
                </a:cubicBezTo>
                <a:cubicBezTo>
                  <a:pt x="56" y="44"/>
                  <a:pt x="48" y="45"/>
                  <a:pt x="44" y="49"/>
                </a:cubicBezTo>
                <a:cubicBezTo>
                  <a:pt x="40" y="54"/>
                  <a:pt x="47" y="58"/>
                  <a:pt x="53" y="60"/>
                </a:cubicBezTo>
                <a:cubicBezTo>
                  <a:pt x="59" y="62"/>
                  <a:pt x="55" y="52"/>
                  <a:pt x="57" y="47"/>
                </a:cubicBezTo>
                <a:cubicBezTo>
                  <a:pt x="59" y="40"/>
                  <a:pt x="66" y="46"/>
                  <a:pt x="71" y="52"/>
                </a:cubicBezTo>
                <a:cubicBezTo>
                  <a:pt x="75" y="58"/>
                  <a:pt x="82" y="66"/>
                  <a:pt x="73" y="70"/>
                </a:cubicBezTo>
                <a:cubicBezTo>
                  <a:pt x="58" y="76"/>
                  <a:pt x="52" y="83"/>
                  <a:pt x="49" y="89"/>
                </a:cubicBezTo>
                <a:cubicBezTo>
                  <a:pt x="46" y="95"/>
                  <a:pt x="49" y="98"/>
                  <a:pt x="47" y="100"/>
                </a:cubicBezTo>
                <a:cubicBezTo>
                  <a:pt x="45" y="102"/>
                  <a:pt x="45" y="99"/>
                  <a:pt x="43" y="94"/>
                </a:cubicBezTo>
                <a:cubicBezTo>
                  <a:pt x="41" y="91"/>
                  <a:pt x="34" y="91"/>
                  <a:pt x="31" y="97"/>
                </a:cubicBezTo>
                <a:cubicBezTo>
                  <a:pt x="29" y="98"/>
                  <a:pt x="29" y="101"/>
                  <a:pt x="29" y="104"/>
                </a:cubicBezTo>
                <a:cubicBezTo>
                  <a:pt x="29" y="114"/>
                  <a:pt x="36" y="101"/>
                  <a:pt x="40" y="103"/>
                </a:cubicBezTo>
                <a:cubicBezTo>
                  <a:pt x="45" y="104"/>
                  <a:pt x="36" y="105"/>
                  <a:pt x="37" y="109"/>
                </a:cubicBezTo>
                <a:cubicBezTo>
                  <a:pt x="38" y="113"/>
                  <a:pt x="44" y="107"/>
                  <a:pt x="42" y="116"/>
                </a:cubicBezTo>
                <a:cubicBezTo>
                  <a:pt x="41" y="121"/>
                  <a:pt x="49" y="117"/>
                  <a:pt x="54" y="115"/>
                </a:cubicBezTo>
                <a:cubicBezTo>
                  <a:pt x="65" y="111"/>
                  <a:pt x="73" y="129"/>
                  <a:pt x="81" y="132"/>
                </a:cubicBezTo>
                <a:cubicBezTo>
                  <a:pt x="90" y="135"/>
                  <a:pt x="93" y="137"/>
                  <a:pt x="91" y="141"/>
                </a:cubicBezTo>
                <a:cubicBezTo>
                  <a:pt x="85" y="153"/>
                  <a:pt x="73" y="161"/>
                  <a:pt x="67" y="175"/>
                </a:cubicBezTo>
                <a:cubicBezTo>
                  <a:pt x="75" y="178"/>
                  <a:pt x="85" y="179"/>
                  <a:pt x="94" y="179"/>
                </a:cubicBezTo>
                <a:cubicBezTo>
                  <a:pt x="107" y="179"/>
                  <a:pt x="118" y="177"/>
                  <a:pt x="129" y="172"/>
                </a:cubicBezTo>
                <a:close/>
                <a:moveTo>
                  <a:pt x="177" y="114"/>
                </a:moveTo>
                <a:cubicBezTo>
                  <a:pt x="175" y="114"/>
                  <a:pt x="173" y="115"/>
                  <a:pt x="172" y="115"/>
                </a:cubicBezTo>
                <a:cubicBezTo>
                  <a:pt x="167" y="113"/>
                  <a:pt x="170" y="93"/>
                  <a:pt x="163" y="94"/>
                </a:cubicBezTo>
                <a:cubicBezTo>
                  <a:pt x="160" y="95"/>
                  <a:pt x="165" y="110"/>
                  <a:pt x="172" y="118"/>
                </a:cubicBezTo>
                <a:cubicBezTo>
                  <a:pt x="173" y="119"/>
                  <a:pt x="174" y="118"/>
                  <a:pt x="176" y="118"/>
                </a:cubicBezTo>
                <a:cubicBezTo>
                  <a:pt x="176" y="117"/>
                  <a:pt x="177" y="115"/>
                  <a:pt x="177" y="114"/>
                </a:cubicBezTo>
                <a:close/>
                <a:moveTo>
                  <a:pt x="172" y="128"/>
                </a:moveTo>
                <a:cubicBezTo>
                  <a:pt x="164" y="126"/>
                  <a:pt x="158" y="144"/>
                  <a:pt x="156" y="152"/>
                </a:cubicBezTo>
                <a:cubicBezTo>
                  <a:pt x="163" y="145"/>
                  <a:pt x="168" y="137"/>
                  <a:pt x="172" y="128"/>
                </a:cubicBezTo>
                <a:close/>
                <a:moveTo>
                  <a:pt x="52" y="168"/>
                </a:moveTo>
                <a:cubicBezTo>
                  <a:pt x="53" y="160"/>
                  <a:pt x="54" y="151"/>
                  <a:pt x="52" y="150"/>
                </a:cubicBezTo>
                <a:cubicBezTo>
                  <a:pt x="45" y="144"/>
                  <a:pt x="40" y="135"/>
                  <a:pt x="47" y="126"/>
                </a:cubicBezTo>
                <a:cubicBezTo>
                  <a:pt x="48" y="125"/>
                  <a:pt x="49" y="124"/>
                  <a:pt x="49" y="122"/>
                </a:cubicBezTo>
                <a:cubicBezTo>
                  <a:pt x="50" y="119"/>
                  <a:pt x="47" y="121"/>
                  <a:pt x="42" y="121"/>
                </a:cubicBezTo>
                <a:cubicBezTo>
                  <a:pt x="37" y="121"/>
                  <a:pt x="41" y="113"/>
                  <a:pt x="31" y="112"/>
                </a:cubicBezTo>
                <a:cubicBezTo>
                  <a:pt x="21" y="111"/>
                  <a:pt x="21" y="109"/>
                  <a:pt x="20" y="103"/>
                </a:cubicBezTo>
                <a:cubicBezTo>
                  <a:pt x="20" y="97"/>
                  <a:pt x="14" y="91"/>
                  <a:pt x="9" y="90"/>
                </a:cubicBezTo>
                <a:cubicBezTo>
                  <a:pt x="9" y="91"/>
                  <a:pt x="9" y="93"/>
                  <a:pt x="9" y="94"/>
                </a:cubicBezTo>
                <a:cubicBezTo>
                  <a:pt x="9" y="126"/>
                  <a:pt x="27" y="154"/>
                  <a:pt x="52" y="168"/>
                </a:cubicBezTo>
                <a:close/>
                <a:moveTo>
                  <a:pt x="108" y="41"/>
                </a:moveTo>
                <a:cubicBezTo>
                  <a:pt x="112" y="43"/>
                  <a:pt x="116" y="40"/>
                  <a:pt x="115" y="37"/>
                </a:cubicBezTo>
                <a:cubicBezTo>
                  <a:pt x="112" y="32"/>
                  <a:pt x="103" y="35"/>
                  <a:pt x="108" y="41"/>
                </a:cubicBezTo>
                <a:close/>
                <a:moveTo>
                  <a:pt x="125" y="49"/>
                </a:moveTo>
                <a:cubicBezTo>
                  <a:pt x="128" y="49"/>
                  <a:pt x="130" y="55"/>
                  <a:pt x="129" y="58"/>
                </a:cubicBezTo>
                <a:cubicBezTo>
                  <a:pt x="127" y="64"/>
                  <a:pt x="122" y="60"/>
                  <a:pt x="121" y="56"/>
                </a:cubicBezTo>
                <a:cubicBezTo>
                  <a:pt x="121" y="52"/>
                  <a:pt x="122" y="49"/>
                  <a:pt x="125" y="49"/>
                </a:cubicBezTo>
                <a:close/>
                <a:moveTo>
                  <a:pt x="158" y="77"/>
                </a:moveTo>
                <a:cubicBezTo>
                  <a:pt x="155" y="74"/>
                  <a:pt x="156" y="70"/>
                  <a:pt x="160" y="69"/>
                </a:cubicBezTo>
                <a:cubicBezTo>
                  <a:pt x="167" y="68"/>
                  <a:pt x="176" y="75"/>
                  <a:pt x="170" y="77"/>
                </a:cubicBezTo>
                <a:cubicBezTo>
                  <a:pt x="167" y="78"/>
                  <a:pt x="162" y="78"/>
                  <a:pt x="158" y="77"/>
                </a:cubicBezTo>
                <a:close/>
                <a:moveTo>
                  <a:pt x="46" y="102"/>
                </a:moveTo>
                <a:cubicBezTo>
                  <a:pt x="49" y="102"/>
                  <a:pt x="57" y="104"/>
                  <a:pt x="59" y="106"/>
                </a:cubicBezTo>
                <a:cubicBezTo>
                  <a:pt x="61" y="109"/>
                  <a:pt x="53" y="108"/>
                  <a:pt x="48" y="106"/>
                </a:cubicBezTo>
                <a:cubicBezTo>
                  <a:pt x="45" y="105"/>
                  <a:pt x="43" y="103"/>
                  <a:pt x="46" y="102"/>
                </a:cubicBezTo>
                <a:close/>
              </a:path>
            </a:pathLst>
          </a:custGeom>
          <a:solidFill>
            <a:srgbClr val="FFFFFF"/>
          </a:solidFill>
          <a:ln>
            <a:noFill/>
          </a:ln>
        </p:spPr>
        <p:txBody>
          <a:bodyPr vert="horz" wrap="square" lIns="82305" tIns="41153" rIns="82305" bIns="41153" numCol="1" anchor="t" anchorCtr="0" compatLnSpc="1">
            <a:prstTxWarp prst="textNoShape">
              <a:avLst/>
            </a:prstTxWarp>
          </a:bodyPr>
          <a:lstStyle/>
          <a:p>
            <a:endParaRPr lang="en-US" sz="1600" dirty="0"/>
          </a:p>
        </p:txBody>
      </p:sp>
      <p:grpSp>
        <p:nvGrpSpPr>
          <p:cNvPr id="18" name="Group 17"/>
          <p:cNvGrpSpPr/>
          <p:nvPr/>
        </p:nvGrpSpPr>
        <p:grpSpPr bwMode="black">
          <a:xfrm>
            <a:off x="7282091" y="3962153"/>
            <a:ext cx="1103942" cy="898105"/>
            <a:chOff x="5184775" y="225425"/>
            <a:chExt cx="1500188" cy="1220788"/>
          </a:xfrm>
          <a:solidFill>
            <a:srgbClr val="FFFFFF"/>
          </a:solidFill>
        </p:grpSpPr>
        <p:sp>
          <p:nvSpPr>
            <p:cNvPr id="19" name="Freeform 86"/>
            <p:cNvSpPr>
              <a:spLocks noEditPoints="1"/>
            </p:cNvSpPr>
            <p:nvPr/>
          </p:nvSpPr>
          <p:spPr bwMode="black">
            <a:xfrm>
              <a:off x="5184775" y="344488"/>
              <a:ext cx="1095375" cy="1101725"/>
            </a:xfrm>
            <a:custGeom>
              <a:avLst/>
              <a:gdLst>
                <a:gd name="T0" fmla="*/ 287 w 292"/>
                <a:gd name="T1" fmla="*/ 113 h 294"/>
                <a:gd name="T2" fmla="*/ 239 w 292"/>
                <a:gd name="T3" fmla="*/ 105 h 294"/>
                <a:gd name="T4" fmla="*/ 252 w 292"/>
                <a:gd name="T5" fmla="*/ 58 h 294"/>
                <a:gd name="T6" fmla="*/ 229 w 292"/>
                <a:gd name="T7" fmla="*/ 32 h 294"/>
                <a:gd name="T8" fmla="*/ 187 w 292"/>
                <a:gd name="T9" fmla="*/ 57 h 294"/>
                <a:gd name="T10" fmla="*/ 167 w 292"/>
                <a:gd name="T11" fmla="*/ 6 h 294"/>
                <a:gd name="T12" fmla="*/ 132 w 292"/>
                <a:gd name="T13" fmla="*/ 0 h 294"/>
                <a:gd name="T14" fmla="*/ 115 w 292"/>
                <a:gd name="T15" fmla="*/ 53 h 294"/>
                <a:gd name="T16" fmla="*/ 72 w 292"/>
                <a:gd name="T17" fmla="*/ 31 h 294"/>
                <a:gd name="T18" fmla="*/ 42 w 292"/>
                <a:gd name="T19" fmla="*/ 49 h 294"/>
                <a:gd name="T20" fmla="*/ 59 w 292"/>
                <a:gd name="T21" fmla="*/ 95 h 294"/>
                <a:gd name="T22" fmla="*/ 12 w 292"/>
                <a:gd name="T23" fmla="*/ 107 h 294"/>
                <a:gd name="T24" fmla="*/ 0 w 292"/>
                <a:gd name="T25" fmla="*/ 140 h 294"/>
                <a:gd name="T26" fmla="*/ 43 w 292"/>
                <a:gd name="T27" fmla="*/ 164 h 294"/>
                <a:gd name="T28" fmla="*/ 14 w 292"/>
                <a:gd name="T29" fmla="*/ 204 h 294"/>
                <a:gd name="T30" fmla="*/ 27 w 292"/>
                <a:gd name="T31" fmla="*/ 237 h 294"/>
                <a:gd name="T32" fmla="*/ 75 w 292"/>
                <a:gd name="T33" fmla="*/ 227 h 294"/>
                <a:gd name="T34" fmla="*/ 79 w 292"/>
                <a:gd name="T35" fmla="*/ 276 h 294"/>
                <a:gd name="T36" fmla="*/ 109 w 292"/>
                <a:gd name="T37" fmla="*/ 293 h 294"/>
                <a:gd name="T38" fmla="*/ 140 w 292"/>
                <a:gd name="T39" fmla="*/ 255 h 294"/>
                <a:gd name="T40" fmla="*/ 152 w 292"/>
                <a:gd name="T41" fmla="*/ 255 h 294"/>
                <a:gd name="T42" fmla="*/ 183 w 292"/>
                <a:gd name="T43" fmla="*/ 293 h 294"/>
                <a:gd name="T44" fmla="*/ 213 w 292"/>
                <a:gd name="T45" fmla="*/ 276 h 294"/>
                <a:gd name="T46" fmla="*/ 217 w 292"/>
                <a:gd name="T47" fmla="*/ 227 h 294"/>
                <a:gd name="T48" fmla="*/ 265 w 292"/>
                <a:gd name="T49" fmla="*/ 237 h 294"/>
                <a:gd name="T50" fmla="*/ 278 w 292"/>
                <a:gd name="T51" fmla="*/ 204 h 294"/>
                <a:gd name="T52" fmla="*/ 249 w 292"/>
                <a:gd name="T53" fmla="*/ 164 h 294"/>
                <a:gd name="T54" fmla="*/ 292 w 292"/>
                <a:gd name="T55" fmla="*/ 140 h 294"/>
                <a:gd name="T56" fmla="*/ 187 w 292"/>
                <a:gd name="T57" fmla="*/ 193 h 294"/>
                <a:gd name="T58" fmla="*/ 105 w 292"/>
                <a:gd name="T59" fmla="*/ 193 h 294"/>
                <a:gd name="T60" fmla="*/ 105 w 292"/>
                <a:gd name="T61" fmla="*/ 111 h 294"/>
                <a:gd name="T62" fmla="*/ 187 w 292"/>
                <a:gd name="T63" fmla="*/ 111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92" h="294">
                  <a:moveTo>
                    <a:pt x="292" y="140"/>
                  </a:moveTo>
                  <a:cubicBezTo>
                    <a:pt x="287" y="113"/>
                    <a:pt x="287" y="113"/>
                    <a:pt x="287" y="113"/>
                  </a:cubicBezTo>
                  <a:cubicBezTo>
                    <a:pt x="286" y="110"/>
                    <a:pt x="284" y="108"/>
                    <a:pt x="280" y="107"/>
                  </a:cubicBezTo>
                  <a:cubicBezTo>
                    <a:pt x="239" y="105"/>
                    <a:pt x="239" y="105"/>
                    <a:pt x="239" y="105"/>
                  </a:cubicBezTo>
                  <a:cubicBezTo>
                    <a:pt x="237" y="102"/>
                    <a:pt x="235" y="98"/>
                    <a:pt x="233" y="95"/>
                  </a:cubicBezTo>
                  <a:cubicBezTo>
                    <a:pt x="252" y="58"/>
                    <a:pt x="252" y="58"/>
                    <a:pt x="252" y="58"/>
                  </a:cubicBezTo>
                  <a:cubicBezTo>
                    <a:pt x="254" y="55"/>
                    <a:pt x="253" y="51"/>
                    <a:pt x="250" y="49"/>
                  </a:cubicBezTo>
                  <a:cubicBezTo>
                    <a:pt x="229" y="32"/>
                    <a:pt x="229" y="32"/>
                    <a:pt x="229" y="32"/>
                  </a:cubicBezTo>
                  <a:cubicBezTo>
                    <a:pt x="227" y="29"/>
                    <a:pt x="223" y="29"/>
                    <a:pt x="220" y="31"/>
                  </a:cubicBezTo>
                  <a:cubicBezTo>
                    <a:pt x="187" y="57"/>
                    <a:pt x="187" y="57"/>
                    <a:pt x="187" y="57"/>
                  </a:cubicBezTo>
                  <a:cubicBezTo>
                    <a:pt x="184" y="55"/>
                    <a:pt x="181" y="54"/>
                    <a:pt x="177" y="53"/>
                  </a:cubicBezTo>
                  <a:cubicBezTo>
                    <a:pt x="167" y="6"/>
                    <a:pt x="167" y="6"/>
                    <a:pt x="167" y="6"/>
                  </a:cubicBezTo>
                  <a:cubicBezTo>
                    <a:pt x="166" y="3"/>
                    <a:pt x="163" y="0"/>
                    <a:pt x="160" y="0"/>
                  </a:cubicBezTo>
                  <a:cubicBezTo>
                    <a:pt x="132" y="0"/>
                    <a:pt x="132" y="0"/>
                    <a:pt x="132" y="0"/>
                  </a:cubicBezTo>
                  <a:cubicBezTo>
                    <a:pt x="129" y="0"/>
                    <a:pt x="126" y="3"/>
                    <a:pt x="125" y="6"/>
                  </a:cubicBezTo>
                  <a:cubicBezTo>
                    <a:pt x="115" y="53"/>
                    <a:pt x="115" y="53"/>
                    <a:pt x="115" y="53"/>
                  </a:cubicBezTo>
                  <a:cubicBezTo>
                    <a:pt x="111" y="54"/>
                    <a:pt x="108" y="55"/>
                    <a:pt x="105" y="57"/>
                  </a:cubicBezTo>
                  <a:cubicBezTo>
                    <a:pt x="72" y="31"/>
                    <a:pt x="72" y="31"/>
                    <a:pt x="72" y="31"/>
                  </a:cubicBezTo>
                  <a:cubicBezTo>
                    <a:pt x="69" y="29"/>
                    <a:pt x="65" y="29"/>
                    <a:pt x="63" y="31"/>
                  </a:cubicBezTo>
                  <a:cubicBezTo>
                    <a:pt x="42" y="49"/>
                    <a:pt x="42" y="49"/>
                    <a:pt x="42" y="49"/>
                  </a:cubicBezTo>
                  <a:cubicBezTo>
                    <a:pt x="39" y="51"/>
                    <a:pt x="39" y="55"/>
                    <a:pt x="40" y="58"/>
                  </a:cubicBezTo>
                  <a:cubicBezTo>
                    <a:pt x="59" y="95"/>
                    <a:pt x="59" y="95"/>
                    <a:pt x="59" y="95"/>
                  </a:cubicBezTo>
                  <a:cubicBezTo>
                    <a:pt x="57" y="98"/>
                    <a:pt x="55" y="102"/>
                    <a:pt x="53" y="105"/>
                  </a:cubicBezTo>
                  <a:cubicBezTo>
                    <a:pt x="12" y="107"/>
                    <a:pt x="12" y="107"/>
                    <a:pt x="12" y="107"/>
                  </a:cubicBezTo>
                  <a:cubicBezTo>
                    <a:pt x="8" y="107"/>
                    <a:pt x="6" y="110"/>
                    <a:pt x="5" y="113"/>
                  </a:cubicBezTo>
                  <a:cubicBezTo>
                    <a:pt x="0" y="140"/>
                    <a:pt x="0" y="140"/>
                    <a:pt x="0" y="140"/>
                  </a:cubicBezTo>
                  <a:cubicBezTo>
                    <a:pt x="0" y="143"/>
                    <a:pt x="1" y="147"/>
                    <a:pt x="4" y="148"/>
                  </a:cubicBezTo>
                  <a:cubicBezTo>
                    <a:pt x="43" y="164"/>
                    <a:pt x="43" y="164"/>
                    <a:pt x="43" y="164"/>
                  </a:cubicBezTo>
                  <a:cubicBezTo>
                    <a:pt x="44" y="168"/>
                    <a:pt x="44" y="172"/>
                    <a:pt x="45" y="176"/>
                  </a:cubicBezTo>
                  <a:cubicBezTo>
                    <a:pt x="14" y="204"/>
                    <a:pt x="14" y="204"/>
                    <a:pt x="14" y="204"/>
                  </a:cubicBezTo>
                  <a:cubicBezTo>
                    <a:pt x="12" y="206"/>
                    <a:pt x="11" y="210"/>
                    <a:pt x="13" y="213"/>
                  </a:cubicBezTo>
                  <a:cubicBezTo>
                    <a:pt x="27" y="237"/>
                    <a:pt x="27" y="237"/>
                    <a:pt x="27" y="237"/>
                  </a:cubicBezTo>
                  <a:cubicBezTo>
                    <a:pt x="28" y="239"/>
                    <a:pt x="32" y="241"/>
                    <a:pt x="35" y="240"/>
                  </a:cubicBezTo>
                  <a:cubicBezTo>
                    <a:pt x="75" y="227"/>
                    <a:pt x="75" y="227"/>
                    <a:pt x="75" y="227"/>
                  </a:cubicBezTo>
                  <a:cubicBezTo>
                    <a:pt x="78" y="230"/>
                    <a:pt x="81" y="233"/>
                    <a:pt x="84" y="235"/>
                  </a:cubicBezTo>
                  <a:cubicBezTo>
                    <a:pt x="79" y="276"/>
                    <a:pt x="79" y="276"/>
                    <a:pt x="79" y="276"/>
                  </a:cubicBezTo>
                  <a:cubicBezTo>
                    <a:pt x="78" y="280"/>
                    <a:pt x="80" y="283"/>
                    <a:pt x="83" y="284"/>
                  </a:cubicBezTo>
                  <a:cubicBezTo>
                    <a:pt x="109" y="293"/>
                    <a:pt x="109" y="293"/>
                    <a:pt x="109" y="293"/>
                  </a:cubicBezTo>
                  <a:cubicBezTo>
                    <a:pt x="112" y="294"/>
                    <a:pt x="116" y="293"/>
                    <a:pt x="118" y="291"/>
                  </a:cubicBezTo>
                  <a:cubicBezTo>
                    <a:pt x="140" y="255"/>
                    <a:pt x="140" y="255"/>
                    <a:pt x="140" y="255"/>
                  </a:cubicBezTo>
                  <a:cubicBezTo>
                    <a:pt x="142" y="255"/>
                    <a:pt x="144" y="256"/>
                    <a:pt x="146" y="256"/>
                  </a:cubicBezTo>
                  <a:cubicBezTo>
                    <a:pt x="148" y="256"/>
                    <a:pt x="150" y="255"/>
                    <a:pt x="152" y="255"/>
                  </a:cubicBezTo>
                  <a:cubicBezTo>
                    <a:pt x="174" y="291"/>
                    <a:pt x="174" y="291"/>
                    <a:pt x="174" y="291"/>
                  </a:cubicBezTo>
                  <a:cubicBezTo>
                    <a:pt x="176" y="293"/>
                    <a:pt x="180" y="294"/>
                    <a:pt x="183" y="293"/>
                  </a:cubicBezTo>
                  <a:cubicBezTo>
                    <a:pt x="209" y="284"/>
                    <a:pt x="209" y="284"/>
                    <a:pt x="209" y="284"/>
                  </a:cubicBezTo>
                  <a:cubicBezTo>
                    <a:pt x="212" y="283"/>
                    <a:pt x="214" y="280"/>
                    <a:pt x="213" y="276"/>
                  </a:cubicBezTo>
                  <a:cubicBezTo>
                    <a:pt x="208" y="235"/>
                    <a:pt x="208" y="235"/>
                    <a:pt x="208" y="235"/>
                  </a:cubicBezTo>
                  <a:cubicBezTo>
                    <a:pt x="211" y="232"/>
                    <a:pt x="214" y="230"/>
                    <a:pt x="217" y="227"/>
                  </a:cubicBezTo>
                  <a:cubicBezTo>
                    <a:pt x="257" y="240"/>
                    <a:pt x="257" y="240"/>
                    <a:pt x="257" y="240"/>
                  </a:cubicBezTo>
                  <a:cubicBezTo>
                    <a:pt x="260" y="241"/>
                    <a:pt x="264" y="239"/>
                    <a:pt x="265" y="237"/>
                  </a:cubicBezTo>
                  <a:cubicBezTo>
                    <a:pt x="279" y="213"/>
                    <a:pt x="279" y="213"/>
                    <a:pt x="279" y="213"/>
                  </a:cubicBezTo>
                  <a:cubicBezTo>
                    <a:pt x="281" y="210"/>
                    <a:pt x="280" y="206"/>
                    <a:pt x="278" y="204"/>
                  </a:cubicBezTo>
                  <a:cubicBezTo>
                    <a:pt x="247" y="176"/>
                    <a:pt x="247" y="176"/>
                    <a:pt x="247" y="176"/>
                  </a:cubicBezTo>
                  <a:cubicBezTo>
                    <a:pt x="248" y="172"/>
                    <a:pt x="248" y="168"/>
                    <a:pt x="249" y="164"/>
                  </a:cubicBezTo>
                  <a:cubicBezTo>
                    <a:pt x="288" y="148"/>
                    <a:pt x="288" y="148"/>
                    <a:pt x="288" y="148"/>
                  </a:cubicBezTo>
                  <a:cubicBezTo>
                    <a:pt x="291" y="147"/>
                    <a:pt x="292" y="144"/>
                    <a:pt x="292" y="140"/>
                  </a:cubicBezTo>
                  <a:close/>
                  <a:moveTo>
                    <a:pt x="204" y="152"/>
                  </a:moveTo>
                  <a:cubicBezTo>
                    <a:pt x="204" y="168"/>
                    <a:pt x="197" y="182"/>
                    <a:pt x="187" y="193"/>
                  </a:cubicBezTo>
                  <a:cubicBezTo>
                    <a:pt x="176" y="203"/>
                    <a:pt x="162" y="210"/>
                    <a:pt x="146" y="210"/>
                  </a:cubicBezTo>
                  <a:cubicBezTo>
                    <a:pt x="130" y="210"/>
                    <a:pt x="116" y="203"/>
                    <a:pt x="105" y="193"/>
                  </a:cubicBezTo>
                  <a:cubicBezTo>
                    <a:pt x="95" y="182"/>
                    <a:pt x="88" y="168"/>
                    <a:pt x="88" y="152"/>
                  </a:cubicBezTo>
                  <a:cubicBezTo>
                    <a:pt x="88" y="136"/>
                    <a:pt x="95" y="121"/>
                    <a:pt x="105" y="111"/>
                  </a:cubicBezTo>
                  <a:cubicBezTo>
                    <a:pt x="116" y="100"/>
                    <a:pt x="130" y="94"/>
                    <a:pt x="146" y="94"/>
                  </a:cubicBezTo>
                  <a:cubicBezTo>
                    <a:pt x="162" y="94"/>
                    <a:pt x="176" y="100"/>
                    <a:pt x="187" y="111"/>
                  </a:cubicBezTo>
                  <a:cubicBezTo>
                    <a:pt x="197" y="121"/>
                    <a:pt x="204" y="136"/>
                    <a:pt x="204" y="1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dirty="0"/>
            </a:p>
          </p:txBody>
        </p:sp>
        <p:sp>
          <p:nvSpPr>
            <p:cNvPr id="20" name="Oval 87"/>
            <p:cNvSpPr>
              <a:spLocks noChangeArrowheads="1"/>
            </p:cNvSpPr>
            <p:nvPr/>
          </p:nvSpPr>
          <p:spPr bwMode="black">
            <a:xfrm>
              <a:off x="5630863" y="812800"/>
              <a:ext cx="203200" cy="20320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dirty="0"/>
            </a:p>
          </p:txBody>
        </p:sp>
        <p:sp>
          <p:nvSpPr>
            <p:cNvPr id="21" name="Freeform 88"/>
            <p:cNvSpPr>
              <a:spLocks noEditPoints="1"/>
            </p:cNvSpPr>
            <p:nvPr/>
          </p:nvSpPr>
          <p:spPr bwMode="black">
            <a:xfrm>
              <a:off x="6129338" y="225425"/>
              <a:ext cx="555625" cy="598488"/>
            </a:xfrm>
            <a:custGeom>
              <a:avLst/>
              <a:gdLst>
                <a:gd name="T0" fmla="*/ 129 w 148"/>
                <a:gd name="T1" fmla="*/ 91 h 160"/>
                <a:gd name="T2" fmla="*/ 131 w 148"/>
                <a:gd name="T3" fmla="*/ 80 h 160"/>
                <a:gd name="T4" fmla="*/ 129 w 148"/>
                <a:gd name="T5" fmla="*/ 70 h 160"/>
                <a:gd name="T6" fmla="*/ 145 w 148"/>
                <a:gd name="T7" fmla="*/ 55 h 160"/>
                <a:gd name="T8" fmla="*/ 147 w 148"/>
                <a:gd name="T9" fmla="*/ 50 h 160"/>
                <a:gd name="T10" fmla="*/ 147 w 148"/>
                <a:gd name="T11" fmla="*/ 46 h 160"/>
                <a:gd name="T12" fmla="*/ 140 w 148"/>
                <a:gd name="T13" fmla="*/ 34 h 160"/>
                <a:gd name="T14" fmla="*/ 133 w 148"/>
                <a:gd name="T15" fmla="*/ 31 h 160"/>
                <a:gd name="T16" fmla="*/ 131 w 148"/>
                <a:gd name="T17" fmla="*/ 31 h 160"/>
                <a:gd name="T18" fmla="*/ 111 w 148"/>
                <a:gd name="T19" fmla="*/ 37 h 160"/>
                <a:gd name="T20" fmla="*/ 92 w 148"/>
                <a:gd name="T21" fmla="*/ 27 h 160"/>
                <a:gd name="T22" fmla="*/ 88 w 148"/>
                <a:gd name="T23" fmla="*/ 6 h 160"/>
                <a:gd name="T24" fmla="*/ 81 w 148"/>
                <a:gd name="T25" fmla="*/ 0 h 160"/>
                <a:gd name="T26" fmla="*/ 67 w 148"/>
                <a:gd name="T27" fmla="*/ 0 h 160"/>
                <a:gd name="T28" fmla="*/ 60 w 148"/>
                <a:gd name="T29" fmla="*/ 6 h 160"/>
                <a:gd name="T30" fmla="*/ 55 w 148"/>
                <a:gd name="T31" fmla="*/ 27 h 160"/>
                <a:gd name="T32" fmla="*/ 37 w 148"/>
                <a:gd name="T33" fmla="*/ 38 h 160"/>
                <a:gd name="T34" fmla="*/ 16 w 148"/>
                <a:gd name="T35" fmla="*/ 31 h 160"/>
                <a:gd name="T36" fmla="*/ 14 w 148"/>
                <a:gd name="T37" fmla="*/ 31 h 160"/>
                <a:gd name="T38" fmla="*/ 8 w 148"/>
                <a:gd name="T39" fmla="*/ 34 h 160"/>
                <a:gd name="T40" fmla="*/ 1 w 148"/>
                <a:gd name="T41" fmla="*/ 46 h 160"/>
                <a:gd name="T42" fmla="*/ 0 w 148"/>
                <a:gd name="T43" fmla="*/ 50 h 160"/>
                <a:gd name="T44" fmla="*/ 2 w 148"/>
                <a:gd name="T45" fmla="*/ 55 h 160"/>
                <a:gd name="T46" fmla="*/ 19 w 148"/>
                <a:gd name="T47" fmla="*/ 70 h 160"/>
                <a:gd name="T48" fmla="*/ 17 w 148"/>
                <a:gd name="T49" fmla="*/ 80 h 160"/>
                <a:gd name="T50" fmla="*/ 19 w 148"/>
                <a:gd name="T51" fmla="*/ 91 h 160"/>
                <a:gd name="T52" fmla="*/ 2 w 148"/>
                <a:gd name="T53" fmla="*/ 106 h 160"/>
                <a:gd name="T54" fmla="*/ 0 w 148"/>
                <a:gd name="T55" fmla="*/ 111 h 160"/>
                <a:gd name="T56" fmla="*/ 1 w 148"/>
                <a:gd name="T57" fmla="*/ 114 h 160"/>
                <a:gd name="T58" fmla="*/ 8 w 148"/>
                <a:gd name="T59" fmla="*/ 126 h 160"/>
                <a:gd name="T60" fmla="*/ 14 w 148"/>
                <a:gd name="T61" fmla="*/ 130 h 160"/>
                <a:gd name="T62" fmla="*/ 16 w 148"/>
                <a:gd name="T63" fmla="*/ 130 h 160"/>
                <a:gd name="T64" fmla="*/ 37 w 148"/>
                <a:gd name="T65" fmla="*/ 123 h 160"/>
                <a:gd name="T66" fmla="*/ 55 w 148"/>
                <a:gd name="T67" fmla="*/ 133 h 160"/>
                <a:gd name="T68" fmla="*/ 60 w 148"/>
                <a:gd name="T69" fmla="*/ 155 h 160"/>
                <a:gd name="T70" fmla="*/ 67 w 148"/>
                <a:gd name="T71" fmla="*/ 160 h 160"/>
                <a:gd name="T72" fmla="*/ 81 w 148"/>
                <a:gd name="T73" fmla="*/ 160 h 160"/>
                <a:gd name="T74" fmla="*/ 88 w 148"/>
                <a:gd name="T75" fmla="*/ 155 h 160"/>
                <a:gd name="T76" fmla="*/ 92 w 148"/>
                <a:gd name="T77" fmla="*/ 134 h 160"/>
                <a:gd name="T78" fmla="*/ 111 w 148"/>
                <a:gd name="T79" fmla="*/ 123 h 160"/>
                <a:gd name="T80" fmla="*/ 131 w 148"/>
                <a:gd name="T81" fmla="*/ 130 h 160"/>
                <a:gd name="T82" fmla="*/ 133 w 148"/>
                <a:gd name="T83" fmla="*/ 130 h 160"/>
                <a:gd name="T84" fmla="*/ 140 w 148"/>
                <a:gd name="T85" fmla="*/ 126 h 160"/>
                <a:gd name="T86" fmla="*/ 147 w 148"/>
                <a:gd name="T87" fmla="*/ 114 h 160"/>
                <a:gd name="T88" fmla="*/ 147 w 148"/>
                <a:gd name="T89" fmla="*/ 111 h 160"/>
                <a:gd name="T90" fmla="*/ 145 w 148"/>
                <a:gd name="T91" fmla="*/ 106 h 160"/>
                <a:gd name="T92" fmla="*/ 129 w 148"/>
                <a:gd name="T93" fmla="*/ 91 h 160"/>
                <a:gd name="T94" fmla="*/ 96 w 148"/>
                <a:gd name="T95" fmla="*/ 80 h 160"/>
                <a:gd name="T96" fmla="*/ 74 w 148"/>
                <a:gd name="T97" fmla="*/ 102 h 160"/>
                <a:gd name="T98" fmla="*/ 52 w 148"/>
                <a:gd name="T99" fmla="*/ 80 h 160"/>
                <a:gd name="T100" fmla="*/ 74 w 148"/>
                <a:gd name="T101" fmla="*/ 58 h 160"/>
                <a:gd name="T102" fmla="*/ 96 w 148"/>
                <a:gd name="T103" fmla="*/ 8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48" h="160">
                  <a:moveTo>
                    <a:pt x="129" y="91"/>
                  </a:moveTo>
                  <a:cubicBezTo>
                    <a:pt x="130" y="88"/>
                    <a:pt x="131" y="84"/>
                    <a:pt x="131" y="80"/>
                  </a:cubicBezTo>
                  <a:cubicBezTo>
                    <a:pt x="131" y="77"/>
                    <a:pt x="130" y="73"/>
                    <a:pt x="129" y="70"/>
                  </a:cubicBezTo>
                  <a:cubicBezTo>
                    <a:pt x="145" y="55"/>
                    <a:pt x="145" y="55"/>
                    <a:pt x="145" y="55"/>
                  </a:cubicBezTo>
                  <a:cubicBezTo>
                    <a:pt x="147" y="54"/>
                    <a:pt x="147" y="52"/>
                    <a:pt x="147" y="50"/>
                  </a:cubicBezTo>
                  <a:cubicBezTo>
                    <a:pt x="147" y="49"/>
                    <a:pt x="147" y="47"/>
                    <a:pt x="147" y="46"/>
                  </a:cubicBezTo>
                  <a:cubicBezTo>
                    <a:pt x="140" y="34"/>
                    <a:pt x="140" y="34"/>
                    <a:pt x="140" y="34"/>
                  </a:cubicBezTo>
                  <a:cubicBezTo>
                    <a:pt x="138" y="32"/>
                    <a:pt x="136" y="31"/>
                    <a:pt x="133" y="31"/>
                  </a:cubicBezTo>
                  <a:cubicBezTo>
                    <a:pt x="133" y="31"/>
                    <a:pt x="132" y="31"/>
                    <a:pt x="131" y="31"/>
                  </a:cubicBezTo>
                  <a:cubicBezTo>
                    <a:pt x="111" y="37"/>
                    <a:pt x="111" y="37"/>
                    <a:pt x="111" y="37"/>
                  </a:cubicBezTo>
                  <a:cubicBezTo>
                    <a:pt x="105" y="33"/>
                    <a:pt x="99" y="29"/>
                    <a:pt x="92" y="27"/>
                  </a:cubicBezTo>
                  <a:cubicBezTo>
                    <a:pt x="88" y="6"/>
                    <a:pt x="88" y="6"/>
                    <a:pt x="88" y="6"/>
                  </a:cubicBezTo>
                  <a:cubicBezTo>
                    <a:pt x="87" y="3"/>
                    <a:pt x="84" y="0"/>
                    <a:pt x="81" y="0"/>
                  </a:cubicBezTo>
                  <a:cubicBezTo>
                    <a:pt x="67" y="0"/>
                    <a:pt x="67" y="0"/>
                    <a:pt x="67" y="0"/>
                  </a:cubicBezTo>
                  <a:cubicBezTo>
                    <a:pt x="63" y="0"/>
                    <a:pt x="61" y="3"/>
                    <a:pt x="60" y="6"/>
                  </a:cubicBezTo>
                  <a:cubicBezTo>
                    <a:pt x="55" y="27"/>
                    <a:pt x="55" y="27"/>
                    <a:pt x="55" y="27"/>
                  </a:cubicBezTo>
                  <a:cubicBezTo>
                    <a:pt x="48" y="29"/>
                    <a:pt x="42" y="33"/>
                    <a:pt x="37" y="38"/>
                  </a:cubicBezTo>
                  <a:cubicBezTo>
                    <a:pt x="16" y="31"/>
                    <a:pt x="16" y="31"/>
                    <a:pt x="16" y="31"/>
                  </a:cubicBezTo>
                  <a:cubicBezTo>
                    <a:pt x="15" y="31"/>
                    <a:pt x="15" y="31"/>
                    <a:pt x="14" y="31"/>
                  </a:cubicBezTo>
                  <a:cubicBezTo>
                    <a:pt x="12" y="31"/>
                    <a:pt x="9" y="32"/>
                    <a:pt x="8" y="34"/>
                  </a:cubicBezTo>
                  <a:cubicBezTo>
                    <a:pt x="1" y="46"/>
                    <a:pt x="1" y="46"/>
                    <a:pt x="1" y="46"/>
                  </a:cubicBezTo>
                  <a:cubicBezTo>
                    <a:pt x="0" y="47"/>
                    <a:pt x="0" y="49"/>
                    <a:pt x="0" y="50"/>
                  </a:cubicBezTo>
                  <a:cubicBezTo>
                    <a:pt x="0" y="52"/>
                    <a:pt x="1" y="54"/>
                    <a:pt x="2" y="55"/>
                  </a:cubicBezTo>
                  <a:cubicBezTo>
                    <a:pt x="19" y="70"/>
                    <a:pt x="19" y="70"/>
                    <a:pt x="19" y="70"/>
                  </a:cubicBezTo>
                  <a:cubicBezTo>
                    <a:pt x="18" y="73"/>
                    <a:pt x="17" y="77"/>
                    <a:pt x="17" y="80"/>
                  </a:cubicBezTo>
                  <a:cubicBezTo>
                    <a:pt x="17" y="84"/>
                    <a:pt x="18" y="87"/>
                    <a:pt x="19" y="91"/>
                  </a:cubicBezTo>
                  <a:cubicBezTo>
                    <a:pt x="2" y="106"/>
                    <a:pt x="2" y="106"/>
                    <a:pt x="2" y="106"/>
                  </a:cubicBezTo>
                  <a:cubicBezTo>
                    <a:pt x="1" y="107"/>
                    <a:pt x="0" y="109"/>
                    <a:pt x="0" y="111"/>
                  </a:cubicBezTo>
                  <a:cubicBezTo>
                    <a:pt x="0" y="112"/>
                    <a:pt x="0" y="113"/>
                    <a:pt x="1" y="114"/>
                  </a:cubicBezTo>
                  <a:cubicBezTo>
                    <a:pt x="8" y="126"/>
                    <a:pt x="8" y="126"/>
                    <a:pt x="8" y="126"/>
                  </a:cubicBezTo>
                  <a:cubicBezTo>
                    <a:pt x="9" y="129"/>
                    <a:pt x="12" y="130"/>
                    <a:pt x="14" y="130"/>
                  </a:cubicBezTo>
                  <a:cubicBezTo>
                    <a:pt x="15" y="130"/>
                    <a:pt x="15" y="130"/>
                    <a:pt x="16" y="130"/>
                  </a:cubicBezTo>
                  <a:cubicBezTo>
                    <a:pt x="37" y="123"/>
                    <a:pt x="37" y="123"/>
                    <a:pt x="37" y="123"/>
                  </a:cubicBezTo>
                  <a:cubicBezTo>
                    <a:pt x="42" y="127"/>
                    <a:pt x="48" y="131"/>
                    <a:pt x="55" y="133"/>
                  </a:cubicBezTo>
                  <a:cubicBezTo>
                    <a:pt x="60" y="155"/>
                    <a:pt x="60" y="155"/>
                    <a:pt x="60" y="155"/>
                  </a:cubicBezTo>
                  <a:cubicBezTo>
                    <a:pt x="61" y="158"/>
                    <a:pt x="63" y="160"/>
                    <a:pt x="67" y="160"/>
                  </a:cubicBezTo>
                  <a:cubicBezTo>
                    <a:pt x="81" y="160"/>
                    <a:pt x="81" y="160"/>
                    <a:pt x="81" y="160"/>
                  </a:cubicBezTo>
                  <a:cubicBezTo>
                    <a:pt x="84" y="160"/>
                    <a:pt x="87" y="158"/>
                    <a:pt x="88" y="155"/>
                  </a:cubicBezTo>
                  <a:cubicBezTo>
                    <a:pt x="92" y="134"/>
                    <a:pt x="92" y="134"/>
                    <a:pt x="92" y="134"/>
                  </a:cubicBezTo>
                  <a:cubicBezTo>
                    <a:pt x="99" y="131"/>
                    <a:pt x="105" y="128"/>
                    <a:pt x="111" y="123"/>
                  </a:cubicBezTo>
                  <a:cubicBezTo>
                    <a:pt x="131" y="130"/>
                    <a:pt x="131" y="130"/>
                    <a:pt x="131" y="130"/>
                  </a:cubicBezTo>
                  <a:cubicBezTo>
                    <a:pt x="132" y="130"/>
                    <a:pt x="133" y="130"/>
                    <a:pt x="133" y="130"/>
                  </a:cubicBezTo>
                  <a:cubicBezTo>
                    <a:pt x="136" y="130"/>
                    <a:pt x="138" y="129"/>
                    <a:pt x="140" y="126"/>
                  </a:cubicBezTo>
                  <a:cubicBezTo>
                    <a:pt x="147" y="114"/>
                    <a:pt x="147" y="114"/>
                    <a:pt x="147" y="114"/>
                  </a:cubicBezTo>
                  <a:cubicBezTo>
                    <a:pt x="147" y="113"/>
                    <a:pt x="148" y="112"/>
                    <a:pt x="147" y="111"/>
                  </a:cubicBezTo>
                  <a:cubicBezTo>
                    <a:pt x="148" y="109"/>
                    <a:pt x="147" y="107"/>
                    <a:pt x="145" y="106"/>
                  </a:cubicBezTo>
                  <a:lnTo>
                    <a:pt x="129" y="91"/>
                  </a:lnTo>
                  <a:close/>
                  <a:moveTo>
                    <a:pt x="96" y="80"/>
                  </a:moveTo>
                  <a:cubicBezTo>
                    <a:pt x="96" y="92"/>
                    <a:pt x="86" y="102"/>
                    <a:pt x="74" y="102"/>
                  </a:cubicBezTo>
                  <a:cubicBezTo>
                    <a:pt x="62" y="102"/>
                    <a:pt x="52" y="92"/>
                    <a:pt x="52" y="80"/>
                  </a:cubicBezTo>
                  <a:cubicBezTo>
                    <a:pt x="52" y="68"/>
                    <a:pt x="62" y="58"/>
                    <a:pt x="74" y="58"/>
                  </a:cubicBezTo>
                  <a:cubicBezTo>
                    <a:pt x="86" y="58"/>
                    <a:pt x="96" y="68"/>
                    <a:pt x="96" y="8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dirty="0"/>
            </a:p>
          </p:txBody>
        </p:sp>
      </p:grpSp>
    </p:spTree>
    <p:extLst>
      <p:ext uri="{BB962C8B-B14F-4D97-AF65-F5344CB8AC3E}">
        <p14:creationId xmlns:p14="http://schemas.microsoft.com/office/powerpoint/2010/main" val="3328530833"/>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Windows Azure SDKs and Tools</a:t>
            </a:r>
          </a:p>
        </p:txBody>
      </p:sp>
      <p:sp>
        <p:nvSpPr>
          <p:cNvPr id="4" name="Content Placeholder 3"/>
          <p:cNvSpPr>
            <a:spLocks noGrp="1"/>
          </p:cNvSpPr>
          <p:nvPr>
            <p:ph sz="quarter" idx="10"/>
          </p:nvPr>
        </p:nvSpPr>
        <p:spPr>
          <a:xfrm>
            <a:off x="519113" y="1463675"/>
            <a:ext cx="11155680" cy="3462486"/>
          </a:xfrm>
        </p:spPr>
        <p:txBody>
          <a:bodyPr/>
          <a:lstStyle/>
          <a:p>
            <a:r>
              <a:rPr lang="en-US" sz="4000" dirty="0">
                <a:ln>
                  <a:solidFill>
                    <a:srgbClr val="FFFFFF">
                      <a:alpha val="0"/>
                    </a:srgbClr>
                  </a:solidFill>
                </a:ln>
                <a:solidFill>
                  <a:srgbClr val="00AEEF">
                    <a:alpha val="99000"/>
                  </a:srgbClr>
                </a:solidFill>
                <a:latin typeface="Segoe UI Light" pitchFamily="34" charset="0"/>
              </a:rPr>
              <a:t>.Net</a:t>
            </a:r>
          </a:p>
          <a:p>
            <a:pPr marL="0" lvl="1"/>
            <a:r>
              <a:rPr lang="en-US" sz="2000" dirty="0">
                <a:ln>
                  <a:solidFill>
                    <a:srgbClr val="FFFFFF">
                      <a:alpha val="0"/>
                    </a:srgbClr>
                  </a:solidFill>
                </a:ln>
              </a:rPr>
              <a:t>Visual Studio Tools</a:t>
            </a:r>
          </a:p>
          <a:p>
            <a:pPr marL="0" lvl="1"/>
            <a:r>
              <a:rPr lang="en-US" sz="2000" dirty="0">
                <a:ln>
                  <a:solidFill>
                    <a:srgbClr val="FFFFFF">
                      <a:alpha val="0"/>
                    </a:srgbClr>
                  </a:solidFill>
                </a:ln>
              </a:rPr>
              <a:t>Client Libraries for .Net</a:t>
            </a:r>
          </a:p>
          <a:p>
            <a:r>
              <a:rPr lang="en-US" sz="4000" dirty="0">
                <a:ln>
                  <a:solidFill>
                    <a:srgbClr val="FFFFFF">
                      <a:alpha val="0"/>
                    </a:srgbClr>
                  </a:solidFill>
                </a:ln>
                <a:solidFill>
                  <a:srgbClr val="00AEEF">
                    <a:alpha val="99000"/>
                  </a:srgbClr>
                </a:solidFill>
                <a:latin typeface="Segoe UI Light" pitchFamily="34" charset="0"/>
              </a:rPr>
              <a:t>Node.js</a:t>
            </a:r>
          </a:p>
          <a:p>
            <a:pPr marL="0" lvl="1"/>
            <a:r>
              <a:rPr lang="en-US" sz="2000" dirty="0">
                <a:ln>
                  <a:solidFill>
                    <a:srgbClr val="FFFFFF">
                      <a:alpha val="0"/>
                    </a:srgbClr>
                  </a:solidFill>
                </a:ln>
              </a:rPr>
              <a:t>PowerShell Tools</a:t>
            </a:r>
          </a:p>
          <a:p>
            <a:pPr marL="0" lvl="1"/>
            <a:r>
              <a:rPr lang="en-US" sz="2000" dirty="0">
                <a:ln>
                  <a:solidFill>
                    <a:srgbClr val="FFFFFF">
                      <a:alpha val="0"/>
                    </a:srgbClr>
                  </a:solidFill>
                </a:ln>
              </a:rPr>
              <a:t>Node.js for Windows</a:t>
            </a:r>
          </a:p>
          <a:p>
            <a:pPr marL="0" lvl="1"/>
            <a:r>
              <a:rPr lang="en-US" sz="2000" dirty="0">
                <a:ln>
                  <a:solidFill>
                    <a:srgbClr val="FFFFFF">
                      <a:alpha val="0"/>
                    </a:srgbClr>
                  </a:solidFill>
                </a:ln>
              </a:rPr>
              <a:t>IISNode</a:t>
            </a:r>
          </a:p>
          <a:p>
            <a:pPr marL="0" lvl="1"/>
            <a:r>
              <a:rPr lang="en-US" sz="2000" dirty="0">
                <a:ln>
                  <a:solidFill>
                    <a:srgbClr val="FFFFFF">
                      <a:alpha val="0"/>
                    </a:srgbClr>
                  </a:solidFill>
                </a:ln>
              </a:rPr>
              <a:t>Client Libraries for Node.js</a:t>
            </a:r>
          </a:p>
        </p:txBody>
      </p:sp>
      <p:sp>
        <p:nvSpPr>
          <p:cNvPr id="7" name="Content Placeholder 3"/>
          <p:cNvSpPr txBox="1">
            <a:spLocks/>
          </p:cNvSpPr>
          <p:nvPr/>
        </p:nvSpPr>
        <p:spPr>
          <a:xfrm>
            <a:off x="6216528" y="1463675"/>
            <a:ext cx="4314144" cy="2769989"/>
          </a:xfrm>
          <a:prstGeom prst="rect">
            <a:avLst/>
          </a:prstGeom>
        </p:spPr>
        <p:txBody>
          <a:bodyPr vert="horz" wrap="square" lIns="0" tIns="0" rIns="0" bIns="0" rtlCol="0">
            <a:spAutoFit/>
          </a:bodyPr>
          <a:lstStyle>
            <a:lvl1pPr marL="344488" indent="-344488" algn="l" defTabSz="914363" rtl="0" eaLnBrk="1" latinLnBrk="0" hangingPunct="1">
              <a:lnSpc>
                <a:spcPct val="100000"/>
              </a:lnSpc>
              <a:spcBef>
                <a:spcPts val="1200"/>
              </a:spcBef>
              <a:buSzPct val="80000"/>
              <a:buFont typeface="Arial" pitchFamily="34" charset="0"/>
              <a:buChar char="•"/>
              <a:defRPr sz="3200" kern="1200">
                <a:ln>
                  <a:solidFill>
                    <a:schemeClr val="bg1">
                      <a:alpha val="0"/>
                    </a:schemeClr>
                  </a:solidFill>
                </a:ln>
                <a:gradFill>
                  <a:gsLst>
                    <a:gs pos="0">
                      <a:srgbClr val="595959"/>
                    </a:gs>
                    <a:gs pos="86000">
                      <a:srgbClr val="595959"/>
                    </a:gs>
                  </a:gsLst>
                  <a:lin ang="5400000" scaled="0"/>
                </a:gradFill>
                <a:latin typeface="+mn-lt"/>
                <a:ea typeface="+mn-ea"/>
                <a:cs typeface="+mn-cs"/>
              </a:defRPr>
            </a:lvl1pPr>
            <a:lvl2pPr marL="801688" indent="-341313" algn="l" defTabSz="914363" rtl="0" eaLnBrk="1" latinLnBrk="0" hangingPunct="1">
              <a:lnSpc>
                <a:spcPct val="100000"/>
              </a:lnSpc>
              <a:spcBef>
                <a:spcPts val="300"/>
              </a:spcBef>
              <a:buSzPct val="80000"/>
              <a:buFont typeface="Arial" pitchFamily="34" charset="0"/>
              <a:buChar char="•"/>
              <a:defRPr sz="2800" kern="1200">
                <a:ln>
                  <a:solidFill>
                    <a:schemeClr val="bg1">
                      <a:alpha val="0"/>
                    </a:schemeClr>
                  </a:solidFill>
                </a:ln>
                <a:gradFill>
                  <a:gsLst>
                    <a:gs pos="0">
                      <a:srgbClr val="595959"/>
                    </a:gs>
                    <a:gs pos="86000">
                      <a:srgbClr val="595959"/>
                    </a:gs>
                  </a:gsLst>
                  <a:lin ang="5400000" scaled="0"/>
                </a:gradFill>
                <a:latin typeface="+mn-lt"/>
                <a:ea typeface="+mn-ea"/>
                <a:cs typeface="+mn-cs"/>
              </a:defRPr>
            </a:lvl2pPr>
            <a:lvl3pPr marL="1258888" indent="-344488" algn="l" defTabSz="914363" rtl="0" eaLnBrk="1" latinLnBrk="0" hangingPunct="1">
              <a:lnSpc>
                <a:spcPct val="100000"/>
              </a:lnSpc>
              <a:spcBef>
                <a:spcPts val="300"/>
              </a:spcBef>
              <a:buSzPct val="80000"/>
              <a:buFont typeface="Arial" pitchFamily="34" charset="0"/>
              <a:buChar char="•"/>
              <a:defRPr sz="2400" kern="1200">
                <a:ln>
                  <a:solidFill>
                    <a:schemeClr val="bg1">
                      <a:alpha val="0"/>
                    </a:schemeClr>
                  </a:solidFill>
                </a:ln>
                <a:gradFill>
                  <a:gsLst>
                    <a:gs pos="0">
                      <a:srgbClr val="595959"/>
                    </a:gs>
                    <a:gs pos="86000">
                      <a:srgbClr val="595959"/>
                    </a:gs>
                  </a:gsLst>
                  <a:lin ang="5400000" scaled="0"/>
                </a:gradFill>
                <a:latin typeface="+mn-lt"/>
                <a:ea typeface="+mn-ea"/>
                <a:cs typeface="+mn-cs"/>
              </a:defRPr>
            </a:lvl3pPr>
            <a:lvl4pPr marL="1716088" indent="-346075" algn="l" defTabSz="914363" rtl="0" eaLnBrk="1" latinLnBrk="0" hangingPunct="1">
              <a:lnSpc>
                <a:spcPct val="100000"/>
              </a:lnSpc>
              <a:spcBef>
                <a:spcPts val="300"/>
              </a:spcBef>
              <a:buSzPct val="80000"/>
              <a:buFont typeface="Arial" pitchFamily="34" charset="0"/>
              <a:buChar char="•"/>
              <a:defRPr sz="2000" kern="1200">
                <a:ln>
                  <a:solidFill>
                    <a:schemeClr val="bg1">
                      <a:alpha val="0"/>
                    </a:schemeClr>
                  </a:solidFill>
                </a:ln>
                <a:gradFill>
                  <a:gsLst>
                    <a:gs pos="0">
                      <a:srgbClr val="595959"/>
                    </a:gs>
                    <a:gs pos="86000">
                      <a:srgbClr val="595959"/>
                    </a:gs>
                  </a:gsLst>
                  <a:lin ang="5400000" scaled="0"/>
                </a:gradFill>
                <a:latin typeface="+mn-lt"/>
                <a:ea typeface="+mn-ea"/>
                <a:cs typeface="+mn-cs"/>
              </a:defRPr>
            </a:lvl4pPr>
            <a:lvl5pPr marL="2173288" indent="-336550" algn="l" defTabSz="914363" rtl="0" eaLnBrk="1" latinLnBrk="0" hangingPunct="1">
              <a:lnSpc>
                <a:spcPct val="100000"/>
              </a:lnSpc>
              <a:spcBef>
                <a:spcPts val="300"/>
              </a:spcBef>
              <a:buSzPct val="80000"/>
              <a:buFont typeface="Arial" pitchFamily="34" charset="0"/>
              <a:buChar char="•"/>
              <a:defRPr sz="2000" kern="1200">
                <a:ln>
                  <a:solidFill>
                    <a:schemeClr val="bg1">
                      <a:alpha val="0"/>
                    </a:schemeClr>
                  </a:solidFill>
                </a:ln>
                <a:gradFill>
                  <a:gsLst>
                    <a:gs pos="0">
                      <a:srgbClr val="595959"/>
                    </a:gs>
                    <a:gs pos="86000">
                      <a:srgbClr val="595959"/>
                    </a:gs>
                  </a:gsLst>
                  <a:lin ang="5400000" scaled="0"/>
                </a:gra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buNone/>
            </a:pPr>
            <a:r>
              <a:rPr lang="en-US" sz="4000" dirty="0">
                <a:ln>
                  <a:solidFill>
                    <a:srgbClr val="FFFFFF">
                      <a:alpha val="0"/>
                    </a:srgbClr>
                  </a:solidFill>
                </a:ln>
                <a:solidFill>
                  <a:srgbClr val="00AEEF">
                    <a:alpha val="99000"/>
                  </a:srgbClr>
                </a:solidFill>
                <a:latin typeface="Segoe UI Light" pitchFamily="34" charset="0"/>
              </a:rPr>
              <a:t>Java</a:t>
            </a:r>
          </a:p>
          <a:p>
            <a:pPr marL="0" lvl="1" indent="0">
              <a:buNone/>
            </a:pPr>
            <a:r>
              <a:rPr lang="en-US" sz="2000" dirty="0">
                <a:ln>
                  <a:solidFill>
                    <a:srgbClr val="FFFFFF">
                      <a:alpha val="0"/>
                    </a:srgbClr>
                  </a:solidFill>
                </a:ln>
              </a:rPr>
              <a:t>Eclipse Tools</a:t>
            </a:r>
          </a:p>
          <a:p>
            <a:pPr marL="0" lvl="1" indent="0">
              <a:buNone/>
            </a:pPr>
            <a:r>
              <a:rPr lang="en-US" sz="2000" dirty="0">
                <a:ln>
                  <a:solidFill>
                    <a:srgbClr val="FFFFFF">
                      <a:alpha val="0"/>
                    </a:srgbClr>
                  </a:solidFill>
                </a:ln>
              </a:rPr>
              <a:t>Client Libraries for Java</a:t>
            </a:r>
          </a:p>
          <a:p>
            <a:pPr marL="0" lvl="0" indent="0">
              <a:buNone/>
            </a:pPr>
            <a:r>
              <a:rPr lang="en-US" sz="4000" dirty="0">
                <a:ln>
                  <a:solidFill>
                    <a:srgbClr val="FFFFFF">
                      <a:alpha val="0"/>
                    </a:srgbClr>
                  </a:solidFill>
                </a:ln>
                <a:solidFill>
                  <a:srgbClr val="00AEEF">
                    <a:alpha val="99000"/>
                  </a:srgbClr>
                </a:solidFill>
                <a:latin typeface="Segoe UI Light" pitchFamily="34" charset="0"/>
              </a:rPr>
              <a:t>php</a:t>
            </a:r>
          </a:p>
          <a:p>
            <a:pPr marL="0" lvl="1" indent="0">
              <a:buNone/>
            </a:pPr>
            <a:r>
              <a:rPr lang="en-US" sz="2000" dirty="0">
                <a:ln>
                  <a:solidFill>
                    <a:srgbClr val="FFFFFF">
                      <a:alpha val="0"/>
                    </a:srgbClr>
                  </a:solidFill>
                </a:ln>
              </a:rPr>
              <a:t>Command Line Tools</a:t>
            </a:r>
          </a:p>
          <a:p>
            <a:pPr marL="0" lvl="1" indent="0">
              <a:buNone/>
            </a:pPr>
            <a:r>
              <a:rPr lang="en-US" sz="2000" dirty="0">
                <a:ln>
                  <a:solidFill>
                    <a:srgbClr val="FFFFFF">
                      <a:alpha val="0"/>
                    </a:srgbClr>
                  </a:solidFill>
                </a:ln>
              </a:rPr>
              <a:t>Client Libraries for php</a:t>
            </a:r>
          </a:p>
        </p:txBody>
      </p:sp>
    </p:spTree>
    <p:extLst>
      <p:ext uri="{BB962C8B-B14F-4D97-AF65-F5344CB8AC3E}">
        <p14:creationId xmlns:p14="http://schemas.microsoft.com/office/powerpoint/2010/main" val="1675690261"/>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extLst>
              <p:ext uri="{D42A27DB-BD31-4B8C-83A1-F6EECF244321}">
                <p14:modId xmlns:p14="http://schemas.microsoft.com/office/powerpoint/2010/main" val="3435901934"/>
              </p:ext>
            </p:ext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21662" name="think-cell Slide" r:id="rId6" imgW="270" imgH="270" progId="TCLayout.ActiveDocument.1">
                  <p:embed/>
                </p:oleObj>
              </mc:Choice>
              <mc:Fallback>
                <p:oleObj name="think-cell Slide" r:id="rId6" imgW="270" imgH="270" progId="TCLayout.ActiveDocument.1">
                  <p:embed/>
                  <p:pic>
                    <p:nvPicPr>
                      <p:cNvPr id="0" name=""/>
                      <p:cNvPicPr/>
                      <p:nvPr/>
                    </p:nvPicPr>
                    <p:blipFill>
                      <a:blip r:embed="rId7"/>
                      <a:stretch>
                        <a:fillRect/>
                      </a:stretch>
                    </p:blipFill>
                    <p:spPr>
                      <a:xfrm>
                        <a:off x="0" y="0"/>
                        <a:ext cx="158750" cy="158750"/>
                      </a:xfrm>
                      <a:prstGeom prst="rect">
                        <a:avLst/>
                      </a:prstGeom>
                    </p:spPr>
                  </p:pic>
                </p:oleObj>
              </mc:Fallback>
            </mc:AlternateContent>
          </a:graphicData>
        </a:graphic>
      </p:graphicFrame>
      <p:sp>
        <p:nvSpPr>
          <p:cNvPr id="2" name="Title 1"/>
          <p:cNvSpPr>
            <a:spLocks noGrp="1"/>
          </p:cNvSpPr>
          <p:nvPr>
            <p:ph type="title"/>
            <p:custDataLst>
              <p:tags r:id="rId3"/>
            </p:custDataLst>
          </p:nvPr>
        </p:nvSpPr>
        <p:spPr/>
        <p:txBody>
          <a:bodyPr/>
          <a:lstStyle/>
          <a:p>
            <a:r>
              <a:rPr lang="en-US" altLang="zh-CN" dirty="0"/>
              <a:t>Cloud Service Size – A Series</a:t>
            </a:r>
            <a:endParaRPr lang="en-US" dirty="0"/>
          </a:p>
        </p:txBody>
      </p:sp>
      <p:graphicFrame>
        <p:nvGraphicFramePr>
          <p:cNvPr id="6" name="Table 3"/>
          <p:cNvGraphicFramePr>
            <a:graphicFrameLocks noGrp="1"/>
          </p:cNvGraphicFramePr>
          <p:nvPr>
            <p:extLst>
              <p:ext uri="{D42A27DB-BD31-4B8C-83A1-F6EECF244321}">
                <p14:modId xmlns:p14="http://schemas.microsoft.com/office/powerpoint/2010/main" val="4010381673"/>
              </p:ext>
            </p:extLst>
          </p:nvPr>
        </p:nvGraphicFramePr>
        <p:xfrm>
          <a:off x="585215" y="1042419"/>
          <a:ext cx="10963782" cy="4733445"/>
        </p:xfrm>
        <a:graphic>
          <a:graphicData uri="http://schemas.openxmlformats.org/drawingml/2006/table">
            <a:tbl>
              <a:tblPr firstRow="1" bandRow="1"/>
              <a:tblGrid>
                <a:gridCol w="3780316">
                  <a:extLst>
                    <a:ext uri="{9D8B030D-6E8A-4147-A177-3AD203B41FA5}">
                      <a16:colId xmlns:a16="http://schemas.microsoft.com/office/drawing/2014/main" val="20000"/>
                    </a:ext>
                  </a:extLst>
                </a:gridCol>
                <a:gridCol w="3049465">
                  <a:extLst>
                    <a:ext uri="{9D8B030D-6E8A-4147-A177-3AD203B41FA5}">
                      <a16:colId xmlns:a16="http://schemas.microsoft.com/office/drawing/2014/main" val="20001"/>
                    </a:ext>
                  </a:extLst>
                </a:gridCol>
                <a:gridCol w="4134001">
                  <a:extLst>
                    <a:ext uri="{9D8B030D-6E8A-4147-A177-3AD203B41FA5}">
                      <a16:colId xmlns:a16="http://schemas.microsoft.com/office/drawing/2014/main" val="20002"/>
                    </a:ext>
                  </a:extLst>
                </a:gridCol>
              </a:tblGrid>
              <a:tr h="700016">
                <a:tc>
                  <a:txBody>
                    <a:bodyPr/>
                    <a:lstStyle>
                      <a:lvl1pPr marL="0" algn="l" defTabSz="914363" rtl="0" eaLnBrk="1" latinLnBrk="0" hangingPunct="1">
                        <a:defRPr sz="1800" b="1" kern="1200">
                          <a:solidFill>
                            <a:schemeClr val="lt1"/>
                          </a:solidFill>
                          <a:latin typeface="Segoe UI"/>
                        </a:defRPr>
                      </a:lvl1pPr>
                      <a:lvl2pPr marL="457182" algn="l" defTabSz="914363" rtl="0" eaLnBrk="1" latinLnBrk="0" hangingPunct="1">
                        <a:defRPr sz="1800" b="1" kern="1200">
                          <a:solidFill>
                            <a:schemeClr val="lt1"/>
                          </a:solidFill>
                          <a:latin typeface="Segoe UI"/>
                        </a:defRPr>
                      </a:lvl2pPr>
                      <a:lvl3pPr marL="914363" algn="l" defTabSz="914363" rtl="0" eaLnBrk="1" latinLnBrk="0" hangingPunct="1">
                        <a:defRPr sz="1800" b="1" kern="1200">
                          <a:solidFill>
                            <a:schemeClr val="lt1"/>
                          </a:solidFill>
                          <a:latin typeface="Segoe UI"/>
                        </a:defRPr>
                      </a:lvl3pPr>
                      <a:lvl4pPr marL="1371545" algn="l" defTabSz="914363" rtl="0" eaLnBrk="1" latinLnBrk="0" hangingPunct="1">
                        <a:defRPr sz="1800" b="1" kern="1200">
                          <a:solidFill>
                            <a:schemeClr val="lt1"/>
                          </a:solidFill>
                          <a:latin typeface="Segoe UI"/>
                        </a:defRPr>
                      </a:lvl4pPr>
                      <a:lvl5pPr marL="1828727" algn="l" defTabSz="914363" rtl="0" eaLnBrk="1" latinLnBrk="0" hangingPunct="1">
                        <a:defRPr sz="1800" b="1" kern="1200">
                          <a:solidFill>
                            <a:schemeClr val="lt1"/>
                          </a:solidFill>
                          <a:latin typeface="Segoe UI"/>
                        </a:defRPr>
                      </a:lvl5pPr>
                      <a:lvl6pPr marL="2285909" algn="l" defTabSz="914363" rtl="0" eaLnBrk="1" latinLnBrk="0" hangingPunct="1">
                        <a:defRPr sz="1800" b="1" kern="1200">
                          <a:solidFill>
                            <a:schemeClr val="lt1"/>
                          </a:solidFill>
                          <a:latin typeface="Segoe UI"/>
                        </a:defRPr>
                      </a:lvl6pPr>
                      <a:lvl7pPr marL="2743090" algn="l" defTabSz="914363" rtl="0" eaLnBrk="1" latinLnBrk="0" hangingPunct="1">
                        <a:defRPr sz="1800" b="1" kern="1200">
                          <a:solidFill>
                            <a:schemeClr val="lt1"/>
                          </a:solidFill>
                          <a:latin typeface="Segoe UI"/>
                        </a:defRPr>
                      </a:lvl7pPr>
                      <a:lvl8pPr marL="3200272" algn="l" defTabSz="914363" rtl="0" eaLnBrk="1" latinLnBrk="0" hangingPunct="1">
                        <a:defRPr sz="1800" b="1" kern="1200">
                          <a:solidFill>
                            <a:schemeClr val="lt1"/>
                          </a:solidFill>
                          <a:latin typeface="Segoe UI"/>
                        </a:defRPr>
                      </a:lvl8pPr>
                      <a:lvl9pPr marL="3657454" algn="l" defTabSz="914363" rtl="0" eaLnBrk="1" latinLnBrk="0" hangingPunct="1">
                        <a:defRPr sz="1800" b="1" kern="1200">
                          <a:solidFill>
                            <a:schemeClr val="lt1"/>
                          </a:solidFill>
                          <a:latin typeface="Segoe UI"/>
                        </a:defRPr>
                      </a:lvl9pPr>
                    </a:lstStyle>
                    <a:p>
                      <a:r>
                        <a:rPr lang="en-US" sz="2500" dirty="0"/>
                        <a:t>VM</a:t>
                      </a:r>
                      <a:r>
                        <a:rPr lang="en-US" sz="2500" baseline="0" dirty="0"/>
                        <a:t> </a:t>
                      </a:r>
                      <a:r>
                        <a:rPr lang="en-US" sz="2500" dirty="0"/>
                        <a:t>Size</a:t>
                      </a:r>
                      <a:endParaRPr lang="en-US" sz="2500" b="1" dirty="0">
                        <a:solidFill>
                          <a:schemeClr val="bg1">
                            <a:alpha val="99000"/>
                          </a:schemeClr>
                        </a:solidFill>
                      </a:endParaRPr>
                    </a:p>
                  </a:txBody>
                  <a:tcPr marL="121888" marR="121888" marT="60944" marB="60944" anchor="ctr">
                    <a:lnL w="12700" cmpd="sng">
                      <a:solidFill>
                        <a:srgbClr val="00BCF2"/>
                      </a:solidFill>
                    </a:lnL>
                    <a:lnR>
                      <a:noFill/>
                    </a:lnR>
                    <a:lnT w="12700" cmpd="sng">
                      <a:solidFill>
                        <a:srgbClr val="00BCF2"/>
                      </a:solidFill>
                    </a:lnT>
                    <a:lnB w="12700" cmpd="sng">
                      <a:solidFill>
                        <a:srgbClr val="00BCF2"/>
                      </a:solidFill>
                    </a:lnB>
                    <a:lnTlToBr w="12700" cmpd="sng">
                      <a:noFill/>
                      <a:prstDash val="solid"/>
                    </a:lnTlToBr>
                    <a:lnBlToTr w="12700" cmpd="sng">
                      <a:noFill/>
                      <a:prstDash val="solid"/>
                    </a:lnBlToTr>
                    <a:solidFill>
                      <a:srgbClr val="00BCF2"/>
                    </a:solidFill>
                  </a:tcPr>
                </a:tc>
                <a:tc>
                  <a:txBody>
                    <a:bodyPr/>
                    <a:lstStyle>
                      <a:lvl1pPr marL="0" algn="l" defTabSz="914363" rtl="0" eaLnBrk="1" latinLnBrk="0" hangingPunct="1">
                        <a:defRPr sz="1800" b="1" kern="1200">
                          <a:solidFill>
                            <a:schemeClr val="lt1"/>
                          </a:solidFill>
                          <a:latin typeface="Segoe UI"/>
                        </a:defRPr>
                      </a:lvl1pPr>
                      <a:lvl2pPr marL="457182" algn="l" defTabSz="914363" rtl="0" eaLnBrk="1" latinLnBrk="0" hangingPunct="1">
                        <a:defRPr sz="1800" b="1" kern="1200">
                          <a:solidFill>
                            <a:schemeClr val="lt1"/>
                          </a:solidFill>
                          <a:latin typeface="Segoe UI"/>
                        </a:defRPr>
                      </a:lvl2pPr>
                      <a:lvl3pPr marL="914363" algn="l" defTabSz="914363" rtl="0" eaLnBrk="1" latinLnBrk="0" hangingPunct="1">
                        <a:defRPr sz="1800" b="1" kern="1200">
                          <a:solidFill>
                            <a:schemeClr val="lt1"/>
                          </a:solidFill>
                          <a:latin typeface="Segoe UI"/>
                        </a:defRPr>
                      </a:lvl3pPr>
                      <a:lvl4pPr marL="1371545" algn="l" defTabSz="914363" rtl="0" eaLnBrk="1" latinLnBrk="0" hangingPunct="1">
                        <a:defRPr sz="1800" b="1" kern="1200">
                          <a:solidFill>
                            <a:schemeClr val="lt1"/>
                          </a:solidFill>
                          <a:latin typeface="Segoe UI"/>
                        </a:defRPr>
                      </a:lvl4pPr>
                      <a:lvl5pPr marL="1828727" algn="l" defTabSz="914363" rtl="0" eaLnBrk="1" latinLnBrk="0" hangingPunct="1">
                        <a:defRPr sz="1800" b="1" kern="1200">
                          <a:solidFill>
                            <a:schemeClr val="lt1"/>
                          </a:solidFill>
                          <a:latin typeface="Segoe UI"/>
                        </a:defRPr>
                      </a:lvl5pPr>
                      <a:lvl6pPr marL="2285909" algn="l" defTabSz="914363" rtl="0" eaLnBrk="1" latinLnBrk="0" hangingPunct="1">
                        <a:defRPr sz="1800" b="1" kern="1200">
                          <a:solidFill>
                            <a:schemeClr val="lt1"/>
                          </a:solidFill>
                          <a:latin typeface="Segoe UI"/>
                        </a:defRPr>
                      </a:lvl6pPr>
                      <a:lvl7pPr marL="2743090" algn="l" defTabSz="914363" rtl="0" eaLnBrk="1" latinLnBrk="0" hangingPunct="1">
                        <a:defRPr sz="1800" b="1" kern="1200">
                          <a:solidFill>
                            <a:schemeClr val="lt1"/>
                          </a:solidFill>
                          <a:latin typeface="Segoe UI"/>
                        </a:defRPr>
                      </a:lvl7pPr>
                      <a:lvl8pPr marL="3200272" algn="l" defTabSz="914363" rtl="0" eaLnBrk="1" latinLnBrk="0" hangingPunct="1">
                        <a:defRPr sz="1800" b="1" kern="1200">
                          <a:solidFill>
                            <a:schemeClr val="lt1"/>
                          </a:solidFill>
                          <a:latin typeface="Segoe UI"/>
                        </a:defRPr>
                      </a:lvl8pPr>
                      <a:lvl9pPr marL="3657454" algn="l" defTabSz="914363" rtl="0" eaLnBrk="1" latinLnBrk="0" hangingPunct="1">
                        <a:defRPr sz="1800" b="1" kern="1200">
                          <a:solidFill>
                            <a:schemeClr val="lt1"/>
                          </a:solidFill>
                          <a:latin typeface="Segoe UI"/>
                        </a:defRPr>
                      </a:lvl9pPr>
                    </a:lstStyle>
                    <a:p>
                      <a:r>
                        <a:rPr lang="en-US" sz="2500" dirty="0"/>
                        <a:t>CPU Cores</a:t>
                      </a:r>
                      <a:endParaRPr lang="en-US" sz="2500" b="1" dirty="0">
                        <a:solidFill>
                          <a:schemeClr val="bg1">
                            <a:alpha val="99000"/>
                          </a:schemeClr>
                        </a:solidFill>
                      </a:endParaRPr>
                    </a:p>
                  </a:txBody>
                  <a:tcPr marL="121888" marR="121888" marT="60944" marB="60944" anchor="ctr">
                    <a:lnL>
                      <a:noFill/>
                    </a:lnL>
                    <a:lnR>
                      <a:noFill/>
                    </a:lnR>
                    <a:lnT w="12700" cmpd="sng">
                      <a:solidFill>
                        <a:srgbClr val="00BCF2"/>
                      </a:solidFill>
                    </a:lnT>
                    <a:lnB w="12700" cmpd="sng">
                      <a:solidFill>
                        <a:srgbClr val="00BCF2"/>
                      </a:solidFill>
                    </a:lnB>
                    <a:lnTlToBr w="12700" cmpd="sng">
                      <a:noFill/>
                      <a:prstDash val="solid"/>
                    </a:lnTlToBr>
                    <a:lnBlToTr w="12700" cmpd="sng">
                      <a:noFill/>
                      <a:prstDash val="solid"/>
                    </a:lnBlToTr>
                    <a:solidFill>
                      <a:srgbClr val="00BCF2"/>
                    </a:solidFill>
                  </a:tcPr>
                </a:tc>
                <a:tc>
                  <a:txBody>
                    <a:bodyPr/>
                    <a:lstStyle>
                      <a:lvl1pPr marL="0" algn="l" defTabSz="914363" rtl="0" eaLnBrk="1" latinLnBrk="0" hangingPunct="1">
                        <a:defRPr sz="1800" b="1" kern="1200">
                          <a:solidFill>
                            <a:schemeClr val="lt1"/>
                          </a:solidFill>
                          <a:latin typeface="Segoe UI"/>
                        </a:defRPr>
                      </a:lvl1pPr>
                      <a:lvl2pPr marL="457182" algn="l" defTabSz="914363" rtl="0" eaLnBrk="1" latinLnBrk="0" hangingPunct="1">
                        <a:defRPr sz="1800" b="1" kern="1200">
                          <a:solidFill>
                            <a:schemeClr val="lt1"/>
                          </a:solidFill>
                          <a:latin typeface="Segoe UI"/>
                        </a:defRPr>
                      </a:lvl2pPr>
                      <a:lvl3pPr marL="914363" algn="l" defTabSz="914363" rtl="0" eaLnBrk="1" latinLnBrk="0" hangingPunct="1">
                        <a:defRPr sz="1800" b="1" kern="1200">
                          <a:solidFill>
                            <a:schemeClr val="lt1"/>
                          </a:solidFill>
                          <a:latin typeface="Segoe UI"/>
                        </a:defRPr>
                      </a:lvl3pPr>
                      <a:lvl4pPr marL="1371545" algn="l" defTabSz="914363" rtl="0" eaLnBrk="1" latinLnBrk="0" hangingPunct="1">
                        <a:defRPr sz="1800" b="1" kern="1200">
                          <a:solidFill>
                            <a:schemeClr val="lt1"/>
                          </a:solidFill>
                          <a:latin typeface="Segoe UI"/>
                        </a:defRPr>
                      </a:lvl4pPr>
                      <a:lvl5pPr marL="1828727" algn="l" defTabSz="914363" rtl="0" eaLnBrk="1" latinLnBrk="0" hangingPunct="1">
                        <a:defRPr sz="1800" b="1" kern="1200">
                          <a:solidFill>
                            <a:schemeClr val="lt1"/>
                          </a:solidFill>
                          <a:latin typeface="Segoe UI"/>
                        </a:defRPr>
                      </a:lvl5pPr>
                      <a:lvl6pPr marL="2285909" algn="l" defTabSz="914363" rtl="0" eaLnBrk="1" latinLnBrk="0" hangingPunct="1">
                        <a:defRPr sz="1800" b="1" kern="1200">
                          <a:solidFill>
                            <a:schemeClr val="lt1"/>
                          </a:solidFill>
                          <a:latin typeface="Segoe UI"/>
                        </a:defRPr>
                      </a:lvl6pPr>
                      <a:lvl7pPr marL="2743090" algn="l" defTabSz="914363" rtl="0" eaLnBrk="1" latinLnBrk="0" hangingPunct="1">
                        <a:defRPr sz="1800" b="1" kern="1200">
                          <a:solidFill>
                            <a:schemeClr val="lt1"/>
                          </a:solidFill>
                          <a:latin typeface="Segoe UI"/>
                        </a:defRPr>
                      </a:lvl7pPr>
                      <a:lvl8pPr marL="3200272" algn="l" defTabSz="914363" rtl="0" eaLnBrk="1" latinLnBrk="0" hangingPunct="1">
                        <a:defRPr sz="1800" b="1" kern="1200">
                          <a:solidFill>
                            <a:schemeClr val="lt1"/>
                          </a:solidFill>
                          <a:latin typeface="Segoe UI"/>
                        </a:defRPr>
                      </a:lvl8pPr>
                      <a:lvl9pPr marL="3657454" algn="l" defTabSz="914363" rtl="0" eaLnBrk="1" latinLnBrk="0" hangingPunct="1">
                        <a:defRPr sz="1800" b="1" kern="1200">
                          <a:solidFill>
                            <a:schemeClr val="lt1"/>
                          </a:solidFill>
                          <a:latin typeface="Segoe UI"/>
                        </a:defRPr>
                      </a:lvl9pPr>
                    </a:lstStyle>
                    <a:p>
                      <a:r>
                        <a:rPr lang="en-US" sz="2500" dirty="0"/>
                        <a:t>Memory</a:t>
                      </a:r>
                      <a:endParaRPr lang="en-US" sz="2500" b="1" dirty="0">
                        <a:solidFill>
                          <a:schemeClr val="bg1">
                            <a:alpha val="99000"/>
                          </a:schemeClr>
                        </a:solidFill>
                      </a:endParaRPr>
                    </a:p>
                  </a:txBody>
                  <a:tcPr marL="121888" marR="121888" marT="60944" marB="60944" anchor="ctr">
                    <a:lnL>
                      <a:noFill/>
                    </a:lnL>
                    <a:lnR>
                      <a:noFill/>
                    </a:lnR>
                    <a:lnT w="12700" cmpd="sng">
                      <a:solidFill>
                        <a:srgbClr val="00BCF2"/>
                      </a:solidFill>
                    </a:lnT>
                    <a:lnB w="12700" cmpd="sng">
                      <a:solidFill>
                        <a:srgbClr val="00BCF2"/>
                      </a:solidFill>
                    </a:lnB>
                    <a:lnTlToBr w="12700" cmpd="sng">
                      <a:noFill/>
                      <a:prstDash val="solid"/>
                    </a:lnTlToBr>
                    <a:lnBlToTr w="12700" cmpd="sng">
                      <a:noFill/>
                      <a:prstDash val="solid"/>
                    </a:lnBlToTr>
                    <a:solidFill>
                      <a:srgbClr val="00BCF2"/>
                    </a:solidFill>
                  </a:tcPr>
                </a:tc>
                <a:extLst>
                  <a:ext uri="{0D108BD9-81ED-4DB2-BD59-A6C34878D82A}">
                    <a16:rowId xmlns:a16="http://schemas.microsoft.com/office/drawing/2014/main" val="10000"/>
                  </a:ext>
                </a:extLst>
              </a:tr>
              <a:tr h="398274">
                <a:tc>
                  <a:txBody>
                    <a:bodyPr/>
                    <a:lstStyle>
                      <a:lvl1pPr marL="0" algn="l" defTabSz="914363" rtl="0" eaLnBrk="1" latinLnBrk="0" hangingPunct="1">
                        <a:defRPr sz="1800" kern="1200">
                          <a:solidFill>
                            <a:schemeClr val="dk1"/>
                          </a:solidFill>
                          <a:latin typeface="Segoe UI"/>
                        </a:defRPr>
                      </a:lvl1pPr>
                      <a:lvl2pPr marL="457182" algn="l" defTabSz="914363" rtl="0" eaLnBrk="1" latinLnBrk="0" hangingPunct="1">
                        <a:defRPr sz="1800" kern="1200">
                          <a:solidFill>
                            <a:schemeClr val="dk1"/>
                          </a:solidFill>
                          <a:latin typeface="Segoe UI"/>
                        </a:defRPr>
                      </a:lvl2pPr>
                      <a:lvl3pPr marL="914363" algn="l" defTabSz="914363" rtl="0" eaLnBrk="1" latinLnBrk="0" hangingPunct="1">
                        <a:defRPr sz="1800" kern="1200">
                          <a:solidFill>
                            <a:schemeClr val="dk1"/>
                          </a:solidFill>
                          <a:latin typeface="Segoe UI"/>
                        </a:defRPr>
                      </a:lvl3pPr>
                      <a:lvl4pPr marL="1371545" algn="l" defTabSz="914363" rtl="0" eaLnBrk="1" latinLnBrk="0" hangingPunct="1">
                        <a:defRPr sz="1800" kern="1200">
                          <a:solidFill>
                            <a:schemeClr val="dk1"/>
                          </a:solidFill>
                          <a:latin typeface="Segoe UI"/>
                        </a:defRPr>
                      </a:lvl4pPr>
                      <a:lvl5pPr marL="1828727" algn="l" defTabSz="914363" rtl="0" eaLnBrk="1" latinLnBrk="0" hangingPunct="1">
                        <a:defRPr sz="1800" kern="1200">
                          <a:solidFill>
                            <a:schemeClr val="dk1"/>
                          </a:solidFill>
                          <a:latin typeface="Segoe UI"/>
                        </a:defRPr>
                      </a:lvl5pPr>
                      <a:lvl6pPr marL="2285909" algn="l" defTabSz="914363" rtl="0" eaLnBrk="1" latinLnBrk="0" hangingPunct="1">
                        <a:defRPr sz="1800" kern="1200">
                          <a:solidFill>
                            <a:schemeClr val="dk1"/>
                          </a:solidFill>
                          <a:latin typeface="Segoe UI"/>
                        </a:defRPr>
                      </a:lvl6pPr>
                      <a:lvl7pPr marL="2743090" algn="l" defTabSz="914363" rtl="0" eaLnBrk="1" latinLnBrk="0" hangingPunct="1">
                        <a:defRPr sz="1800" kern="1200">
                          <a:solidFill>
                            <a:schemeClr val="dk1"/>
                          </a:solidFill>
                          <a:latin typeface="Segoe UI"/>
                        </a:defRPr>
                      </a:lvl7pPr>
                      <a:lvl8pPr marL="3200272" algn="l" defTabSz="914363" rtl="0" eaLnBrk="1" latinLnBrk="0" hangingPunct="1">
                        <a:defRPr sz="1800" kern="1200">
                          <a:solidFill>
                            <a:schemeClr val="dk1"/>
                          </a:solidFill>
                          <a:latin typeface="Segoe UI"/>
                        </a:defRPr>
                      </a:lvl8pPr>
                      <a:lvl9pPr marL="3657454" algn="l" defTabSz="914363" rtl="0" eaLnBrk="1" latinLnBrk="0" hangingPunct="1">
                        <a:defRPr sz="1800" kern="1200">
                          <a:solidFill>
                            <a:schemeClr val="dk1"/>
                          </a:solidFill>
                          <a:latin typeface="Segoe UI"/>
                        </a:defRPr>
                      </a:lvl9pPr>
                    </a:lstStyle>
                    <a:p>
                      <a:r>
                        <a:rPr lang="en-US" sz="2500" dirty="0"/>
                        <a:t>Extra Small(</a:t>
                      </a:r>
                      <a:r>
                        <a:rPr lang="en-US" altLang="zh-CN" sz="2500" dirty="0"/>
                        <a:t>A0)</a:t>
                      </a:r>
                      <a:endParaRPr lang="en-US" sz="2500" dirty="0">
                        <a:solidFill>
                          <a:schemeClr val="tx2">
                            <a:lumMod val="75000"/>
                            <a:alpha val="99000"/>
                          </a:schemeClr>
                        </a:solidFill>
                      </a:endParaRPr>
                    </a:p>
                  </a:txBody>
                  <a:tcPr marL="121888" marR="121888" marT="60944" marB="60944" anchor="ctr">
                    <a:lnL w="12700" cmpd="sng">
                      <a:solidFill>
                        <a:srgbClr val="00BCF2"/>
                      </a:solidFill>
                    </a:lnL>
                    <a:lnR>
                      <a:noFill/>
                    </a:lnR>
                    <a:lnT w="12700" cmpd="sng">
                      <a:solidFill>
                        <a:srgbClr val="00BCF2"/>
                      </a:solidFill>
                    </a:lnT>
                    <a:lnB w="12700" cmpd="sng">
                      <a:solidFill>
                        <a:srgbClr val="00BCF2"/>
                      </a:solidFill>
                    </a:lnB>
                    <a:lnTlToBr w="12700" cmpd="sng">
                      <a:noFill/>
                      <a:prstDash val="solid"/>
                    </a:lnTlToBr>
                    <a:lnBlToTr w="12700" cmpd="sng">
                      <a:noFill/>
                      <a:prstDash val="solid"/>
                    </a:lnBlToTr>
                    <a:solidFill>
                      <a:srgbClr val="00BCF2">
                        <a:tint val="20000"/>
                      </a:srgbClr>
                    </a:solidFill>
                  </a:tcPr>
                </a:tc>
                <a:tc>
                  <a:txBody>
                    <a:bodyPr/>
                    <a:lstStyle>
                      <a:lvl1pPr marL="0" algn="l" defTabSz="914363" rtl="0" eaLnBrk="1" latinLnBrk="0" hangingPunct="1">
                        <a:defRPr sz="1800" kern="1200">
                          <a:solidFill>
                            <a:schemeClr val="dk1"/>
                          </a:solidFill>
                          <a:latin typeface="Segoe UI"/>
                        </a:defRPr>
                      </a:lvl1pPr>
                      <a:lvl2pPr marL="457182" algn="l" defTabSz="914363" rtl="0" eaLnBrk="1" latinLnBrk="0" hangingPunct="1">
                        <a:defRPr sz="1800" kern="1200">
                          <a:solidFill>
                            <a:schemeClr val="dk1"/>
                          </a:solidFill>
                          <a:latin typeface="Segoe UI"/>
                        </a:defRPr>
                      </a:lvl2pPr>
                      <a:lvl3pPr marL="914363" algn="l" defTabSz="914363" rtl="0" eaLnBrk="1" latinLnBrk="0" hangingPunct="1">
                        <a:defRPr sz="1800" kern="1200">
                          <a:solidFill>
                            <a:schemeClr val="dk1"/>
                          </a:solidFill>
                          <a:latin typeface="Segoe UI"/>
                        </a:defRPr>
                      </a:lvl3pPr>
                      <a:lvl4pPr marL="1371545" algn="l" defTabSz="914363" rtl="0" eaLnBrk="1" latinLnBrk="0" hangingPunct="1">
                        <a:defRPr sz="1800" kern="1200">
                          <a:solidFill>
                            <a:schemeClr val="dk1"/>
                          </a:solidFill>
                          <a:latin typeface="Segoe UI"/>
                        </a:defRPr>
                      </a:lvl4pPr>
                      <a:lvl5pPr marL="1828727" algn="l" defTabSz="914363" rtl="0" eaLnBrk="1" latinLnBrk="0" hangingPunct="1">
                        <a:defRPr sz="1800" kern="1200">
                          <a:solidFill>
                            <a:schemeClr val="dk1"/>
                          </a:solidFill>
                          <a:latin typeface="Segoe UI"/>
                        </a:defRPr>
                      </a:lvl5pPr>
                      <a:lvl6pPr marL="2285909" algn="l" defTabSz="914363" rtl="0" eaLnBrk="1" latinLnBrk="0" hangingPunct="1">
                        <a:defRPr sz="1800" kern="1200">
                          <a:solidFill>
                            <a:schemeClr val="dk1"/>
                          </a:solidFill>
                          <a:latin typeface="Segoe UI"/>
                        </a:defRPr>
                      </a:lvl6pPr>
                      <a:lvl7pPr marL="2743090" algn="l" defTabSz="914363" rtl="0" eaLnBrk="1" latinLnBrk="0" hangingPunct="1">
                        <a:defRPr sz="1800" kern="1200">
                          <a:solidFill>
                            <a:schemeClr val="dk1"/>
                          </a:solidFill>
                          <a:latin typeface="Segoe UI"/>
                        </a:defRPr>
                      </a:lvl7pPr>
                      <a:lvl8pPr marL="3200272" algn="l" defTabSz="914363" rtl="0" eaLnBrk="1" latinLnBrk="0" hangingPunct="1">
                        <a:defRPr sz="1800" kern="1200">
                          <a:solidFill>
                            <a:schemeClr val="dk1"/>
                          </a:solidFill>
                          <a:latin typeface="Segoe UI"/>
                        </a:defRPr>
                      </a:lvl8pPr>
                      <a:lvl9pPr marL="3657454" algn="l" defTabSz="914363" rtl="0" eaLnBrk="1" latinLnBrk="0" hangingPunct="1">
                        <a:defRPr sz="1800" kern="1200">
                          <a:solidFill>
                            <a:schemeClr val="dk1"/>
                          </a:solidFill>
                          <a:latin typeface="Segoe UI"/>
                        </a:defRPr>
                      </a:lvl9pPr>
                    </a:lstStyle>
                    <a:p>
                      <a:r>
                        <a:rPr lang="en-US" sz="2500" dirty="0"/>
                        <a:t>Shared</a:t>
                      </a:r>
                      <a:endParaRPr lang="en-US" sz="2500" dirty="0">
                        <a:solidFill>
                          <a:schemeClr val="tx2">
                            <a:lumMod val="75000"/>
                            <a:alpha val="99000"/>
                          </a:schemeClr>
                        </a:solidFill>
                      </a:endParaRPr>
                    </a:p>
                  </a:txBody>
                  <a:tcPr marL="121888" marR="121888" marT="60944" marB="60944" anchor="ctr">
                    <a:lnL>
                      <a:noFill/>
                    </a:lnL>
                    <a:lnR>
                      <a:noFill/>
                    </a:lnR>
                    <a:lnT w="12700" cmpd="sng">
                      <a:solidFill>
                        <a:srgbClr val="00BCF2"/>
                      </a:solidFill>
                    </a:lnT>
                    <a:lnB w="12700" cmpd="sng">
                      <a:solidFill>
                        <a:srgbClr val="00BCF2"/>
                      </a:solidFill>
                    </a:lnB>
                    <a:lnTlToBr w="12700" cmpd="sng">
                      <a:noFill/>
                      <a:prstDash val="solid"/>
                    </a:lnTlToBr>
                    <a:lnBlToTr w="12700" cmpd="sng">
                      <a:noFill/>
                      <a:prstDash val="solid"/>
                    </a:lnBlToTr>
                    <a:solidFill>
                      <a:srgbClr val="00BCF2">
                        <a:tint val="20000"/>
                      </a:srgbClr>
                    </a:solidFill>
                  </a:tcPr>
                </a:tc>
                <a:tc>
                  <a:txBody>
                    <a:bodyPr/>
                    <a:lstStyle>
                      <a:lvl1pPr marL="0" algn="l" defTabSz="914363" rtl="0" eaLnBrk="1" latinLnBrk="0" hangingPunct="1">
                        <a:defRPr sz="1800" kern="1200">
                          <a:solidFill>
                            <a:schemeClr val="dk1"/>
                          </a:solidFill>
                          <a:latin typeface="Segoe UI"/>
                        </a:defRPr>
                      </a:lvl1pPr>
                      <a:lvl2pPr marL="457182" algn="l" defTabSz="914363" rtl="0" eaLnBrk="1" latinLnBrk="0" hangingPunct="1">
                        <a:defRPr sz="1800" kern="1200">
                          <a:solidFill>
                            <a:schemeClr val="dk1"/>
                          </a:solidFill>
                          <a:latin typeface="Segoe UI"/>
                        </a:defRPr>
                      </a:lvl2pPr>
                      <a:lvl3pPr marL="914363" algn="l" defTabSz="914363" rtl="0" eaLnBrk="1" latinLnBrk="0" hangingPunct="1">
                        <a:defRPr sz="1800" kern="1200">
                          <a:solidFill>
                            <a:schemeClr val="dk1"/>
                          </a:solidFill>
                          <a:latin typeface="Segoe UI"/>
                        </a:defRPr>
                      </a:lvl3pPr>
                      <a:lvl4pPr marL="1371545" algn="l" defTabSz="914363" rtl="0" eaLnBrk="1" latinLnBrk="0" hangingPunct="1">
                        <a:defRPr sz="1800" kern="1200">
                          <a:solidFill>
                            <a:schemeClr val="dk1"/>
                          </a:solidFill>
                          <a:latin typeface="Segoe UI"/>
                        </a:defRPr>
                      </a:lvl4pPr>
                      <a:lvl5pPr marL="1828727" algn="l" defTabSz="914363" rtl="0" eaLnBrk="1" latinLnBrk="0" hangingPunct="1">
                        <a:defRPr sz="1800" kern="1200">
                          <a:solidFill>
                            <a:schemeClr val="dk1"/>
                          </a:solidFill>
                          <a:latin typeface="Segoe UI"/>
                        </a:defRPr>
                      </a:lvl5pPr>
                      <a:lvl6pPr marL="2285909" algn="l" defTabSz="914363" rtl="0" eaLnBrk="1" latinLnBrk="0" hangingPunct="1">
                        <a:defRPr sz="1800" kern="1200">
                          <a:solidFill>
                            <a:schemeClr val="dk1"/>
                          </a:solidFill>
                          <a:latin typeface="Segoe UI"/>
                        </a:defRPr>
                      </a:lvl6pPr>
                      <a:lvl7pPr marL="2743090" algn="l" defTabSz="914363" rtl="0" eaLnBrk="1" latinLnBrk="0" hangingPunct="1">
                        <a:defRPr sz="1800" kern="1200">
                          <a:solidFill>
                            <a:schemeClr val="dk1"/>
                          </a:solidFill>
                          <a:latin typeface="Segoe UI"/>
                        </a:defRPr>
                      </a:lvl7pPr>
                      <a:lvl8pPr marL="3200272" algn="l" defTabSz="914363" rtl="0" eaLnBrk="1" latinLnBrk="0" hangingPunct="1">
                        <a:defRPr sz="1800" kern="1200">
                          <a:solidFill>
                            <a:schemeClr val="dk1"/>
                          </a:solidFill>
                          <a:latin typeface="Segoe UI"/>
                        </a:defRPr>
                      </a:lvl8pPr>
                      <a:lvl9pPr marL="3657454" algn="l" defTabSz="914363" rtl="0" eaLnBrk="1" latinLnBrk="0" hangingPunct="1">
                        <a:defRPr sz="1800" kern="1200">
                          <a:solidFill>
                            <a:schemeClr val="dk1"/>
                          </a:solidFill>
                          <a:latin typeface="Segoe UI"/>
                        </a:defRPr>
                      </a:lvl9pPr>
                    </a:lstStyle>
                    <a:p>
                      <a:r>
                        <a:rPr lang="en-US" sz="2500" dirty="0"/>
                        <a:t>768 MB</a:t>
                      </a:r>
                      <a:endParaRPr lang="en-US" sz="2500" dirty="0">
                        <a:solidFill>
                          <a:schemeClr val="tx2">
                            <a:lumMod val="75000"/>
                            <a:alpha val="99000"/>
                          </a:schemeClr>
                        </a:solidFill>
                      </a:endParaRPr>
                    </a:p>
                  </a:txBody>
                  <a:tcPr marL="121888" marR="121888" marT="60944" marB="60944" anchor="ctr">
                    <a:lnL>
                      <a:noFill/>
                    </a:lnL>
                    <a:lnR>
                      <a:noFill/>
                    </a:lnR>
                    <a:lnT w="12700" cmpd="sng">
                      <a:solidFill>
                        <a:srgbClr val="00BCF2"/>
                      </a:solidFill>
                    </a:lnT>
                    <a:lnB w="12700" cmpd="sng">
                      <a:solidFill>
                        <a:srgbClr val="00BCF2"/>
                      </a:solidFill>
                    </a:lnB>
                    <a:lnTlToBr w="12700" cmpd="sng">
                      <a:noFill/>
                      <a:prstDash val="solid"/>
                    </a:lnTlToBr>
                    <a:lnBlToTr w="12700" cmpd="sng">
                      <a:noFill/>
                      <a:prstDash val="solid"/>
                    </a:lnBlToTr>
                    <a:solidFill>
                      <a:srgbClr val="00BCF2">
                        <a:tint val="20000"/>
                      </a:srgbClr>
                    </a:solidFill>
                  </a:tcPr>
                </a:tc>
                <a:extLst>
                  <a:ext uri="{0D108BD9-81ED-4DB2-BD59-A6C34878D82A}">
                    <a16:rowId xmlns:a16="http://schemas.microsoft.com/office/drawing/2014/main" val="10001"/>
                  </a:ext>
                </a:extLst>
              </a:tr>
              <a:tr h="398274">
                <a:tc>
                  <a:txBody>
                    <a:bodyPr/>
                    <a:lstStyle>
                      <a:lvl1pPr marL="0" algn="l" defTabSz="914363" rtl="0" eaLnBrk="1" latinLnBrk="0" hangingPunct="1">
                        <a:defRPr sz="1800" kern="1200">
                          <a:solidFill>
                            <a:schemeClr val="dk1"/>
                          </a:solidFill>
                          <a:latin typeface="Segoe UI"/>
                        </a:defRPr>
                      </a:lvl1pPr>
                      <a:lvl2pPr marL="457182" algn="l" defTabSz="914363" rtl="0" eaLnBrk="1" latinLnBrk="0" hangingPunct="1">
                        <a:defRPr sz="1800" kern="1200">
                          <a:solidFill>
                            <a:schemeClr val="dk1"/>
                          </a:solidFill>
                          <a:latin typeface="Segoe UI"/>
                        </a:defRPr>
                      </a:lvl2pPr>
                      <a:lvl3pPr marL="914363" algn="l" defTabSz="914363" rtl="0" eaLnBrk="1" latinLnBrk="0" hangingPunct="1">
                        <a:defRPr sz="1800" kern="1200">
                          <a:solidFill>
                            <a:schemeClr val="dk1"/>
                          </a:solidFill>
                          <a:latin typeface="Segoe UI"/>
                        </a:defRPr>
                      </a:lvl3pPr>
                      <a:lvl4pPr marL="1371545" algn="l" defTabSz="914363" rtl="0" eaLnBrk="1" latinLnBrk="0" hangingPunct="1">
                        <a:defRPr sz="1800" kern="1200">
                          <a:solidFill>
                            <a:schemeClr val="dk1"/>
                          </a:solidFill>
                          <a:latin typeface="Segoe UI"/>
                        </a:defRPr>
                      </a:lvl4pPr>
                      <a:lvl5pPr marL="1828727" algn="l" defTabSz="914363" rtl="0" eaLnBrk="1" latinLnBrk="0" hangingPunct="1">
                        <a:defRPr sz="1800" kern="1200">
                          <a:solidFill>
                            <a:schemeClr val="dk1"/>
                          </a:solidFill>
                          <a:latin typeface="Segoe UI"/>
                        </a:defRPr>
                      </a:lvl5pPr>
                      <a:lvl6pPr marL="2285909" algn="l" defTabSz="914363" rtl="0" eaLnBrk="1" latinLnBrk="0" hangingPunct="1">
                        <a:defRPr sz="1800" kern="1200">
                          <a:solidFill>
                            <a:schemeClr val="dk1"/>
                          </a:solidFill>
                          <a:latin typeface="Segoe UI"/>
                        </a:defRPr>
                      </a:lvl6pPr>
                      <a:lvl7pPr marL="2743090" algn="l" defTabSz="914363" rtl="0" eaLnBrk="1" latinLnBrk="0" hangingPunct="1">
                        <a:defRPr sz="1800" kern="1200">
                          <a:solidFill>
                            <a:schemeClr val="dk1"/>
                          </a:solidFill>
                          <a:latin typeface="Segoe UI"/>
                        </a:defRPr>
                      </a:lvl7pPr>
                      <a:lvl8pPr marL="3200272" algn="l" defTabSz="914363" rtl="0" eaLnBrk="1" latinLnBrk="0" hangingPunct="1">
                        <a:defRPr sz="1800" kern="1200">
                          <a:solidFill>
                            <a:schemeClr val="dk1"/>
                          </a:solidFill>
                          <a:latin typeface="Segoe UI"/>
                        </a:defRPr>
                      </a:lvl8pPr>
                      <a:lvl9pPr marL="3657454" algn="l" defTabSz="914363" rtl="0" eaLnBrk="1" latinLnBrk="0" hangingPunct="1">
                        <a:defRPr sz="1800" kern="1200">
                          <a:solidFill>
                            <a:schemeClr val="dk1"/>
                          </a:solidFill>
                          <a:latin typeface="Segoe UI"/>
                        </a:defRPr>
                      </a:lvl9pPr>
                    </a:lstStyle>
                    <a:p>
                      <a:r>
                        <a:rPr lang="en-US" sz="2500" dirty="0"/>
                        <a:t>Small(A1)</a:t>
                      </a:r>
                      <a:endParaRPr lang="en-US" sz="2500" dirty="0">
                        <a:solidFill>
                          <a:schemeClr val="tx2">
                            <a:lumMod val="75000"/>
                            <a:alpha val="99000"/>
                          </a:schemeClr>
                        </a:solidFill>
                      </a:endParaRPr>
                    </a:p>
                  </a:txBody>
                  <a:tcPr marL="121888" marR="121888" marT="60944" marB="60944" anchor="ctr">
                    <a:lnL w="12700" cmpd="sng">
                      <a:solidFill>
                        <a:srgbClr val="00BCF2"/>
                      </a:solidFill>
                    </a:lnL>
                    <a:lnR>
                      <a:noFill/>
                    </a:lnR>
                    <a:lnT w="12700" cmpd="sng">
                      <a:solidFill>
                        <a:srgbClr val="00BCF2"/>
                      </a:solidFill>
                    </a:lnT>
                    <a:lnB w="12700" cmpd="sng">
                      <a:solidFill>
                        <a:srgbClr val="00BCF2"/>
                      </a:solidFill>
                    </a:lnB>
                    <a:lnTlToBr w="12700" cmpd="sng">
                      <a:noFill/>
                      <a:prstDash val="solid"/>
                    </a:lnTlToBr>
                    <a:lnBlToTr w="12700" cmpd="sng">
                      <a:noFill/>
                      <a:prstDash val="solid"/>
                    </a:lnBlToTr>
                    <a:solidFill>
                      <a:srgbClr val="FFFFFF"/>
                    </a:solidFill>
                  </a:tcPr>
                </a:tc>
                <a:tc>
                  <a:txBody>
                    <a:bodyPr/>
                    <a:lstStyle>
                      <a:lvl1pPr marL="0" algn="l" defTabSz="914363" rtl="0" eaLnBrk="1" latinLnBrk="0" hangingPunct="1">
                        <a:defRPr sz="1800" kern="1200">
                          <a:solidFill>
                            <a:schemeClr val="dk1"/>
                          </a:solidFill>
                          <a:latin typeface="Segoe UI"/>
                        </a:defRPr>
                      </a:lvl1pPr>
                      <a:lvl2pPr marL="457182" algn="l" defTabSz="914363" rtl="0" eaLnBrk="1" latinLnBrk="0" hangingPunct="1">
                        <a:defRPr sz="1800" kern="1200">
                          <a:solidFill>
                            <a:schemeClr val="dk1"/>
                          </a:solidFill>
                          <a:latin typeface="Segoe UI"/>
                        </a:defRPr>
                      </a:lvl2pPr>
                      <a:lvl3pPr marL="914363" algn="l" defTabSz="914363" rtl="0" eaLnBrk="1" latinLnBrk="0" hangingPunct="1">
                        <a:defRPr sz="1800" kern="1200">
                          <a:solidFill>
                            <a:schemeClr val="dk1"/>
                          </a:solidFill>
                          <a:latin typeface="Segoe UI"/>
                        </a:defRPr>
                      </a:lvl3pPr>
                      <a:lvl4pPr marL="1371545" algn="l" defTabSz="914363" rtl="0" eaLnBrk="1" latinLnBrk="0" hangingPunct="1">
                        <a:defRPr sz="1800" kern="1200">
                          <a:solidFill>
                            <a:schemeClr val="dk1"/>
                          </a:solidFill>
                          <a:latin typeface="Segoe UI"/>
                        </a:defRPr>
                      </a:lvl4pPr>
                      <a:lvl5pPr marL="1828727" algn="l" defTabSz="914363" rtl="0" eaLnBrk="1" latinLnBrk="0" hangingPunct="1">
                        <a:defRPr sz="1800" kern="1200">
                          <a:solidFill>
                            <a:schemeClr val="dk1"/>
                          </a:solidFill>
                          <a:latin typeface="Segoe UI"/>
                        </a:defRPr>
                      </a:lvl5pPr>
                      <a:lvl6pPr marL="2285909" algn="l" defTabSz="914363" rtl="0" eaLnBrk="1" latinLnBrk="0" hangingPunct="1">
                        <a:defRPr sz="1800" kern="1200">
                          <a:solidFill>
                            <a:schemeClr val="dk1"/>
                          </a:solidFill>
                          <a:latin typeface="Segoe UI"/>
                        </a:defRPr>
                      </a:lvl6pPr>
                      <a:lvl7pPr marL="2743090" algn="l" defTabSz="914363" rtl="0" eaLnBrk="1" latinLnBrk="0" hangingPunct="1">
                        <a:defRPr sz="1800" kern="1200">
                          <a:solidFill>
                            <a:schemeClr val="dk1"/>
                          </a:solidFill>
                          <a:latin typeface="Segoe UI"/>
                        </a:defRPr>
                      </a:lvl7pPr>
                      <a:lvl8pPr marL="3200272" algn="l" defTabSz="914363" rtl="0" eaLnBrk="1" latinLnBrk="0" hangingPunct="1">
                        <a:defRPr sz="1800" kern="1200">
                          <a:solidFill>
                            <a:schemeClr val="dk1"/>
                          </a:solidFill>
                          <a:latin typeface="Segoe UI"/>
                        </a:defRPr>
                      </a:lvl8pPr>
                      <a:lvl9pPr marL="3657454" algn="l" defTabSz="914363" rtl="0" eaLnBrk="1" latinLnBrk="0" hangingPunct="1">
                        <a:defRPr sz="1800" kern="1200">
                          <a:solidFill>
                            <a:schemeClr val="dk1"/>
                          </a:solidFill>
                          <a:latin typeface="Segoe UI"/>
                        </a:defRPr>
                      </a:lvl9pPr>
                    </a:lstStyle>
                    <a:p>
                      <a:r>
                        <a:rPr lang="en-US" sz="2500" dirty="0"/>
                        <a:t>1</a:t>
                      </a:r>
                      <a:endParaRPr lang="en-US" sz="2500" dirty="0">
                        <a:solidFill>
                          <a:schemeClr val="tx2">
                            <a:lumMod val="75000"/>
                            <a:alpha val="99000"/>
                          </a:schemeClr>
                        </a:solidFill>
                      </a:endParaRPr>
                    </a:p>
                  </a:txBody>
                  <a:tcPr marL="121888" marR="121888" marT="60944" marB="60944" anchor="ctr">
                    <a:lnL>
                      <a:noFill/>
                    </a:lnL>
                    <a:lnR>
                      <a:noFill/>
                    </a:lnR>
                    <a:lnT w="12700" cmpd="sng">
                      <a:solidFill>
                        <a:srgbClr val="00BCF2"/>
                      </a:solidFill>
                    </a:lnT>
                    <a:lnB w="12700" cmpd="sng">
                      <a:solidFill>
                        <a:srgbClr val="00BCF2"/>
                      </a:solidFill>
                    </a:lnB>
                    <a:lnTlToBr w="12700" cmpd="sng">
                      <a:noFill/>
                      <a:prstDash val="solid"/>
                    </a:lnTlToBr>
                    <a:lnBlToTr w="12700" cmpd="sng">
                      <a:noFill/>
                      <a:prstDash val="solid"/>
                    </a:lnBlToTr>
                    <a:solidFill>
                      <a:srgbClr val="FFFFFF"/>
                    </a:solidFill>
                  </a:tcPr>
                </a:tc>
                <a:tc>
                  <a:txBody>
                    <a:bodyPr/>
                    <a:lstStyle>
                      <a:lvl1pPr marL="0" algn="l" defTabSz="914363" rtl="0" eaLnBrk="1" latinLnBrk="0" hangingPunct="1">
                        <a:defRPr sz="1800" kern="1200">
                          <a:solidFill>
                            <a:schemeClr val="dk1"/>
                          </a:solidFill>
                          <a:latin typeface="Segoe UI"/>
                        </a:defRPr>
                      </a:lvl1pPr>
                      <a:lvl2pPr marL="457182" algn="l" defTabSz="914363" rtl="0" eaLnBrk="1" latinLnBrk="0" hangingPunct="1">
                        <a:defRPr sz="1800" kern="1200">
                          <a:solidFill>
                            <a:schemeClr val="dk1"/>
                          </a:solidFill>
                          <a:latin typeface="Segoe UI"/>
                        </a:defRPr>
                      </a:lvl2pPr>
                      <a:lvl3pPr marL="914363" algn="l" defTabSz="914363" rtl="0" eaLnBrk="1" latinLnBrk="0" hangingPunct="1">
                        <a:defRPr sz="1800" kern="1200">
                          <a:solidFill>
                            <a:schemeClr val="dk1"/>
                          </a:solidFill>
                          <a:latin typeface="Segoe UI"/>
                        </a:defRPr>
                      </a:lvl3pPr>
                      <a:lvl4pPr marL="1371545" algn="l" defTabSz="914363" rtl="0" eaLnBrk="1" latinLnBrk="0" hangingPunct="1">
                        <a:defRPr sz="1800" kern="1200">
                          <a:solidFill>
                            <a:schemeClr val="dk1"/>
                          </a:solidFill>
                          <a:latin typeface="Segoe UI"/>
                        </a:defRPr>
                      </a:lvl4pPr>
                      <a:lvl5pPr marL="1828727" algn="l" defTabSz="914363" rtl="0" eaLnBrk="1" latinLnBrk="0" hangingPunct="1">
                        <a:defRPr sz="1800" kern="1200">
                          <a:solidFill>
                            <a:schemeClr val="dk1"/>
                          </a:solidFill>
                          <a:latin typeface="Segoe UI"/>
                        </a:defRPr>
                      </a:lvl5pPr>
                      <a:lvl6pPr marL="2285909" algn="l" defTabSz="914363" rtl="0" eaLnBrk="1" latinLnBrk="0" hangingPunct="1">
                        <a:defRPr sz="1800" kern="1200">
                          <a:solidFill>
                            <a:schemeClr val="dk1"/>
                          </a:solidFill>
                          <a:latin typeface="Segoe UI"/>
                        </a:defRPr>
                      </a:lvl6pPr>
                      <a:lvl7pPr marL="2743090" algn="l" defTabSz="914363" rtl="0" eaLnBrk="1" latinLnBrk="0" hangingPunct="1">
                        <a:defRPr sz="1800" kern="1200">
                          <a:solidFill>
                            <a:schemeClr val="dk1"/>
                          </a:solidFill>
                          <a:latin typeface="Segoe UI"/>
                        </a:defRPr>
                      </a:lvl7pPr>
                      <a:lvl8pPr marL="3200272" algn="l" defTabSz="914363" rtl="0" eaLnBrk="1" latinLnBrk="0" hangingPunct="1">
                        <a:defRPr sz="1800" kern="1200">
                          <a:solidFill>
                            <a:schemeClr val="dk1"/>
                          </a:solidFill>
                          <a:latin typeface="Segoe UI"/>
                        </a:defRPr>
                      </a:lvl8pPr>
                      <a:lvl9pPr marL="3657454" algn="l" defTabSz="914363" rtl="0" eaLnBrk="1" latinLnBrk="0" hangingPunct="1">
                        <a:defRPr sz="1800" kern="1200">
                          <a:solidFill>
                            <a:schemeClr val="dk1"/>
                          </a:solidFill>
                          <a:latin typeface="Segoe UI"/>
                        </a:defRPr>
                      </a:lvl9pPr>
                    </a:lstStyle>
                    <a:p>
                      <a:r>
                        <a:rPr lang="en-US" sz="2500" dirty="0"/>
                        <a:t>1.75</a:t>
                      </a:r>
                      <a:r>
                        <a:rPr lang="en-US" sz="2500" baseline="0" dirty="0"/>
                        <a:t> GB</a:t>
                      </a:r>
                      <a:endParaRPr lang="en-US" sz="2500" dirty="0">
                        <a:solidFill>
                          <a:schemeClr val="tx2">
                            <a:lumMod val="75000"/>
                            <a:alpha val="99000"/>
                          </a:schemeClr>
                        </a:solidFill>
                      </a:endParaRPr>
                    </a:p>
                  </a:txBody>
                  <a:tcPr marL="121888" marR="121888" marT="60944" marB="60944" anchor="ctr">
                    <a:lnL>
                      <a:noFill/>
                    </a:lnL>
                    <a:lnR>
                      <a:noFill/>
                    </a:lnR>
                    <a:lnT w="12700" cmpd="sng">
                      <a:solidFill>
                        <a:srgbClr val="00BCF2"/>
                      </a:solidFill>
                    </a:lnT>
                    <a:lnB w="12700" cmpd="sng">
                      <a:solidFill>
                        <a:srgbClr val="00BCF2"/>
                      </a:solid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r h="398274">
                <a:tc>
                  <a:txBody>
                    <a:bodyPr/>
                    <a:lstStyle>
                      <a:lvl1pPr marL="0" algn="l" defTabSz="914363" rtl="0" eaLnBrk="1" latinLnBrk="0" hangingPunct="1">
                        <a:defRPr sz="1800" kern="1200">
                          <a:solidFill>
                            <a:schemeClr val="dk1"/>
                          </a:solidFill>
                          <a:latin typeface="Segoe UI"/>
                        </a:defRPr>
                      </a:lvl1pPr>
                      <a:lvl2pPr marL="457182" algn="l" defTabSz="914363" rtl="0" eaLnBrk="1" latinLnBrk="0" hangingPunct="1">
                        <a:defRPr sz="1800" kern="1200">
                          <a:solidFill>
                            <a:schemeClr val="dk1"/>
                          </a:solidFill>
                          <a:latin typeface="Segoe UI"/>
                        </a:defRPr>
                      </a:lvl2pPr>
                      <a:lvl3pPr marL="914363" algn="l" defTabSz="914363" rtl="0" eaLnBrk="1" latinLnBrk="0" hangingPunct="1">
                        <a:defRPr sz="1800" kern="1200">
                          <a:solidFill>
                            <a:schemeClr val="dk1"/>
                          </a:solidFill>
                          <a:latin typeface="Segoe UI"/>
                        </a:defRPr>
                      </a:lvl3pPr>
                      <a:lvl4pPr marL="1371545" algn="l" defTabSz="914363" rtl="0" eaLnBrk="1" latinLnBrk="0" hangingPunct="1">
                        <a:defRPr sz="1800" kern="1200">
                          <a:solidFill>
                            <a:schemeClr val="dk1"/>
                          </a:solidFill>
                          <a:latin typeface="Segoe UI"/>
                        </a:defRPr>
                      </a:lvl4pPr>
                      <a:lvl5pPr marL="1828727" algn="l" defTabSz="914363" rtl="0" eaLnBrk="1" latinLnBrk="0" hangingPunct="1">
                        <a:defRPr sz="1800" kern="1200">
                          <a:solidFill>
                            <a:schemeClr val="dk1"/>
                          </a:solidFill>
                          <a:latin typeface="Segoe UI"/>
                        </a:defRPr>
                      </a:lvl5pPr>
                      <a:lvl6pPr marL="2285909" algn="l" defTabSz="914363" rtl="0" eaLnBrk="1" latinLnBrk="0" hangingPunct="1">
                        <a:defRPr sz="1800" kern="1200">
                          <a:solidFill>
                            <a:schemeClr val="dk1"/>
                          </a:solidFill>
                          <a:latin typeface="Segoe UI"/>
                        </a:defRPr>
                      </a:lvl6pPr>
                      <a:lvl7pPr marL="2743090" algn="l" defTabSz="914363" rtl="0" eaLnBrk="1" latinLnBrk="0" hangingPunct="1">
                        <a:defRPr sz="1800" kern="1200">
                          <a:solidFill>
                            <a:schemeClr val="dk1"/>
                          </a:solidFill>
                          <a:latin typeface="Segoe UI"/>
                        </a:defRPr>
                      </a:lvl7pPr>
                      <a:lvl8pPr marL="3200272" algn="l" defTabSz="914363" rtl="0" eaLnBrk="1" latinLnBrk="0" hangingPunct="1">
                        <a:defRPr sz="1800" kern="1200">
                          <a:solidFill>
                            <a:schemeClr val="dk1"/>
                          </a:solidFill>
                          <a:latin typeface="Segoe UI"/>
                        </a:defRPr>
                      </a:lvl8pPr>
                      <a:lvl9pPr marL="3657454" algn="l" defTabSz="914363" rtl="0" eaLnBrk="1" latinLnBrk="0" hangingPunct="1">
                        <a:defRPr sz="1800" kern="1200">
                          <a:solidFill>
                            <a:schemeClr val="dk1"/>
                          </a:solidFill>
                          <a:latin typeface="Segoe UI"/>
                        </a:defRPr>
                      </a:lvl9pPr>
                    </a:lstStyle>
                    <a:p>
                      <a:r>
                        <a:rPr lang="en-US" sz="2500" dirty="0"/>
                        <a:t>Medium(A2)</a:t>
                      </a:r>
                      <a:endParaRPr lang="en-US" sz="2500" dirty="0">
                        <a:solidFill>
                          <a:schemeClr val="tx2">
                            <a:lumMod val="75000"/>
                            <a:alpha val="99000"/>
                          </a:schemeClr>
                        </a:solidFill>
                      </a:endParaRPr>
                    </a:p>
                  </a:txBody>
                  <a:tcPr marL="121888" marR="121888" marT="60944" marB="60944" anchor="ctr">
                    <a:lnL w="12700" cmpd="sng">
                      <a:solidFill>
                        <a:srgbClr val="00BCF2"/>
                      </a:solidFill>
                    </a:lnL>
                    <a:lnR>
                      <a:noFill/>
                    </a:lnR>
                    <a:lnT w="12700" cmpd="sng">
                      <a:solidFill>
                        <a:srgbClr val="00BCF2"/>
                      </a:solidFill>
                    </a:lnT>
                    <a:lnB w="12700" cmpd="sng">
                      <a:solidFill>
                        <a:srgbClr val="00BCF2"/>
                      </a:solidFill>
                    </a:lnB>
                    <a:lnTlToBr w="12700" cmpd="sng">
                      <a:noFill/>
                      <a:prstDash val="solid"/>
                    </a:lnTlToBr>
                    <a:lnBlToTr w="12700" cmpd="sng">
                      <a:noFill/>
                      <a:prstDash val="solid"/>
                    </a:lnBlToTr>
                    <a:solidFill>
                      <a:srgbClr val="00BCF2">
                        <a:tint val="20000"/>
                      </a:srgbClr>
                    </a:solidFill>
                  </a:tcPr>
                </a:tc>
                <a:tc>
                  <a:txBody>
                    <a:bodyPr/>
                    <a:lstStyle>
                      <a:lvl1pPr marL="0" algn="l" defTabSz="914363" rtl="0" eaLnBrk="1" latinLnBrk="0" hangingPunct="1">
                        <a:defRPr sz="1800" kern="1200">
                          <a:solidFill>
                            <a:schemeClr val="dk1"/>
                          </a:solidFill>
                          <a:latin typeface="Segoe UI"/>
                        </a:defRPr>
                      </a:lvl1pPr>
                      <a:lvl2pPr marL="457182" algn="l" defTabSz="914363" rtl="0" eaLnBrk="1" latinLnBrk="0" hangingPunct="1">
                        <a:defRPr sz="1800" kern="1200">
                          <a:solidFill>
                            <a:schemeClr val="dk1"/>
                          </a:solidFill>
                          <a:latin typeface="Segoe UI"/>
                        </a:defRPr>
                      </a:lvl2pPr>
                      <a:lvl3pPr marL="914363" algn="l" defTabSz="914363" rtl="0" eaLnBrk="1" latinLnBrk="0" hangingPunct="1">
                        <a:defRPr sz="1800" kern="1200">
                          <a:solidFill>
                            <a:schemeClr val="dk1"/>
                          </a:solidFill>
                          <a:latin typeface="Segoe UI"/>
                        </a:defRPr>
                      </a:lvl3pPr>
                      <a:lvl4pPr marL="1371545" algn="l" defTabSz="914363" rtl="0" eaLnBrk="1" latinLnBrk="0" hangingPunct="1">
                        <a:defRPr sz="1800" kern="1200">
                          <a:solidFill>
                            <a:schemeClr val="dk1"/>
                          </a:solidFill>
                          <a:latin typeface="Segoe UI"/>
                        </a:defRPr>
                      </a:lvl4pPr>
                      <a:lvl5pPr marL="1828727" algn="l" defTabSz="914363" rtl="0" eaLnBrk="1" latinLnBrk="0" hangingPunct="1">
                        <a:defRPr sz="1800" kern="1200">
                          <a:solidFill>
                            <a:schemeClr val="dk1"/>
                          </a:solidFill>
                          <a:latin typeface="Segoe UI"/>
                        </a:defRPr>
                      </a:lvl5pPr>
                      <a:lvl6pPr marL="2285909" algn="l" defTabSz="914363" rtl="0" eaLnBrk="1" latinLnBrk="0" hangingPunct="1">
                        <a:defRPr sz="1800" kern="1200">
                          <a:solidFill>
                            <a:schemeClr val="dk1"/>
                          </a:solidFill>
                          <a:latin typeface="Segoe UI"/>
                        </a:defRPr>
                      </a:lvl6pPr>
                      <a:lvl7pPr marL="2743090" algn="l" defTabSz="914363" rtl="0" eaLnBrk="1" latinLnBrk="0" hangingPunct="1">
                        <a:defRPr sz="1800" kern="1200">
                          <a:solidFill>
                            <a:schemeClr val="dk1"/>
                          </a:solidFill>
                          <a:latin typeface="Segoe UI"/>
                        </a:defRPr>
                      </a:lvl7pPr>
                      <a:lvl8pPr marL="3200272" algn="l" defTabSz="914363" rtl="0" eaLnBrk="1" latinLnBrk="0" hangingPunct="1">
                        <a:defRPr sz="1800" kern="1200">
                          <a:solidFill>
                            <a:schemeClr val="dk1"/>
                          </a:solidFill>
                          <a:latin typeface="Segoe UI"/>
                        </a:defRPr>
                      </a:lvl8pPr>
                      <a:lvl9pPr marL="3657454" algn="l" defTabSz="914363" rtl="0" eaLnBrk="1" latinLnBrk="0" hangingPunct="1">
                        <a:defRPr sz="1800" kern="1200">
                          <a:solidFill>
                            <a:schemeClr val="dk1"/>
                          </a:solidFill>
                          <a:latin typeface="Segoe UI"/>
                        </a:defRPr>
                      </a:lvl9pPr>
                    </a:lstStyle>
                    <a:p>
                      <a:r>
                        <a:rPr lang="en-US" sz="2500" dirty="0"/>
                        <a:t>2</a:t>
                      </a:r>
                      <a:endParaRPr lang="en-US" sz="2500" dirty="0">
                        <a:solidFill>
                          <a:schemeClr val="tx2">
                            <a:lumMod val="75000"/>
                            <a:alpha val="99000"/>
                          </a:schemeClr>
                        </a:solidFill>
                      </a:endParaRPr>
                    </a:p>
                  </a:txBody>
                  <a:tcPr marL="121888" marR="121888" marT="60944" marB="60944" anchor="ctr">
                    <a:lnL>
                      <a:noFill/>
                    </a:lnL>
                    <a:lnR>
                      <a:noFill/>
                    </a:lnR>
                    <a:lnT w="12700" cmpd="sng">
                      <a:solidFill>
                        <a:srgbClr val="00BCF2"/>
                      </a:solidFill>
                    </a:lnT>
                    <a:lnB w="12700" cmpd="sng">
                      <a:solidFill>
                        <a:srgbClr val="00BCF2"/>
                      </a:solidFill>
                    </a:lnB>
                    <a:lnTlToBr w="12700" cmpd="sng">
                      <a:noFill/>
                      <a:prstDash val="solid"/>
                    </a:lnTlToBr>
                    <a:lnBlToTr w="12700" cmpd="sng">
                      <a:noFill/>
                      <a:prstDash val="solid"/>
                    </a:lnBlToTr>
                    <a:solidFill>
                      <a:srgbClr val="00BCF2">
                        <a:tint val="20000"/>
                      </a:srgbClr>
                    </a:solidFill>
                  </a:tcPr>
                </a:tc>
                <a:tc>
                  <a:txBody>
                    <a:bodyPr/>
                    <a:lstStyle>
                      <a:lvl1pPr marL="0" algn="l" defTabSz="914363" rtl="0" eaLnBrk="1" latinLnBrk="0" hangingPunct="1">
                        <a:defRPr sz="1800" kern="1200">
                          <a:solidFill>
                            <a:schemeClr val="dk1"/>
                          </a:solidFill>
                          <a:latin typeface="Segoe UI"/>
                        </a:defRPr>
                      </a:lvl1pPr>
                      <a:lvl2pPr marL="457182" algn="l" defTabSz="914363" rtl="0" eaLnBrk="1" latinLnBrk="0" hangingPunct="1">
                        <a:defRPr sz="1800" kern="1200">
                          <a:solidFill>
                            <a:schemeClr val="dk1"/>
                          </a:solidFill>
                          <a:latin typeface="Segoe UI"/>
                        </a:defRPr>
                      </a:lvl2pPr>
                      <a:lvl3pPr marL="914363" algn="l" defTabSz="914363" rtl="0" eaLnBrk="1" latinLnBrk="0" hangingPunct="1">
                        <a:defRPr sz="1800" kern="1200">
                          <a:solidFill>
                            <a:schemeClr val="dk1"/>
                          </a:solidFill>
                          <a:latin typeface="Segoe UI"/>
                        </a:defRPr>
                      </a:lvl3pPr>
                      <a:lvl4pPr marL="1371545" algn="l" defTabSz="914363" rtl="0" eaLnBrk="1" latinLnBrk="0" hangingPunct="1">
                        <a:defRPr sz="1800" kern="1200">
                          <a:solidFill>
                            <a:schemeClr val="dk1"/>
                          </a:solidFill>
                          <a:latin typeface="Segoe UI"/>
                        </a:defRPr>
                      </a:lvl4pPr>
                      <a:lvl5pPr marL="1828727" algn="l" defTabSz="914363" rtl="0" eaLnBrk="1" latinLnBrk="0" hangingPunct="1">
                        <a:defRPr sz="1800" kern="1200">
                          <a:solidFill>
                            <a:schemeClr val="dk1"/>
                          </a:solidFill>
                          <a:latin typeface="Segoe UI"/>
                        </a:defRPr>
                      </a:lvl5pPr>
                      <a:lvl6pPr marL="2285909" algn="l" defTabSz="914363" rtl="0" eaLnBrk="1" latinLnBrk="0" hangingPunct="1">
                        <a:defRPr sz="1800" kern="1200">
                          <a:solidFill>
                            <a:schemeClr val="dk1"/>
                          </a:solidFill>
                          <a:latin typeface="Segoe UI"/>
                        </a:defRPr>
                      </a:lvl6pPr>
                      <a:lvl7pPr marL="2743090" algn="l" defTabSz="914363" rtl="0" eaLnBrk="1" latinLnBrk="0" hangingPunct="1">
                        <a:defRPr sz="1800" kern="1200">
                          <a:solidFill>
                            <a:schemeClr val="dk1"/>
                          </a:solidFill>
                          <a:latin typeface="Segoe UI"/>
                        </a:defRPr>
                      </a:lvl7pPr>
                      <a:lvl8pPr marL="3200272" algn="l" defTabSz="914363" rtl="0" eaLnBrk="1" latinLnBrk="0" hangingPunct="1">
                        <a:defRPr sz="1800" kern="1200">
                          <a:solidFill>
                            <a:schemeClr val="dk1"/>
                          </a:solidFill>
                          <a:latin typeface="Segoe UI"/>
                        </a:defRPr>
                      </a:lvl8pPr>
                      <a:lvl9pPr marL="3657454" algn="l" defTabSz="914363" rtl="0" eaLnBrk="1" latinLnBrk="0" hangingPunct="1">
                        <a:defRPr sz="1800" kern="1200">
                          <a:solidFill>
                            <a:schemeClr val="dk1"/>
                          </a:solidFill>
                          <a:latin typeface="Segoe UI"/>
                        </a:defRPr>
                      </a:lvl9pPr>
                    </a:lstStyle>
                    <a:p>
                      <a:r>
                        <a:rPr lang="en-US" sz="2500" dirty="0"/>
                        <a:t>3.5 GB</a:t>
                      </a:r>
                      <a:endParaRPr lang="en-US" sz="2500" dirty="0">
                        <a:solidFill>
                          <a:schemeClr val="tx2">
                            <a:lumMod val="75000"/>
                            <a:alpha val="99000"/>
                          </a:schemeClr>
                        </a:solidFill>
                      </a:endParaRPr>
                    </a:p>
                  </a:txBody>
                  <a:tcPr marL="121888" marR="121888" marT="60944" marB="60944" anchor="ctr">
                    <a:lnL>
                      <a:noFill/>
                    </a:lnL>
                    <a:lnR>
                      <a:noFill/>
                    </a:lnR>
                    <a:lnT w="12700" cmpd="sng">
                      <a:solidFill>
                        <a:srgbClr val="00BCF2"/>
                      </a:solidFill>
                    </a:lnT>
                    <a:lnB w="12700" cmpd="sng">
                      <a:solidFill>
                        <a:srgbClr val="00BCF2"/>
                      </a:solidFill>
                    </a:lnB>
                    <a:lnTlToBr w="12700" cmpd="sng">
                      <a:noFill/>
                      <a:prstDash val="solid"/>
                    </a:lnTlToBr>
                    <a:lnBlToTr w="12700" cmpd="sng">
                      <a:noFill/>
                      <a:prstDash val="solid"/>
                    </a:lnBlToTr>
                    <a:solidFill>
                      <a:srgbClr val="00BCF2">
                        <a:tint val="20000"/>
                      </a:srgbClr>
                    </a:solidFill>
                  </a:tcPr>
                </a:tc>
                <a:extLst>
                  <a:ext uri="{0D108BD9-81ED-4DB2-BD59-A6C34878D82A}">
                    <a16:rowId xmlns:a16="http://schemas.microsoft.com/office/drawing/2014/main" val="10003"/>
                  </a:ext>
                </a:extLst>
              </a:tr>
              <a:tr h="398274">
                <a:tc>
                  <a:txBody>
                    <a:bodyPr/>
                    <a:lstStyle>
                      <a:lvl1pPr marL="0" algn="l" defTabSz="914363" rtl="0" eaLnBrk="1" latinLnBrk="0" hangingPunct="1">
                        <a:defRPr sz="1800" kern="1200">
                          <a:solidFill>
                            <a:schemeClr val="dk1"/>
                          </a:solidFill>
                          <a:latin typeface="Segoe UI"/>
                        </a:defRPr>
                      </a:lvl1pPr>
                      <a:lvl2pPr marL="457182" algn="l" defTabSz="914363" rtl="0" eaLnBrk="1" latinLnBrk="0" hangingPunct="1">
                        <a:defRPr sz="1800" kern="1200">
                          <a:solidFill>
                            <a:schemeClr val="dk1"/>
                          </a:solidFill>
                          <a:latin typeface="Segoe UI"/>
                        </a:defRPr>
                      </a:lvl2pPr>
                      <a:lvl3pPr marL="914363" algn="l" defTabSz="914363" rtl="0" eaLnBrk="1" latinLnBrk="0" hangingPunct="1">
                        <a:defRPr sz="1800" kern="1200">
                          <a:solidFill>
                            <a:schemeClr val="dk1"/>
                          </a:solidFill>
                          <a:latin typeface="Segoe UI"/>
                        </a:defRPr>
                      </a:lvl3pPr>
                      <a:lvl4pPr marL="1371545" algn="l" defTabSz="914363" rtl="0" eaLnBrk="1" latinLnBrk="0" hangingPunct="1">
                        <a:defRPr sz="1800" kern="1200">
                          <a:solidFill>
                            <a:schemeClr val="dk1"/>
                          </a:solidFill>
                          <a:latin typeface="Segoe UI"/>
                        </a:defRPr>
                      </a:lvl4pPr>
                      <a:lvl5pPr marL="1828727" algn="l" defTabSz="914363" rtl="0" eaLnBrk="1" latinLnBrk="0" hangingPunct="1">
                        <a:defRPr sz="1800" kern="1200">
                          <a:solidFill>
                            <a:schemeClr val="dk1"/>
                          </a:solidFill>
                          <a:latin typeface="Segoe UI"/>
                        </a:defRPr>
                      </a:lvl5pPr>
                      <a:lvl6pPr marL="2285909" algn="l" defTabSz="914363" rtl="0" eaLnBrk="1" latinLnBrk="0" hangingPunct="1">
                        <a:defRPr sz="1800" kern="1200">
                          <a:solidFill>
                            <a:schemeClr val="dk1"/>
                          </a:solidFill>
                          <a:latin typeface="Segoe UI"/>
                        </a:defRPr>
                      </a:lvl6pPr>
                      <a:lvl7pPr marL="2743090" algn="l" defTabSz="914363" rtl="0" eaLnBrk="1" latinLnBrk="0" hangingPunct="1">
                        <a:defRPr sz="1800" kern="1200">
                          <a:solidFill>
                            <a:schemeClr val="dk1"/>
                          </a:solidFill>
                          <a:latin typeface="Segoe UI"/>
                        </a:defRPr>
                      </a:lvl7pPr>
                      <a:lvl8pPr marL="3200272" algn="l" defTabSz="914363" rtl="0" eaLnBrk="1" latinLnBrk="0" hangingPunct="1">
                        <a:defRPr sz="1800" kern="1200">
                          <a:solidFill>
                            <a:schemeClr val="dk1"/>
                          </a:solidFill>
                          <a:latin typeface="Segoe UI"/>
                        </a:defRPr>
                      </a:lvl8pPr>
                      <a:lvl9pPr marL="3657454" algn="l" defTabSz="914363" rtl="0" eaLnBrk="1" latinLnBrk="0" hangingPunct="1">
                        <a:defRPr sz="1800" kern="1200">
                          <a:solidFill>
                            <a:schemeClr val="dk1"/>
                          </a:solidFill>
                          <a:latin typeface="Segoe UI"/>
                        </a:defRPr>
                      </a:lvl9pPr>
                    </a:lstStyle>
                    <a:p>
                      <a:r>
                        <a:rPr lang="en-US" sz="2500" dirty="0"/>
                        <a:t>Large(A3)</a:t>
                      </a:r>
                      <a:endParaRPr lang="en-US" sz="2500" dirty="0">
                        <a:solidFill>
                          <a:schemeClr val="tx2">
                            <a:lumMod val="75000"/>
                            <a:alpha val="99000"/>
                          </a:schemeClr>
                        </a:solidFill>
                      </a:endParaRPr>
                    </a:p>
                  </a:txBody>
                  <a:tcPr marL="121888" marR="121888" marT="60944" marB="60944" anchor="ctr">
                    <a:lnL w="12700" cmpd="sng">
                      <a:solidFill>
                        <a:srgbClr val="00BCF2"/>
                      </a:solidFill>
                    </a:lnL>
                    <a:lnR>
                      <a:noFill/>
                    </a:lnR>
                    <a:lnT w="12700" cmpd="sng">
                      <a:solidFill>
                        <a:srgbClr val="00BCF2"/>
                      </a:solidFill>
                    </a:lnT>
                    <a:lnB w="12700" cmpd="sng">
                      <a:solidFill>
                        <a:srgbClr val="00BCF2"/>
                      </a:solidFill>
                    </a:lnB>
                    <a:lnTlToBr w="12700" cmpd="sng">
                      <a:noFill/>
                      <a:prstDash val="solid"/>
                    </a:lnTlToBr>
                    <a:lnBlToTr w="12700" cmpd="sng">
                      <a:noFill/>
                      <a:prstDash val="solid"/>
                    </a:lnBlToTr>
                    <a:solidFill>
                      <a:srgbClr val="FFFFFF"/>
                    </a:solidFill>
                  </a:tcPr>
                </a:tc>
                <a:tc>
                  <a:txBody>
                    <a:bodyPr/>
                    <a:lstStyle>
                      <a:lvl1pPr marL="0" algn="l" defTabSz="914363" rtl="0" eaLnBrk="1" latinLnBrk="0" hangingPunct="1">
                        <a:defRPr sz="1800" kern="1200">
                          <a:solidFill>
                            <a:schemeClr val="dk1"/>
                          </a:solidFill>
                          <a:latin typeface="Segoe UI"/>
                        </a:defRPr>
                      </a:lvl1pPr>
                      <a:lvl2pPr marL="457182" algn="l" defTabSz="914363" rtl="0" eaLnBrk="1" latinLnBrk="0" hangingPunct="1">
                        <a:defRPr sz="1800" kern="1200">
                          <a:solidFill>
                            <a:schemeClr val="dk1"/>
                          </a:solidFill>
                          <a:latin typeface="Segoe UI"/>
                        </a:defRPr>
                      </a:lvl2pPr>
                      <a:lvl3pPr marL="914363" algn="l" defTabSz="914363" rtl="0" eaLnBrk="1" latinLnBrk="0" hangingPunct="1">
                        <a:defRPr sz="1800" kern="1200">
                          <a:solidFill>
                            <a:schemeClr val="dk1"/>
                          </a:solidFill>
                          <a:latin typeface="Segoe UI"/>
                        </a:defRPr>
                      </a:lvl3pPr>
                      <a:lvl4pPr marL="1371545" algn="l" defTabSz="914363" rtl="0" eaLnBrk="1" latinLnBrk="0" hangingPunct="1">
                        <a:defRPr sz="1800" kern="1200">
                          <a:solidFill>
                            <a:schemeClr val="dk1"/>
                          </a:solidFill>
                          <a:latin typeface="Segoe UI"/>
                        </a:defRPr>
                      </a:lvl4pPr>
                      <a:lvl5pPr marL="1828727" algn="l" defTabSz="914363" rtl="0" eaLnBrk="1" latinLnBrk="0" hangingPunct="1">
                        <a:defRPr sz="1800" kern="1200">
                          <a:solidFill>
                            <a:schemeClr val="dk1"/>
                          </a:solidFill>
                          <a:latin typeface="Segoe UI"/>
                        </a:defRPr>
                      </a:lvl5pPr>
                      <a:lvl6pPr marL="2285909" algn="l" defTabSz="914363" rtl="0" eaLnBrk="1" latinLnBrk="0" hangingPunct="1">
                        <a:defRPr sz="1800" kern="1200">
                          <a:solidFill>
                            <a:schemeClr val="dk1"/>
                          </a:solidFill>
                          <a:latin typeface="Segoe UI"/>
                        </a:defRPr>
                      </a:lvl6pPr>
                      <a:lvl7pPr marL="2743090" algn="l" defTabSz="914363" rtl="0" eaLnBrk="1" latinLnBrk="0" hangingPunct="1">
                        <a:defRPr sz="1800" kern="1200">
                          <a:solidFill>
                            <a:schemeClr val="dk1"/>
                          </a:solidFill>
                          <a:latin typeface="Segoe UI"/>
                        </a:defRPr>
                      </a:lvl7pPr>
                      <a:lvl8pPr marL="3200272" algn="l" defTabSz="914363" rtl="0" eaLnBrk="1" latinLnBrk="0" hangingPunct="1">
                        <a:defRPr sz="1800" kern="1200">
                          <a:solidFill>
                            <a:schemeClr val="dk1"/>
                          </a:solidFill>
                          <a:latin typeface="Segoe UI"/>
                        </a:defRPr>
                      </a:lvl8pPr>
                      <a:lvl9pPr marL="3657454" algn="l" defTabSz="914363" rtl="0" eaLnBrk="1" latinLnBrk="0" hangingPunct="1">
                        <a:defRPr sz="1800" kern="1200">
                          <a:solidFill>
                            <a:schemeClr val="dk1"/>
                          </a:solidFill>
                          <a:latin typeface="Segoe UI"/>
                        </a:defRPr>
                      </a:lvl9pPr>
                    </a:lstStyle>
                    <a:p>
                      <a:r>
                        <a:rPr lang="en-US" sz="2500" dirty="0"/>
                        <a:t>4</a:t>
                      </a:r>
                      <a:endParaRPr lang="en-US" sz="2500" dirty="0">
                        <a:solidFill>
                          <a:schemeClr val="tx2">
                            <a:lumMod val="75000"/>
                            <a:alpha val="99000"/>
                          </a:schemeClr>
                        </a:solidFill>
                      </a:endParaRPr>
                    </a:p>
                  </a:txBody>
                  <a:tcPr marL="121888" marR="121888" marT="60944" marB="60944" anchor="ctr">
                    <a:lnL>
                      <a:noFill/>
                    </a:lnL>
                    <a:lnR>
                      <a:noFill/>
                    </a:lnR>
                    <a:lnT w="12700" cmpd="sng">
                      <a:solidFill>
                        <a:srgbClr val="00BCF2"/>
                      </a:solidFill>
                    </a:lnT>
                    <a:lnB w="12700" cmpd="sng">
                      <a:solidFill>
                        <a:srgbClr val="00BCF2"/>
                      </a:solidFill>
                    </a:lnB>
                    <a:lnTlToBr w="12700" cmpd="sng">
                      <a:noFill/>
                      <a:prstDash val="solid"/>
                    </a:lnTlToBr>
                    <a:lnBlToTr w="12700" cmpd="sng">
                      <a:noFill/>
                      <a:prstDash val="solid"/>
                    </a:lnBlToTr>
                    <a:solidFill>
                      <a:srgbClr val="FFFFFF"/>
                    </a:solidFill>
                  </a:tcPr>
                </a:tc>
                <a:tc>
                  <a:txBody>
                    <a:bodyPr/>
                    <a:lstStyle>
                      <a:lvl1pPr marL="0" algn="l" defTabSz="914363" rtl="0" eaLnBrk="1" latinLnBrk="0" hangingPunct="1">
                        <a:defRPr sz="1800" kern="1200">
                          <a:solidFill>
                            <a:schemeClr val="dk1"/>
                          </a:solidFill>
                          <a:latin typeface="Segoe UI"/>
                        </a:defRPr>
                      </a:lvl1pPr>
                      <a:lvl2pPr marL="457182" algn="l" defTabSz="914363" rtl="0" eaLnBrk="1" latinLnBrk="0" hangingPunct="1">
                        <a:defRPr sz="1800" kern="1200">
                          <a:solidFill>
                            <a:schemeClr val="dk1"/>
                          </a:solidFill>
                          <a:latin typeface="Segoe UI"/>
                        </a:defRPr>
                      </a:lvl2pPr>
                      <a:lvl3pPr marL="914363" algn="l" defTabSz="914363" rtl="0" eaLnBrk="1" latinLnBrk="0" hangingPunct="1">
                        <a:defRPr sz="1800" kern="1200">
                          <a:solidFill>
                            <a:schemeClr val="dk1"/>
                          </a:solidFill>
                          <a:latin typeface="Segoe UI"/>
                        </a:defRPr>
                      </a:lvl3pPr>
                      <a:lvl4pPr marL="1371545" algn="l" defTabSz="914363" rtl="0" eaLnBrk="1" latinLnBrk="0" hangingPunct="1">
                        <a:defRPr sz="1800" kern="1200">
                          <a:solidFill>
                            <a:schemeClr val="dk1"/>
                          </a:solidFill>
                          <a:latin typeface="Segoe UI"/>
                        </a:defRPr>
                      </a:lvl4pPr>
                      <a:lvl5pPr marL="1828727" algn="l" defTabSz="914363" rtl="0" eaLnBrk="1" latinLnBrk="0" hangingPunct="1">
                        <a:defRPr sz="1800" kern="1200">
                          <a:solidFill>
                            <a:schemeClr val="dk1"/>
                          </a:solidFill>
                          <a:latin typeface="Segoe UI"/>
                        </a:defRPr>
                      </a:lvl5pPr>
                      <a:lvl6pPr marL="2285909" algn="l" defTabSz="914363" rtl="0" eaLnBrk="1" latinLnBrk="0" hangingPunct="1">
                        <a:defRPr sz="1800" kern="1200">
                          <a:solidFill>
                            <a:schemeClr val="dk1"/>
                          </a:solidFill>
                          <a:latin typeface="Segoe UI"/>
                        </a:defRPr>
                      </a:lvl6pPr>
                      <a:lvl7pPr marL="2743090" algn="l" defTabSz="914363" rtl="0" eaLnBrk="1" latinLnBrk="0" hangingPunct="1">
                        <a:defRPr sz="1800" kern="1200">
                          <a:solidFill>
                            <a:schemeClr val="dk1"/>
                          </a:solidFill>
                          <a:latin typeface="Segoe UI"/>
                        </a:defRPr>
                      </a:lvl7pPr>
                      <a:lvl8pPr marL="3200272" algn="l" defTabSz="914363" rtl="0" eaLnBrk="1" latinLnBrk="0" hangingPunct="1">
                        <a:defRPr sz="1800" kern="1200">
                          <a:solidFill>
                            <a:schemeClr val="dk1"/>
                          </a:solidFill>
                          <a:latin typeface="Segoe UI"/>
                        </a:defRPr>
                      </a:lvl8pPr>
                      <a:lvl9pPr marL="3657454" algn="l" defTabSz="914363" rtl="0" eaLnBrk="1" latinLnBrk="0" hangingPunct="1">
                        <a:defRPr sz="1800" kern="1200">
                          <a:solidFill>
                            <a:schemeClr val="dk1"/>
                          </a:solidFill>
                          <a:latin typeface="Segoe UI"/>
                        </a:defRPr>
                      </a:lvl9pPr>
                    </a:lstStyle>
                    <a:p>
                      <a:r>
                        <a:rPr lang="en-US" sz="2500" dirty="0"/>
                        <a:t>7 GB</a:t>
                      </a:r>
                      <a:endParaRPr lang="en-US" sz="2500" dirty="0">
                        <a:solidFill>
                          <a:schemeClr val="tx2">
                            <a:lumMod val="75000"/>
                            <a:alpha val="99000"/>
                          </a:schemeClr>
                        </a:solidFill>
                      </a:endParaRPr>
                    </a:p>
                  </a:txBody>
                  <a:tcPr marL="121888" marR="121888" marT="60944" marB="60944" anchor="ctr">
                    <a:lnL>
                      <a:noFill/>
                    </a:lnL>
                    <a:lnR>
                      <a:noFill/>
                    </a:lnR>
                    <a:lnT w="12700" cmpd="sng">
                      <a:solidFill>
                        <a:srgbClr val="00BCF2"/>
                      </a:solidFill>
                    </a:lnT>
                    <a:lnB w="12700" cmpd="sng">
                      <a:solidFill>
                        <a:srgbClr val="00BCF2"/>
                      </a:solid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4"/>
                  </a:ext>
                </a:extLst>
              </a:tr>
              <a:tr h="513213">
                <a:tc>
                  <a:txBody>
                    <a:bodyPr/>
                    <a:lstStyle>
                      <a:lvl1pPr marL="0" algn="l" defTabSz="914363" rtl="0" eaLnBrk="1" latinLnBrk="0" hangingPunct="1">
                        <a:defRPr sz="1800" kern="1200">
                          <a:solidFill>
                            <a:schemeClr val="dk1"/>
                          </a:solidFill>
                          <a:latin typeface="Segoe UI"/>
                        </a:defRPr>
                      </a:lvl1pPr>
                      <a:lvl2pPr marL="457182" algn="l" defTabSz="914363" rtl="0" eaLnBrk="1" latinLnBrk="0" hangingPunct="1">
                        <a:defRPr sz="1800" kern="1200">
                          <a:solidFill>
                            <a:schemeClr val="dk1"/>
                          </a:solidFill>
                          <a:latin typeface="Segoe UI"/>
                        </a:defRPr>
                      </a:lvl2pPr>
                      <a:lvl3pPr marL="914363" algn="l" defTabSz="914363" rtl="0" eaLnBrk="1" latinLnBrk="0" hangingPunct="1">
                        <a:defRPr sz="1800" kern="1200">
                          <a:solidFill>
                            <a:schemeClr val="dk1"/>
                          </a:solidFill>
                          <a:latin typeface="Segoe UI"/>
                        </a:defRPr>
                      </a:lvl3pPr>
                      <a:lvl4pPr marL="1371545" algn="l" defTabSz="914363" rtl="0" eaLnBrk="1" latinLnBrk="0" hangingPunct="1">
                        <a:defRPr sz="1800" kern="1200">
                          <a:solidFill>
                            <a:schemeClr val="dk1"/>
                          </a:solidFill>
                          <a:latin typeface="Segoe UI"/>
                        </a:defRPr>
                      </a:lvl4pPr>
                      <a:lvl5pPr marL="1828727" algn="l" defTabSz="914363" rtl="0" eaLnBrk="1" latinLnBrk="0" hangingPunct="1">
                        <a:defRPr sz="1800" kern="1200">
                          <a:solidFill>
                            <a:schemeClr val="dk1"/>
                          </a:solidFill>
                          <a:latin typeface="Segoe UI"/>
                        </a:defRPr>
                      </a:lvl5pPr>
                      <a:lvl6pPr marL="2285909" algn="l" defTabSz="914363" rtl="0" eaLnBrk="1" latinLnBrk="0" hangingPunct="1">
                        <a:defRPr sz="1800" kern="1200">
                          <a:solidFill>
                            <a:schemeClr val="dk1"/>
                          </a:solidFill>
                          <a:latin typeface="Segoe UI"/>
                        </a:defRPr>
                      </a:lvl6pPr>
                      <a:lvl7pPr marL="2743090" algn="l" defTabSz="914363" rtl="0" eaLnBrk="1" latinLnBrk="0" hangingPunct="1">
                        <a:defRPr sz="1800" kern="1200">
                          <a:solidFill>
                            <a:schemeClr val="dk1"/>
                          </a:solidFill>
                          <a:latin typeface="Segoe UI"/>
                        </a:defRPr>
                      </a:lvl7pPr>
                      <a:lvl8pPr marL="3200272" algn="l" defTabSz="914363" rtl="0" eaLnBrk="1" latinLnBrk="0" hangingPunct="1">
                        <a:defRPr sz="1800" kern="1200">
                          <a:solidFill>
                            <a:schemeClr val="dk1"/>
                          </a:solidFill>
                          <a:latin typeface="Segoe UI"/>
                        </a:defRPr>
                      </a:lvl8pPr>
                      <a:lvl9pPr marL="3657454" algn="l" defTabSz="914363" rtl="0" eaLnBrk="1" latinLnBrk="0" hangingPunct="1">
                        <a:defRPr sz="1800" kern="1200">
                          <a:solidFill>
                            <a:schemeClr val="dk1"/>
                          </a:solidFill>
                          <a:latin typeface="Segoe UI"/>
                        </a:defRPr>
                      </a:lvl9pPr>
                    </a:lstStyle>
                    <a:p>
                      <a:r>
                        <a:rPr lang="en-US" sz="2500" dirty="0"/>
                        <a:t>Extra Large(A4)</a:t>
                      </a:r>
                      <a:endParaRPr lang="en-US" sz="2500" dirty="0">
                        <a:solidFill>
                          <a:schemeClr val="tx2">
                            <a:lumMod val="75000"/>
                            <a:alpha val="99000"/>
                          </a:schemeClr>
                        </a:solidFill>
                      </a:endParaRPr>
                    </a:p>
                  </a:txBody>
                  <a:tcPr marL="121888" marR="121888" marT="60944" marB="60944" anchor="ctr">
                    <a:lnL w="12700" cmpd="sng">
                      <a:solidFill>
                        <a:srgbClr val="00BCF2"/>
                      </a:solidFill>
                    </a:lnL>
                    <a:lnR>
                      <a:noFill/>
                    </a:lnR>
                    <a:lnT w="12700" cmpd="sng">
                      <a:solidFill>
                        <a:srgbClr val="00BCF2"/>
                      </a:solidFill>
                    </a:lnT>
                    <a:lnB w="12700" cmpd="sng">
                      <a:solidFill>
                        <a:srgbClr val="00BCF2"/>
                      </a:solidFill>
                    </a:lnB>
                    <a:lnTlToBr w="12700" cmpd="sng">
                      <a:noFill/>
                      <a:prstDash val="solid"/>
                    </a:lnTlToBr>
                    <a:lnBlToTr w="12700" cmpd="sng">
                      <a:noFill/>
                      <a:prstDash val="solid"/>
                    </a:lnBlToTr>
                    <a:solidFill>
                      <a:srgbClr val="00BCF2">
                        <a:tint val="20000"/>
                      </a:srgbClr>
                    </a:solidFill>
                  </a:tcPr>
                </a:tc>
                <a:tc>
                  <a:txBody>
                    <a:bodyPr/>
                    <a:lstStyle>
                      <a:lvl1pPr marL="0" algn="l" defTabSz="914363" rtl="0" eaLnBrk="1" latinLnBrk="0" hangingPunct="1">
                        <a:defRPr sz="1800" kern="1200">
                          <a:solidFill>
                            <a:schemeClr val="dk1"/>
                          </a:solidFill>
                          <a:latin typeface="Segoe UI"/>
                        </a:defRPr>
                      </a:lvl1pPr>
                      <a:lvl2pPr marL="457182" algn="l" defTabSz="914363" rtl="0" eaLnBrk="1" latinLnBrk="0" hangingPunct="1">
                        <a:defRPr sz="1800" kern="1200">
                          <a:solidFill>
                            <a:schemeClr val="dk1"/>
                          </a:solidFill>
                          <a:latin typeface="Segoe UI"/>
                        </a:defRPr>
                      </a:lvl2pPr>
                      <a:lvl3pPr marL="914363" algn="l" defTabSz="914363" rtl="0" eaLnBrk="1" latinLnBrk="0" hangingPunct="1">
                        <a:defRPr sz="1800" kern="1200">
                          <a:solidFill>
                            <a:schemeClr val="dk1"/>
                          </a:solidFill>
                          <a:latin typeface="Segoe UI"/>
                        </a:defRPr>
                      </a:lvl3pPr>
                      <a:lvl4pPr marL="1371545" algn="l" defTabSz="914363" rtl="0" eaLnBrk="1" latinLnBrk="0" hangingPunct="1">
                        <a:defRPr sz="1800" kern="1200">
                          <a:solidFill>
                            <a:schemeClr val="dk1"/>
                          </a:solidFill>
                          <a:latin typeface="Segoe UI"/>
                        </a:defRPr>
                      </a:lvl4pPr>
                      <a:lvl5pPr marL="1828727" algn="l" defTabSz="914363" rtl="0" eaLnBrk="1" latinLnBrk="0" hangingPunct="1">
                        <a:defRPr sz="1800" kern="1200">
                          <a:solidFill>
                            <a:schemeClr val="dk1"/>
                          </a:solidFill>
                          <a:latin typeface="Segoe UI"/>
                        </a:defRPr>
                      </a:lvl5pPr>
                      <a:lvl6pPr marL="2285909" algn="l" defTabSz="914363" rtl="0" eaLnBrk="1" latinLnBrk="0" hangingPunct="1">
                        <a:defRPr sz="1800" kern="1200">
                          <a:solidFill>
                            <a:schemeClr val="dk1"/>
                          </a:solidFill>
                          <a:latin typeface="Segoe UI"/>
                        </a:defRPr>
                      </a:lvl6pPr>
                      <a:lvl7pPr marL="2743090" algn="l" defTabSz="914363" rtl="0" eaLnBrk="1" latinLnBrk="0" hangingPunct="1">
                        <a:defRPr sz="1800" kern="1200">
                          <a:solidFill>
                            <a:schemeClr val="dk1"/>
                          </a:solidFill>
                          <a:latin typeface="Segoe UI"/>
                        </a:defRPr>
                      </a:lvl7pPr>
                      <a:lvl8pPr marL="3200272" algn="l" defTabSz="914363" rtl="0" eaLnBrk="1" latinLnBrk="0" hangingPunct="1">
                        <a:defRPr sz="1800" kern="1200">
                          <a:solidFill>
                            <a:schemeClr val="dk1"/>
                          </a:solidFill>
                          <a:latin typeface="Segoe UI"/>
                        </a:defRPr>
                      </a:lvl8pPr>
                      <a:lvl9pPr marL="3657454" algn="l" defTabSz="914363" rtl="0" eaLnBrk="1" latinLnBrk="0" hangingPunct="1">
                        <a:defRPr sz="1800" kern="1200">
                          <a:solidFill>
                            <a:schemeClr val="dk1"/>
                          </a:solidFill>
                          <a:latin typeface="Segoe UI"/>
                        </a:defRPr>
                      </a:lvl9pPr>
                    </a:lstStyle>
                    <a:p>
                      <a:r>
                        <a:rPr lang="en-US" sz="2500" dirty="0"/>
                        <a:t>8</a:t>
                      </a:r>
                      <a:endParaRPr lang="en-US" sz="2500" dirty="0">
                        <a:solidFill>
                          <a:schemeClr val="tx2">
                            <a:lumMod val="75000"/>
                            <a:alpha val="99000"/>
                          </a:schemeClr>
                        </a:solidFill>
                      </a:endParaRPr>
                    </a:p>
                  </a:txBody>
                  <a:tcPr marL="121888" marR="121888" marT="60944" marB="60944" anchor="ctr">
                    <a:lnL>
                      <a:noFill/>
                    </a:lnL>
                    <a:lnR>
                      <a:noFill/>
                    </a:lnR>
                    <a:lnT w="12700" cmpd="sng">
                      <a:solidFill>
                        <a:srgbClr val="00BCF2"/>
                      </a:solidFill>
                    </a:lnT>
                    <a:lnB w="12700" cmpd="sng">
                      <a:solidFill>
                        <a:srgbClr val="00BCF2"/>
                      </a:solidFill>
                    </a:lnB>
                    <a:lnTlToBr w="12700" cmpd="sng">
                      <a:noFill/>
                      <a:prstDash val="solid"/>
                    </a:lnTlToBr>
                    <a:lnBlToTr w="12700" cmpd="sng">
                      <a:noFill/>
                      <a:prstDash val="solid"/>
                    </a:lnBlToTr>
                    <a:solidFill>
                      <a:srgbClr val="00BCF2">
                        <a:tint val="20000"/>
                      </a:srgbClr>
                    </a:solidFill>
                  </a:tcPr>
                </a:tc>
                <a:tc>
                  <a:txBody>
                    <a:bodyPr/>
                    <a:lstStyle>
                      <a:lvl1pPr marL="0" algn="l" defTabSz="914363" rtl="0" eaLnBrk="1" latinLnBrk="0" hangingPunct="1">
                        <a:defRPr sz="1800" kern="1200">
                          <a:solidFill>
                            <a:schemeClr val="dk1"/>
                          </a:solidFill>
                          <a:latin typeface="Segoe UI"/>
                        </a:defRPr>
                      </a:lvl1pPr>
                      <a:lvl2pPr marL="457182" algn="l" defTabSz="914363" rtl="0" eaLnBrk="1" latinLnBrk="0" hangingPunct="1">
                        <a:defRPr sz="1800" kern="1200">
                          <a:solidFill>
                            <a:schemeClr val="dk1"/>
                          </a:solidFill>
                          <a:latin typeface="Segoe UI"/>
                        </a:defRPr>
                      </a:lvl2pPr>
                      <a:lvl3pPr marL="914363" algn="l" defTabSz="914363" rtl="0" eaLnBrk="1" latinLnBrk="0" hangingPunct="1">
                        <a:defRPr sz="1800" kern="1200">
                          <a:solidFill>
                            <a:schemeClr val="dk1"/>
                          </a:solidFill>
                          <a:latin typeface="Segoe UI"/>
                        </a:defRPr>
                      </a:lvl3pPr>
                      <a:lvl4pPr marL="1371545" algn="l" defTabSz="914363" rtl="0" eaLnBrk="1" latinLnBrk="0" hangingPunct="1">
                        <a:defRPr sz="1800" kern="1200">
                          <a:solidFill>
                            <a:schemeClr val="dk1"/>
                          </a:solidFill>
                          <a:latin typeface="Segoe UI"/>
                        </a:defRPr>
                      </a:lvl4pPr>
                      <a:lvl5pPr marL="1828727" algn="l" defTabSz="914363" rtl="0" eaLnBrk="1" latinLnBrk="0" hangingPunct="1">
                        <a:defRPr sz="1800" kern="1200">
                          <a:solidFill>
                            <a:schemeClr val="dk1"/>
                          </a:solidFill>
                          <a:latin typeface="Segoe UI"/>
                        </a:defRPr>
                      </a:lvl5pPr>
                      <a:lvl6pPr marL="2285909" algn="l" defTabSz="914363" rtl="0" eaLnBrk="1" latinLnBrk="0" hangingPunct="1">
                        <a:defRPr sz="1800" kern="1200">
                          <a:solidFill>
                            <a:schemeClr val="dk1"/>
                          </a:solidFill>
                          <a:latin typeface="Segoe UI"/>
                        </a:defRPr>
                      </a:lvl6pPr>
                      <a:lvl7pPr marL="2743090" algn="l" defTabSz="914363" rtl="0" eaLnBrk="1" latinLnBrk="0" hangingPunct="1">
                        <a:defRPr sz="1800" kern="1200">
                          <a:solidFill>
                            <a:schemeClr val="dk1"/>
                          </a:solidFill>
                          <a:latin typeface="Segoe UI"/>
                        </a:defRPr>
                      </a:lvl7pPr>
                      <a:lvl8pPr marL="3200272" algn="l" defTabSz="914363" rtl="0" eaLnBrk="1" latinLnBrk="0" hangingPunct="1">
                        <a:defRPr sz="1800" kern="1200">
                          <a:solidFill>
                            <a:schemeClr val="dk1"/>
                          </a:solidFill>
                          <a:latin typeface="Segoe UI"/>
                        </a:defRPr>
                      </a:lvl8pPr>
                      <a:lvl9pPr marL="3657454" algn="l" defTabSz="914363" rtl="0" eaLnBrk="1" latinLnBrk="0" hangingPunct="1">
                        <a:defRPr sz="1800" kern="1200">
                          <a:solidFill>
                            <a:schemeClr val="dk1"/>
                          </a:solidFill>
                          <a:latin typeface="Segoe UI"/>
                        </a:defRPr>
                      </a:lvl9pPr>
                    </a:lstStyle>
                    <a:p>
                      <a:r>
                        <a:rPr lang="en-US" sz="2500" dirty="0"/>
                        <a:t>14 GB</a:t>
                      </a:r>
                      <a:endParaRPr lang="en-US" sz="2500" dirty="0">
                        <a:solidFill>
                          <a:schemeClr val="tx2">
                            <a:lumMod val="75000"/>
                            <a:alpha val="99000"/>
                          </a:schemeClr>
                        </a:solidFill>
                      </a:endParaRPr>
                    </a:p>
                  </a:txBody>
                  <a:tcPr marL="121888" marR="121888" marT="60944" marB="60944" anchor="ctr">
                    <a:lnL>
                      <a:noFill/>
                    </a:lnL>
                    <a:lnR>
                      <a:noFill/>
                    </a:lnR>
                    <a:lnT w="12700" cmpd="sng">
                      <a:solidFill>
                        <a:srgbClr val="00BCF2"/>
                      </a:solidFill>
                    </a:lnT>
                    <a:lnB w="12700" cmpd="sng">
                      <a:solidFill>
                        <a:srgbClr val="00BCF2"/>
                      </a:solidFill>
                    </a:lnB>
                    <a:lnTlToBr w="12700" cmpd="sng">
                      <a:noFill/>
                      <a:prstDash val="solid"/>
                    </a:lnTlToBr>
                    <a:lnBlToTr w="12700" cmpd="sng">
                      <a:noFill/>
                      <a:prstDash val="solid"/>
                    </a:lnBlToTr>
                    <a:solidFill>
                      <a:srgbClr val="00BCF2">
                        <a:tint val="20000"/>
                      </a:srgbClr>
                    </a:solidFill>
                  </a:tcPr>
                </a:tc>
                <a:extLst>
                  <a:ext uri="{0D108BD9-81ED-4DB2-BD59-A6C34878D82A}">
                    <a16:rowId xmlns:a16="http://schemas.microsoft.com/office/drawing/2014/main" val="10005"/>
                  </a:ext>
                </a:extLst>
              </a:tr>
              <a:tr h="398274">
                <a:tc>
                  <a:txBody>
                    <a:bodyPr/>
                    <a:lstStyle>
                      <a:lvl1pPr marL="0" algn="l" defTabSz="914363" rtl="0" eaLnBrk="1" latinLnBrk="0" hangingPunct="1">
                        <a:defRPr sz="1800" kern="1200">
                          <a:solidFill>
                            <a:schemeClr val="dk1"/>
                          </a:solidFill>
                          <a:latin typeface="Segoe UI"/>
                        </a:defRPr>
                      </a:lvl1pPr>
                      <a:lvl2pPr marL="457182" algn="l" defTabSz="914363" rtl="0" eaLnBrk="1" latinLnBrk="0" hangingPunct="1">
                        <a:defRPr sz="1800" kern="1200">
                          <a:solidFill>
                            <a:schemeClr val="dk1"/>
                          </a:solidFill>
                          <a:latin typeface="Segoe UI"/>
                        </a:defRPr>
                      </a:lvl2pPr>
                      <a:lvl3pPr marL="914363" algn="l" defTabSz="914363" rtl="0" eaLnBrk="1" latinLnBrk="0" hangingPunct="1">
                        <a:defRPr sz="1800" kern="1200">
                          <a:solidFill>
                            <a:schemeClr val="dk1"/>
                          </a:solidFill>
                          <a:latin typeface="Segoe UI"/>
                        </a:defRPr>
                      </a:lvl3pPr>
                      <a:lvl4pPr marL="1371545" algn="l" defTabSz="914363" rtl="0" eaLnBrk="1" latinLnBrk="0" hangingPunct="1">
                        <a:defRPr sz="1800" kern="1200">
                          <a:solidFill>
                            <a:schemeClr val="dk1"/>
                          </a:solidFill>
                          <a:latin typeface="Segoe UI"/>
                        </a:defRPr>
                      </a:lvl4pPr>
                      <a:lvl5pPr marL="1828727" algn="l" defTabSz="914363" rtl="0" eaLnBrk="1" latinLnBrk="0" hangingPunct="1">
                        <a:defRPr sz="1800" kern="1200">
                          <a:solidFill>
                            <a:schemeClr val="dk1"/>
                          </a:solidFill>
                          <a:latin typeface="Segoe UI"/>
                        </a:defRPr>
                      </a:lvl5pPr>
                      <a:lvl6pPr marL="2285909" algn="l" defTabSz="914363" rtl="0" eaLnBrk="1" latinLnBrk="0" hangingPunct="1">
                        <a:defRPr sz="1800" kern="1200">
                          <a:solidFill>
                            <a:schemeClr val="dk1"/>
                          </a:solidFill>
                          <a:latin typeface="Segoe UI"/>
                        </a:defRPr>
                      </a:lvl6pPr>
                      <a:lvl7pPr marL="2743090" algn="l" defTabSz="914363" rtl="0" eaLnBrk="1" latinLnBrk="0" hangingPunct="1">
                        <a:defRPr sz="1800" kern="1200">
                          <a:solidFill>
                            <a:schemeClr val="dk1"/>
                          </a:solidFill>
                          <a:latin typeface="Segoe UI"/>
                        </a:defRPr>
                      </a:lvl7pPr>
                      <a:lvl8pPr marL="3200272" algn="l" defTabSz="914363" rtl="0" eaLnBrk="1" latinLnBrk="0" hangingPunct="1">
                        <a:defRPr sz="1800" kern="1200">
                          <a:solidFill>
                            <a:schemeClr val="dk1"/>
                          </a:solidFill>
                          <a:latin typeface="Segoe UI"/>
                        </a:defRPr>
                      </a:lvl8pPr>
                      <a:lvl9pPr marL="3657454" algn="l" defTabSz="914363" rtl="0" eaLnBrk="1" latinLnBrk="0" hangingPunct="1">
                        <a:defRPr sz="1800" kern="1200">
                          <a:solidFill>
                            <a:schemeClr val="dk1"/>
                          </a:solidFill>
                          <a:latin typeface="Segoe UI"/>
                        </a:defRPr>
                      </a:lvl9pPr>
                    </a:lstStyle>
                    <a:p>
                      <a:r>
                        <a:rPr lang="en-US" altLang="zh-CN" sz="2500" kern="1200" dirty="0">
                          <a:solidFill>
                            <a:schemeClr val="dk1"/>
                          </a:solidFill>
                          <a:latin typeface="+mn-lt"/>
                          <a:ea typeface="+mn-ea"/>
                          <a:cs typeface="+mn-cs"/>
                        </a:rPr>
                        <a:t>A5</a:t>
                      </a:r>
                      <a:endParaRPr lang="en-US" sz="2500" kern="1200" dirty="0">
                        <a:solidFill>
                          <a:schemeClr val="dk1"/>
                        </a:solidFill>
                        <a:latin typeface="+mn-lt"/>
                        <a:ea typeface="+mn-ea"/>
                        <a:cs typeface="+mn-cs"/>
                      </a:endParaRPr>
                    </a:p>
                  </a:txBody>
                  <a:tcPr marL="121888" marR="121888" marT="60944" marB="60944" anchor="ctr">
                    <a:lnL w="12700" cmpd="sng">
                      <a:solidFill>
                        <a:srgbClr val="00BCF2"/>
                      </a:solidFill>
                    </a:lnL>
                    <a:lnR>
                      <a:noFill/>
                    </a:lnR>
                    <a:lnT w="12700" cmpd="sng">
                      <a:solidFill>
                        <a:srgbClr val="00BCF2"/>
                      </a:solidFill>
                    </a:lnT>
                    <a:lnB w="12700" cmpd="sng">
                      <a:solidFill>
                        <a:srgbClr val="00BCF2"/>
                      </a:solidFill>
                    </a:lnB>
                    <a:lnTlToBr w="12700" cmpd="sng">
                      <a:noFill/>
                      <a:prstDash val="solid"/>
                    </a:lnTlToBr>
                    <a:lnBlToTr w="12700" cmpd="sng">
                      <a:noFill/>
                      <a:prstDash val="solid"/>
                    </a:lnBlToTr>
                    <a:solidFill>
                      <a:srgbClr val="FFFFFF"/>
                    </a:solidFill>
                  </a:tcPr>
                </a:tc>
                <a:tc>
                  <a:txBody>
                    <a:bodyPr/>
                    <a:lstStyle>
                      <a:lvl1pPr marL="0" algn="l" defTabSz="914363" rtl="0" eaLnBrk="1" latinLnBrk="0" hangingPunct="1">
                        <a:defRPr sz="1800" kern="1200">
                          <a:solidFill>
                            <a:schemeClr val="dk1"/>
                          </a:solidFill>
                          <a:latin typeface="Segoe UI"/>
                        </a:defRPr>
                      </a:lvl1pPr>
                      <a:lvl2pPr marL="457182" algn="l" defTabSz="914363" rtl="0" eaLnBrk="1" latinLnBrk="0" hangingPunct="1">
                        <a:defRPr sz="1800" kern="1200">
                          <a:solidFill>
                            <a:schemeClr val="dk1"/>
                          </a:solidFill>
                          <a:latin typeface="Segoe UI"/>
                        </a:defRPr>
                      </a:lvl2pPr>
                      <a:lvl3pPr marL="914363" algn="l" defTabSz="914363" rtl="0" eaLnBrk="1" latinLnBrk="0" hangingPunct="1">
                        <a:defRPr sz="1800" kern="1200">
                          <a:solidFill>
                            <a:schemeClr val="dk1"/>
                          </a:solidFill>
                          <a:latin typeface="Segoe UI"/>
                        </a:defRPr>
                      </a:lvl3pPr>
                      <a:lvl4pPr marL="1371545" algn="l" defTabSz="914363" rtl="0" eaLnBrk="1" latinLnBrk="0" hangingPunct="1">
                        <a:defRPr sz="1800" kern="1200">
                          <a:solidFill>
                            <a:schemeClr val="dk1"/>
                          </a:solidFill>
                          <a:latin typeface="Segoe UI"/>
                        </a:defRPr>
                      </a:lvl4pPr>
                      <a:lvl5pPr marL="1828727" algn="l" defTabSz="914363" rtl="0" eaLnBrk="1" latinLnBrk="0" hangingPunct="1">
                        <a:defRPr sz="1800" kern="1200">
                          <a:solidFill>
                            <a:schemeClr val="dk1"/>
                          </a:solidFill>
                          <a:latin typeface="Segoe UI"/>
                        </a:defRPr>
                      </a:lvl5pPr>
                      <a:lvl6pPr marL="2285909" algn="l" defTabSz="914363" rtl="0" eaLnBrk="1" latinLnBrk="0" hangingPunct="1">
                        <a:defRPr sz="1800" kern="1200">
                          <a:solidFill>
                            <a:schemeClr val="dk1"/>
                          </a:solidFill>
                          <a:latin typeface="Segoe UI"/>
                        </a:defRPr>
                      </a:lvl6pPr>
                      <a:lvl7pPr marL="2743090" algn="l" defTabSz="914363" rtl="0" eaLnBrk="1" latinLnBrk="0" hangingPunct="1">
                        <a:defRPr sz="1800" kern="1200">
                          <a:solidFill>
                            <a:schemeClr val="dk1"/>
                          </a:solidFill>
                          <a:latin typeface="Segoe UI"/>
                        </a:defRPr>
                      </a:lvl7pPr>
                      <a:lvl8pPr marL="3200272" algn="l" defTabSz="914363" rtl="0" eaLnBrk="1" latinLnBrk="0" hangingPunct="1">
                        <a:defRPr sz="1800" kern="1200">
                          <a:solidFill>
                            <a:schemeClr val="dk1"/>
                          </a:solidFill>
                          <a:latin typeface="Segoe UI"/>
                        </a:defRPr>
                      </a:lvl8pPr>
                      <a:lvl9pPr marL="3657454" algn="l" defTabSz="914363" rtl="0" eaLnBrk="1" latinLnBrk="0" hangingPunct="1">
                        <a:defRPr sz="1800" kern="1200">
                          <a:solidFill>
                            <a:schemeClr val="dk1"/>
                          </a:solidFill>
                          <a:latin typeface="Segoe UI"/>
                        </a:defRPr>
                      </a:lvl9pPr>
                    </a:lstStyle>
                    <a:p>
                      <a:r>
                        <a:rPr lang="en-US" sz="2500" kern="1200" dirty="0">
                          <a:solidFill>
                            <a:schemeClr val="dk1"/>
                          </a:solidFill>
                          <a:latin typeface="+mn-lt"/>
                          <a:ea typeface="+mn-ea"/>
                          <a:cs typeface="+mn-cs"/>
                        </a:rPr>
                        <a:t>2</a:t>
                      </a:r>
                    </a:p>
                  </a:txBody>
                  <a:tcPr marL="121888" marR="121888" marT="60944" marB="60944" anchor="ctr">
                    <a:lnL>
                      <a:noFill/>
                    </a:lnL>
                    <a:lnR>
                      <a:noFill/>
                    </a:lnR>
                    <a:lnT w="12700" cmpd="sng">
                      <a:solidFill>
                        <a:srgbClr val="00BCF2"/>
                      </a:solidFill>
                    </a:lnT>
                    <a:lnB w="12700" cmpd="sng">
                      <a:solidFill>
                        <a:srgbClr val="00BCF2"/>
                      </a:solidFill>
                    </a:lnB>
                    <a:lnTlToBr w="12700" cmpd="sng">
                      <a:noFill/>
                      <a:prstDash val="solid"/>
                    </a:lnTlToBr>
                    <a:lnBlToTr w="12700" cmpd="sng">
                      <a:noFill/>
                      <a:prstDash val="solid"/>
                    </a:lnBlToTr>
                    <a:solidFill>
                      <a:srgbClr val="FFFFFF"/>
                    </a:solidFill>
                  </a:tcPr>
                </a:tc>
                <a:tc>
                  <a:txBody>
                    <a:bodyPr/>
                    <a:lstStyle>
                      <a:lvl1pPr marL="0" algn="l" defTabSz="914363" rtl="0" eaLnBrk="1" latinLnBrk="0" hangingPunct="1">
                        <a:defRPr sz="1800" kern="1200">
                          <a:solidFill>
                            <a:schemeClr val="dk1"/>
                          </a:solidFill>
                          <a:latin typeface="Segoe UI"/>
                        </a:defRPr>
                      </a:lvl1pPr>
                      <a:lvl2pPr marL="457182" algn="l" defTabSz="914363" rtl="0" eaLnBrk="1" latinLnBrk="0" hangingPunct="1">
                        <a:defRPr sz="1800" kern="1200">
                          <a:solidFill>
                            <a:schemeClr val="dk1"/>
                          </a:solidFill>
                          <a:latin typeface="Segoe UI"/>
                        </a:defRPr>
                      </a:lvl2pPr>
                      <a:lvl3pPr marL="914363" algn="l" defTabSz="914363" rtl="0" eaLnBrk="1" latinLnBrk="0" hangingPunct="1">
                        <a:defRPr sz="1800" kern="1200">
                          <a:solidFill>
                            <a:schemeClr val="dk1"/>
                          </a:solidFill>
                          <a:latin typeface="Segoe UI"/>
                        </a:defRPr>
                      </a:lvl3pPr>
                      <a:lvl4pPr marL="1371545" algn="l" defTabSz="914363" rtl="0" eaLnBrk="1" latinLnBrk="0" hangingPunct="1">
                        <a:defRPr sz="1800" kern="1200">
                          <a:solidFill>
                            <a:schemeClr val="dk1"/>
                          </a:solidFill>
                          <a:latin typeface="Segoe UI"/>
                        </a:defRPr>
                      </a:lvl4pPr>
                      <a:lvl5pPr marL="1828727" algn="l" defTabSz="914363" rtl="0" eaLnBrk="1" latinLnBrk="0" hangingPunct="1">
                        <a:defRPr sz="1800" kern="1200">
                          <a:solidFill>
                            <a:schemeClr val="dk1"/>
                          </a:solidFill>
                          <a:latin typeface="Segoe UI"/>
                        </a:defRPr>
                      </a:lvl5pPr>
                      <a:lvl6pPr marL="2285909" algn="l" defTabSz="914363" rtl="0" eaLnBrk="1" latinLnBrk="0" hangingPunct="1">
                        <a:defRPr sz="1800" kern="1200">
                          <a:solidFill>
                            <a:schemeClr val="dk1"/>
                          </a:solidFill>
                          <a:latin typeface="Segoe UI"/>
                        </a:defRPr>
                      </a:lvl6pPr>
                      <a:lvl7pPr marL="2743090" algn="l" defTabSz="914363" rtl="0" eaLnBrk="1" latinLnBrk="0" hangingPunct="1">
                        <a:defRPr sz="1800" kern="1200">
                          <a:solidFill>
                            <a:schemeClr val="dk1"/>
                          </a:solidFill>
                          <a:latin typeface="Segoe UI"/>
                        </a:defRPr>
                      </a:lvl7pPr>
                      <a:lvl8pPr marL="3200272" algn="l" defTabSz="914363" rtl="0" eaLnBrk="1" latinLnBrk="0" hangingPunct="1">
                        <a:defRPr sz="1800" kern="1200">
                          <a:solidFill>
                            <a:schemeClr val="dk1"/>
                          </a:solidFill>
                          <a:latin typeface="Segoe UI"/>
                        </a:defRPr>
                      </a:lvl8pPr>
                      <a:lvl9pPr marL="3657454" algn="l" defTabSz="914363" rtl="0" eaLnBrk="1" latinLnBrk="0" hangingPunct="1">
                        <a:defRPr sz="1800" kern="1200">
                          <a:solidFill>
                            <a:schemeClr val="dk1"/>
                          </a:solidFill>
                          <a:latin typeface="Segoe UI"/>
                        </a:defRPr>
                      </a:lvl9pPr>
                    </a:lstStyle>
                    <a:p>
                      <a:r>
                        <a:rPr lang="en-US" sz="2500" kern="1200" dirty="0">
                          <a:solidFill>
                            <a:schemeClr val="dk1"/>
                          </a:solidFill>
                          <a:latin typeface="+mn-lt"/>
                          <a:ea typeface="+mn-ea"/>
                          <a:cs typeface="+mn-cs"/>
                        </a:rPr>
                        <a:t>14GB</a:t>
                      </a:r>
                    </a:p>
                  </a:txBody>
                  <a:tcPr marL="121888" marR="121888" marT="60944" marB="60944" anchor="ctr">
                    <a:lnL>
                      <a:noFill/>
                    </a:lnL>
                    <a:lnR>
                      <a:noFill/>
                    </a:lnR>
                    <a:lnT w="12700" cmpd="sng">
                      <a:solidFill>
                        <a:srgbClr val="00BCF2"/>
                      </a:solidFill>
                    </a:lnT>
                    <a:lnB w="12700" cmpd="sng">
                      <a:solidFill>
                        <a:srgbClr val="00BCF2"/>
                      </a:solid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6"/>
                  </a:ext>
                </a:extLst>
              </a:tr>
              <a:tr h="398274">
                <a:tc>
                  <a:txBody>
                    <a:bodyPr/>
                    <a:lstStyle>
                      <a:lvl1pPr marL="0" algn="l" defTabSz="914363" rtl="0" eaLnBrk="1" latinLnBrk="0" hangingPunct="1">
                        <a:defRPr sz="1800" kern="1200">
                          <a:solidFill>
                            <a:schemeClr val="dk1"/>
                          </a:solidFill>
                          <a:latin typeface="Segoe UI"/>
                        </a:defRPr>
                      </a:lvl1pPr>
                      <a:lvl2pPr marL="457182" algn="l" defTabSz="914363" rtl="0" eaLnBrk="1" latinLnBrk="0" hangingPunct="1">
                        <a:defRPr sz="1800" kern="1200">
                          <a:solidFill>
                            <a:schemeClr val="dk1"/>
                          </a:solidFill>
                          <a:latin typeface="Segoe UI"/>
                        </a:defRPr>
                      </a:lvl2pPr>
                      <a:lvl3pPr marL="914363" algn="l" defTabSz="914363" rtl="0" eaLnBrk="1" latinLnBrk="0" hangingPunct="1">
                        <a:defRPr sz="1800" kern="1200">
                          <a:solidFill>
                            <a:schemeClr val="dk1"/>
                          </a:solidFill>
                          <a:latin typeface="Segoe UI"/>
                        </a:defRPr>
                      </a:lvl3pPr>
                      <a:lvl4pPr marL="1371545" algn="l" defTabSz="914363" rtl="0" eaLnBrk="1" latinLnBrk="0" hangingPunct="1">
                        <a:defRPr sz="1800" kern="1200">
                          <a:solidFill>
                            <a:schemeClr val="dk1"/>
                          </a:solidFill>
                          <a:latin typeface="Segoe UI"/>
                        </a:defRPr>
                      </a:lvl4pPr>
                      <a:lvl5pPr marL="1828727" algn="l" defTabSz="914363" rtl="0" eaLnBrk="1" latinLnBrk="0" hangingPunct="1">
                        <a:defRPr sz="1800" kern="1200">
                          <a:solidFill>
                            <a:schemeClr val="dk1"/>
                          </a:solidFill>
                          <a:latin typeface="Segoe UI"/>
                        </a:defRPr>
                      </a:lvl5pPr>
                      <a:lvl6pPr marL="2285909" algn="l" defTabSz="914363" rtl="0" eaLnBrk="1" latinLnBrk="0" hangingPunct="1">
                        <a:defRPr sz="1800" kern="1200">
                          <a:solidFill>
                            <a:schemeClr val="dk1"/>
                          </a:solidFill>
                          <a:latin typeface="Segoe UI"/>
                        </a:defRPr>
                      </a:lvl6pPr>
                      <a:lvl7pPr marL="2743090" algn="l" defTabSz="914363" rtl="0" eaLnBrk="1" latinLnBrk="0" hangingPunct="1">
                        <a:defRPr sz="1800" kern="1200">
                          <a:solidFill>
                            <a:schemeClr val="dk1"/>
                          </a:solidFill>
                          <a:latin typeface="Segoe UI"/>
                        </a:defRPr>
                      </a:lvl7pPr>
                      <a:lvl8pPr marL="3200272" algn="l" defTabSz="914363" rtl="0" eaLnBrk="1" latinLnBrk="0" hangingPunct="1">
                        <a:defRPr sz="1800" kern="1200">
                          <a:solidFill>
                            <a:schemeClr val="dk1"/>
                          </a:solidFill>
                          <a:latin typeface="Segoe UI"/>
                        </a:defRPr>
                      </a:lvl8pPr>
                      <a:lvl9pPr marL="3657454" algn="l" defTabSz="914363" rtl="0" eaLnBrk="1" latinLnBrk="0" hangingPunct="1">
                        <a:defRPr sz="1800" kern="1200">
                          <a:solidFill>
                            <a:schemeClr val="dk1"/>
                          </a:solidFill>
                          <a:latin typeface="Segoe UI"/>
                        </a:defRPr>
                      </a:lvl9pPr>
                    </a:lstStyle>
                    <a:p>
                      <a:r>
                        <a:rPr lang="en-US" altLang="zh-CN" sz="2500" kern="1200" dirty="0">
                          <a:solidFill>
                            <a:schemeClr val="dk1"/>
                          </a:solidFill>
                          <a:latin typeface="+mn-lt"/>
                          <a:ea typeface="+mn-ea"/>
                          <a:cs typeface="+mn-cs"/>
                        </a:rPr>
                        <a:t>A6</a:t>
                      </a:r>
                      <a:endParaRPr lang="en-US" sz="2500" kern="1200" dirty="0">
                        <a:solidFill>
                          <a:schemeClr val="dk1"/>
                        </a:solidFill>
                        <a:latin typeface="+mn-lt"/>
                        <a:ea typeface="+mn-ea"/>
                        <a:cs typeface="+mn-cs"/>
                      </a:endParaRPr>
                    </a:p>
                  </a:txBody>
                  <a:tcPr marL="121888" marR="121888" marT="60944" marB="60944" anchor="ctr">
                    <a:lnL w="12700" cmpd="sng">
                      <a:solidFill>
                        <a:srgbClr val="00BCF2"/>
                      </a:solidFill>
                    </a:lnL>
                    <a:lnR>
                      <a:noFill/>
                    </a:lnR>
                    <a:lnT w="12700" cmpd="sng">
                      <a:solidFill>
                        <a:srgbClr val="00BCF2"/>
                      </a:solidFill>
                    </a:lnT>
                    <a:lnB w="12700" cmpd="sng">
                      <a:solidFill>
                        <a:srgbClr val="00BCF2"/>
                      </a:solidFill>
                    </a:lnB>
                    <a:lnTlToBr w="12700" cmpd="sng">
                      <a:noFill/>
                      <a:prstDash val="solid"/>
                    </a:lnTlToBr>
                    <a:lnBlToTr w="12700" cmpd="sng">
                      <a:noFill/>
                      <a:prstDash val="solid"/>
                    </a:lnBlToTr>
                    <a:solidFill>
                      <a:srgbClr val="00BCF2">
                        <a:tint val="20000"/>
                      </a:srgbClr>
                    </a:solidFill>
                  </a:tcPr>
                </a:tc>
                <a:tc>
                  <a:txBody>
                    <a:bodyPr/>
                    <a:lstStyle>
                      <a:lvl1pPr marL="0" algn="l" defTabSz="914363" rtl="0" eaLnBrk="1" latinLnBrk="0" hangingPunct="1">
                        <a:defRPr sz="1800" kern="1200">
                          <a:solidFill>
                            <a:schemeClr val="dk1"/>
                          </a:solidFill>
                          <a:latin typeface="Segoe UI"/>
                        </a:defRPr>
                      </a:lvl1pPr>
                      <a:lvl2pPr marL="457182" algn="l" defTabSz="914363" rtl="0" eaLnBrk="1" latinLnBrk="0" hangingPunct="1">
                        <a:defRPr sz="1800" kern="1200">
                          <a:solidFill>
                            <a:schemeClr val="dk1"/>
                          </a:solidFill>
                          <a:latin typeface="Segoe UI"/>
                        </a:defRPr>
                      </a:lvl2pPr>
                      <a:lvl3pPr marL="914363" algn="l" defTabSz="914363" rtl="0" eaLnBrk="1" latinLnBrk="0" hangingPunct="1">
                        <a:defRPr sz="1800" kern="1200">
                          <a:solidFill>
                            <a:schemeClr val="dk1"/>
                          </a:solidFill>
                          <a:latin typeface="Segoe UI"/>
                        </a:defRPr>
                      </a:lvl3pPr>
                      <a:lvl4pPr marL="1371545" algn="l" defTabSz="914363" rtl="0" eaLnBrk="1" latinLnBrk="0" hangingPunct="1">
                        <a:defRPr sz="1800" kern="1200">
                          <a:solidFill>
                            <a:schemeClr val="dk1"/>
                          </a:solidFill>
                          <a:latin typeface="Segoe UI"/>
                        </a:defRPr>
                      </a:lvl4pPr>
                      <a:lvl5pPr marL="1828727" algn="l" defTabSz="914363" rtl="0" eaLnBrk="1" latinLnBrk="0" hangingPunct="1">
                        <a:defRPr sz="1800" kern="1200">
                          <a:solidFill>
                            <a:schemeClr val="dk1"/>
                          </a:solidFill>
                          <a:latin typeface="Segoe UI"/>
                        </a:defRPr>
                      </a:lvl5pPr>
                      <a:lvl6pPr marL="2285909" algn="l" defTabSz="914363" rtl="0" eaLnBrk="1" latinLnBrk="0" hangingPunct="1">
                        <a:defRPr sz="1800" kern="1200">
                          <a:solidFill>
                            <a:schemeClr val="dk1"/>
                          </a:solidFill>
                          <a:latin typeface="Segoe UI"/>
                        </a:defRPr>
                      </a:lvl6pPr>
                      <a:lvl7pPr marL="2743090" algn="l" defTabSz="914363" rtl="0" eaLnBrk="1" latinLnBrk="0" hangingPunct="1">
                        <a:defRPr sz="1800" kern="1200">
                          <a:solidFill>
                            <a:schemeClr val="dk1"/>
                          </a:solidFill>
                          <a:latin typeface="Segoe UI"/>
                        </a:defRPr>
                      </a:lvl7pPr>
                      <a:lvl8pPr marL="3200272" algn="l" defTabSz="914363" rtl="0" eaLnBrk="1" latinLnBrk="0" hangingPunct="1">
                        <a:defRPr sz="1800" kern="1200">
                          <a:solidFill>
                            <a:schemeClr val="dk1"/>
                          </a:solidFill>
                          <a:latin typeface="Segoe UI"/>
                        </a:defRPr>
                      </a:lvl8pPr>
                      <a:lvl9pPr marL="3657454" algn="l" defTabSz="914363" rtl="0" eaLnBrk="1" latinLnBrk="0" hangingPunct="1">
                        <a:defRPr sz="1800" kern="1200">
                          <a:solidFill>
                            <a:schemeClr val="dk1"/>
                          </a:solidFill>
                          <a:latin typeface="Segoe UI"/>
                        </a:defRPr>
                      </a:lvl9pPr>
                    </a:lstStyle>
                    <a:p>
                      <a:r>
                        <a:rPr lang="en-US" sz="2500" kern="1200" dirty="0">
                          <a:solidFill>
                            <a:schemeClr val="dk1"/>
                          </a:solidFill>
                          <a:latin typeface="+mn-lt"/>
                          <a:ea typeface="+mn-ea"/>
                          <a:cs typeface="+mn-cs"/>
                        </a:rPr>
                        <a:t>4</a:t>
                      </a:r>
                    </a:p>
                  </a:txBody>
                  <a:tcPr marL="121888" marR="121888" marT="60944" marB="60944" anchor="ctr">
                    <a:lnL>
                      <a:noFill/>
                    </a:lnL>
                    <a:lnR>
                      <a:noFill/>
                    </a:lnR>
                    <a:lnT w="12700" cmpd="sng">
                      <a:solidFill>
                        <a:srgbClr val="00BCF2"/>
                      </a:solidFill>
                    </a:lnT>
                    <a:lnB w="12700" cmpd="sng">
                      <a:solidFill>
                        <a:srgbClr val="00BCF2"/>
                      </a:solidFill>
                    </a:lnB>
                    <a:lnTlToBr w="12700" cmpd="sng">
                      <a:noFill/>
                      <a:prstDash val="solid"/>
                    </a:lnTlToBr>
                    <a:lnBlToTr w="12700" cmpd="sng">
                      <a:noFill/>
                      <a:prstDash val="solid"/>
                    </a:lnBlToTr>
                    <a:solidFill>
                      <a:srgbClr val="00BCF2">
                        <a:tint val="20000"/>
                      </a:srgbClr>
                    </a:solidFill>
                  </a:tcPr>
                </a:tc>
                <a:tc>
                  <a:txBody>
                    <a:bodyPr/>
                    <a:lstStyle>
                      <a:lvl1pPr marL="0" algn="l" defTabSz="914363" rtl="0" eaLnBrk="1" latinLnBrk="0" hangingPunct="1">
                        <a:defRPr sz="1800" kern="1200">
                          <a:solidFill>
                            <a:schemeClr val="dk1"/>
                          </a:solidFill>
                          <a:latin typeface="Segoe UI"/>
                        </a:defRPr>
                      </a:lvl1pPr>
                      <a:lvl2pPr marL="457182" algn="l" defTabSz="914363" rtl="0" eaLnBrk="1" latinLnBrk="0" hangingPunct="1">
                        <a:defRPr sz="1800" kern="1200">
                          <a:solidFill>
                            <a:schemeClr val="dk1"/>
                          </a:solidFill>
                          <a:latin typeface="Segoe UI"/>
                        </a:defRPr>
                      </a:lvl2pPr>
                      <a:lvl3pPr marL="914363" algn="l" defTabSz="914363" rtl="0" eaLnBrk="1" latinLnBrk="0" hangingPunct="1">
                        <a:defRPr sz="1800" kern="1200">
                          <a:solidFill>
                            <a:schemeClr val="dk1"/>
                          </a:solidFill>
                          <a:latin typeface="Segoe UI"/>
                        </a:defRPr>
                      </a:lvl3pPr>
                      <a:lvl4pPr marL="1371545" algn="l" defTabSz="914363" rtl="0" eaLnBrk="1" latinLnBrk="0" hangingPunct="1">
                        <a:defRPr sz="1800" kern="1200">
                          <a:solidFill>
                            <a:schemeClr val="dk1"/>
                          </a:solidFill>
                          <a:latin typeface="Segoe UI"/>
                        </a:defRPr>
                      </a:lvl4pPr>
                      <a:lvl5pPr marL="1828727" algn="l" defTabSz="914363" rtl="0" eaLnBrk="1" latinLnBrk="0" hangingPunct="1">
                        <a:defRPr sz="1800" kern="1200">
                          <a:solidFill>
                            <a:schemeClr val="dk1"/>
                          </a:solidFill>
                          <a:latin typeface="Segoe UI"/>
                        </a:defRPr>
                      </a:lvl5pPr>
                      <a:lvl6pPr marL="2285909" algn="l" defTabSz="914363" rtl="0" eaLnBrk="1" latinLnBrk="0" hangingPunct="1">
                        <a:defRPr sz="1800" kern="1200">
                          <a:solidFill>
                            <a:schemeClr val="dk1"/>
                          </a:solidFill>
                          <a:latin typeface="Segoe UI"/>
                        </a:defRPr>
                      </a:lvl6pPr>
                      <a:lvl7pPr marL="2743090" algn="l" defTabSz="914363" rtl="0" eaLnBrk="1" latinLnBrk="0" hangingPunct="1">
                        <a:defRPr sz="1800" kern="1200">
                          <a:solidFill>
                            <a:schemeClr val="dk1"/>
                          </a:solidFill>
                          <a:latin typeface="Segoe UI"/>
                        </a:defRPr>
                      </a:lvl7pPr>
                      <a:lvl8pPr marL="3200272" algn="l" defTabSz="914363" rtl="0" eaLnBrk="1" latinLnBrk="0" hangingPunct="1">
                        <a:defRPr sz="1800" kern="1200">
                          <a:solidFill>
                            <a:schemeClr val="dk1"/>
                          </a:solidFill>
                          <a:latin typeface="Segoe UI"/>
                        </a:defRPr>
                      </a:lvl8pPr>
                      <a:lvl9pPr marL="3657454" algn="l" defTabSz="914363" rtl="0" eaLnBrk="1" latinLnBrk="0" hangingPunct="1">
                        <a:defRPr sz="1800" kern="1200">
                          <a:solidFill>
                            <a:schemeClr val="dk1"/>
                          </a:solidFill>
                          <a:latin typeface="Segoe UI"/>
                        </a:defRPr>
                      </a:lvl9pPr>
                    </a:lstStyle>
                    <a:p>
                      <a:r>
                        <a:rPr lang="en-US" sz="2500" kern="1200" dirty="0">
                          <a:solidFill>
                            <a:schemeClr val="dk1"/>
                          </a:solidFill>
                          <a:latin typeface="+mn-lt"/>
                          <a:ea typeface="+mn-ea"/>
                          <a:cs typeface="+mn-cs"/>
                        </a:rPr>
                        <a:t>28GB</a:t>
                      </a:r>
                    </a:p>
                  </a:txBody>
                  <a:tcPr marL="121888" marR="121888" marT="60944" marB="60944" anchor="ctr">
                    <a:lnL>
                      <a:noFill/>
                    </a:lnL>
                    <a:lnR>
                      <a:noFill/>
                    </a:lnR>
                    <a:lnT w="12700" cmpd="sng">
                      <a:solidFill>
                        <a:srgbClr val="00BCF2"/>
                      </a:solidFill>
                    </a:lnT>
                    <a:lnB w="12700" cmpd="sng">
                      <a:solidFill>
                        <a:srgbClr val="00BCF2"/>
                      </a:solidFill>
                    </a:lnB>
                    <a:lnTlToBr w="12700" cmpd="sng">
                      <a:noFill/>
                      <a:prstDash val="solid"/>
                    </a:lnTlToBr>
                    <a:lnBlToTr w="12700" cmpd="sng">
                      <a:noFill/>
                      <a:prstDash val="solid"/>
                    </a:lnBlToTr>
                    <a:solidFill>
                      <a:srgbClr val="00BCF2">
                        <a:tint val="20000"/>
                      </a:srgbClr>
                    </a:solidFill>
                  </a:tcPr>
                </a:tc>
                <a:extLst>
                  <a:ext uri="{0D108BD9-81ED-4DB2-BD59-A6C34878D82A}">
                    <a16:rowId xmlns:a16="http://schemas.microsoft.com/office/drawing/2014/main" val="10007"/>
                  </a:ext>
                </a:extLst>
              </a:tr>
              <a:tr h="398274">
                <a:tc>
                  <a:txBody>
                    <a:bodyPr/>
                    <a:lstStyle>
                      <a:lvl1pPr marL="0" algn="l" defTabSz="914363" rtl="0" eaLnBrk="1" latinLnBrk="0" hangingPunct="1">
                        <a:defRPr sz="1800" kern="1200">
                          <a:solidFill>
                            <a:schemeClr val="dk1"/>
                          </a:solidFill>
                          <a:latin typeface="Segoe UI"/>
                        </a:defRPr>
                      </a:lvl1pPr>
                      <a:lvl2pPr marL="457182" algn="l" defTabSz="914363" rtl="0" eaLnBrk="1" latinLnBrk="0" hangingPunct="1">
                        <a:defRPr sz="1800" kern="1200">
                          <a:solidFill>
                            <a:schemeClr val="dk1"/>
                          </a:solidFill>
                          <a:latin typeface="Segoe UI"/>
                        </a:defRPr>
                      </a:lvl2pPr>
                      <a:lvl3pPr marL="914363" algn="l" defTabSz="914363" rtl="0" eaLnBrk="1" latinLnBrk="0" hangingPunct="1">
                        <a:defRPr sz="1800" kern="1200">
                          <a:solidFill>
                            <a:schemeClr val="dk1"/>
                          </a:solidFill>
                          <a:latin typeface="Segoe UI"/>
                        </a:defRPr>
                      </a:lvl3pPr>
                      <a:lvl4pPr marL="1371545" algn="l" defTabSz="914363" rtl="0" eaLnBrk="1" latinLnBrk="0" hangingPunct="1">
                        <a:defRPr sz="1800" kern="1200">
                          <a:solidFill>
                            <a:schemeClr val="dk1"/>
                          </a:solidFill>
                          <a:latin typeface="Segoe UI"/>
                        </a:defRPr>
                      </a:lvl4pPr>
                      <a:lvl5pPr marL="1828727" algn="l" defTabSz="914363" rtl="0" eaLnBrk="1" latinLnBrk="0" hangingPunct="1">
                        <a:defRPr sz="1800" kern="1200">
                          <a:solidFill>
                            <a:schemeClr val="dk1"/>
                          </a:solidFill>
                          <a:latin typeface="Segoe UI"/>
                        </a:defRPr>
                      </a:lvl5pPr>
                      <a:lvl6pPr marL="2285909" algn="l" defTabSz="914363" rtl="0" eaLnBrk="1" latinLnBrk="0" hangingPunct="1">
                        <a:defRPr sz="1800" kern="1200">
                          <a:solidFill>
                            <a:schemeClr val="dk1"/>
                          </a:solidFill>
                          <a:latin typeface="Segoe UI"/>
                        </a:defRPr>
                      </a:lvl6pPr>
                      <a:lvl7pPr marL="2743090" algn="l" defTabSz="914363" rtl="0" eaLnBrk="1" latinLnBrk="0" hangingPunct="1">
                        <a:defRPr sz="1800" kern="1200">
                          <a:solidFill>
                            <a:schemeClr val="dk1"/>
                          </a:solidFill>
                          <a:latin typeface="Segoe UI"/>
                        </a:defRPr>
                      </a:lvl7pPr>
                      <a:lvl8pPr marL="3200272" algn="l" defTabSz="914363" rtl="0" eaLnBrk="1" latinLnBrk="0" hangingPunct="1">
                        <a:defRPr sz="1800" kern="1200">
                          <a:solidFill>
                            <a:schemeClr val="dk1"/>
                          </a:solidFill>
                          <a:latin typeface="Segoe UI"/>
                        </a:defRPr>
                      </a:lvl8pPr>
                      <a:lvl9pPr marL="3657454" algn="l" defTabSz="914363" rtl="0" eaLnBrk="1" latinLnBrk="0" hangingPunct="1">
                        <a:defRPr sz="1800" kern="1200">
                          <a:solidFill>
                            <a:schemeClr val="dk1"/>
                          </a:solidFill>
                          <a:latin typeface="Segoe UI"/>
                        </a:defRPr>
                      </a:lvl9pPr>
                    </a:lstStyle>
                    <a:p>
                      <a:r>
                        <a:rPr lang="en-US" altLang="zh-CN" sz="2500" kern="1200" dirty="0">
                          <a:solidFill>
                            <a:schemeClr val="dk1"/>
                          </a:solidFill>
                          <a:latin typeface="+mn-lt"/>
                          <a:ea typeface="+mn-ea"/>
                          <a:cs typeface="+mn-cs"/>
                        </a:rPr>
                        <a:t>A7</a:t>
                      </a:r>
                      <a:endParaRPr lang="en-US" sz="2500" kern="1200" dirty="0">
                        <a:solidFill>
                          <a:schemeClr val="dk1"/>
                        </a:solidFill>
                        <a:latin typeface="+mn-lt"/>
                        <a:ea typeface="+mn-ea"/>
                        <a:cs typeface="+mn-cs"/>
                      </a:endParaRPr>
                    </a:p>
                  </a:txBody>
                  <a:tcPr marL="121888" marR="121888" marT="60944" marB="60944" anchor="ctr">
                    <a:lnL w="12700" cmpd="sng">
                      <a:solidFill>
                        <a:srgbClr val="00BCF2"/>
                      </a:solidFill>
                    </a:lnL>
                    <a:lnR>
                      <a:noFill/>
                    </a:lnR>
                    <a:lnT w="12700" cmpd="sng">
                      <a:solidFill>
                        <a:srgbClr val="00BCF2"/>
                      </a:solidFill>
                    </a:lnT>
                    <a:lnB w="12700" cmpd="sng">
                      <a:solidFill>
                        <a:srgbClr val="00BCF2"/>
                      </a:solidFill>
                    </a:lnB>
                    <a:lnTlToBr w="12700" cmpd="sng">
                      <a:noFill/>
                      <a:prstDash val="solid"/>
                    </a:lnTlToBr>
                    <a:lnBlToTr w="12700" cmpd="sng">
                      <a:noFill/>
                      <a:prstDash val="solid"/>
                    </a:lnBlToTr>
                    <a:solidFill>
                      <a:srgbClr val="FFFFFF"/>
                    </a:solidFill>
                  </a:tcPr>
                </a:tc>
                <a:tc>
                  <a:txBody>
                    <a:bodyPr/>
                    <a:lstStyle>
                      <a:lvl1pPr marL="0" algn="l" defTabSz="914363" rtl="0" eaLnBrk="1" latinLnBrk="0" hangingPunct="1">
                        <a:defRPr sz="1800" kern="1200">
                          <a:solidFill>
                            <a:schemeClr val="dk1"/>
                          </a:solidFill>
                          <a:latin typeface="Segoe UI"/>
                        </a:defRPr>
                      </a:lvl1pPr>
                      <a:lvl2pPr marL="457182" algn="l" defTabSz="914363" rtl="0" eaLnBrk="1" latinLnBrk="0" hangingPunct="1">
                        <a:defRPr sz="1800" kern="1200">
                          <a:solidFill>
                            <a:schemeClr val="dk1"/>
                          </a:solidFill>
                          <a:latin typeface="Segoe UI"/>
                        </a:defRPr>
                      </a:lvl2pPr>
                      <a:lvl3pPr marL="914363" algn="l" defTabSz="914363" rtl="0" eaLnBrk="1" latinLnBrk="0" hangingPunct="1">
                        <a:defRPr sz="1800" kern="1200">
                          <a:solidFill>
                            <a:schemeClr val="dk1"/>
                          </a:solidFill>
                          <a:latin typeface="Segoe UI"/>
                        </a:defRPr>
                      </a:lvl3pPr>
                      <a:lvl4pPr marL="1371545" algn="l" defTabSz="914363" rtl="0" eaLnBrk="1" latinLnBrk="0" hangingPunct="1">
                        <a:defRPr sz="1800" kern="1200">
                          <a:solidFill>
                            <a:schemeClr val="dk1"/>
                          </a:solidFill>
                          <a:latin typeface="Segoe UI"/>
                        </a:defRPr>
                      </a:lvl4pPr>
                      <a:lvl5pPr marL="1828727" algn="l" defTabSz="914363" rtl="0" eaLnBrk="1" latinLnBrk="0" hangingPunct="1">
                        <a:defRPr sz="1800" kern="1200">
                          <a:solidFill>
                            <a:schemeClr val="dk1"/>
                          </a:solidFill>
                          <a:latin typeface="Segoe UI"/>
                        </a:defRPr>
                      </a:lvl5pPr>
                      <a:lvl6pPr marL="2285909" algn="l" defTabSz="914363" rtl="0" eaLnBrk="1" latinLnBrk="0" hangingPunct="1">
                        <a:defRPr sz="1800" kern="1200">
                          <a:solidFill>
                            <a:schemeClr val="dk1"/>
                          </a:solidFill>
                          <a:latin typeface="Segoe UI"/>
                        </a:defRPr>
                      </a:lvl6pPr>
                      <a:lvl7pPr marL="2743090" algn="l" defTabSz="914363" rtl="0" eaLnBrk="1" latinLnBrk="0" hangingPunct="1">
                        <a:defRPr sz="1800" kern="1200">
                          <a:solidFill>
                            <a:schemeClr val="dk1"/>
                          </a:solidFill>
                          <a:latin typeface="Segoe UI"/>
                        </a:defRPr>
                      </a:lvl7pPr>
                      <a:lvl8pPr marL="3200272" algn="l" defTabSz="914363" rtl="0" eaLnBrk="1" latinLnBrk="0" hangingPunct="1">
                        <a:defRPr sz="1800" kern="1200">
                          <a:solidFill>
                            <a:schemeClr val="dk1"/>
                          </a:solidFill>
                          <a:latin typeface="Segoe UI"/>
                        </a:defRPr>
                      </a:lvl8pPr>
                      <a:lvl9pPr marL="3657454" algn="l" defTabSz="914363" rtl="0" eaLnBrk="1" latinLnBrk="0" hangingPunct="1">
                        <a:defRPr sz="1800" kern="1200">
                          <a:solidFill>
                            <a:schemeClr val="dk1"/>
                          </a:solidFill>
                          <a:latin typeface="Segoe UI"/>
                        </a:defRPr>
                      </a:lvl9pPr>
                    </a:lstStyle>
                    <a:p>
                      <a:r>
                        <a:rPr lang="en-US" altLang="zh-CN" sz="2500" kern="1200" dirty="0">
                          <a:solidFill>
                            <a:schemeClr val="dk1"/>
                          </a:solidFill>
                          <a:latin typeface="+mn-lt"/>
                          <a:ea typeface="+mn-ea"/>
                          <a:cs typeface="+mn-cs"/>
                        </a:rPr>
                        <a:t>8</a:t>
                      </a:r>
                      <a:endParaRPr lang="en-US" sz="2500" kern="1200" dirty="0">
                        <a:solidFill>
                          <a:schemeClr val="dk1"/>
                        </a:solidFill>
                        <a:latin typeface="+mn-lt"/>
                        <a:ea typeface="+mn-ea"/>
                        <a:cs typeface="+mn-cs"/>
                      </a:endParaRPr>
                    </a:p>
                  </a:txBody>
                  <a:tcPr marL="121888" marR="121888" marT="60944" marB="60944" anchor="ctr">
                    <a:lnL>
                      <a:noFill/>
                    </a:lnL>
                    <a:lnR>
                      <a:noFill/>
                    </a:lnR>
                    <a:lnT w="12700" cmpd="sng">
                      <a:solidFill>
                        <a:srgbClr val="00BCF2"/>
                      </a:solidFill>
                    </a:lnT>
                    <a:lnB w="12700" cmpd="sng">
                      <a:solidFill>
                        <a:srgbClr val="00BCF2"/>
                      </a:solidFill>
                    </a:lnB>
                    <a:lnTlToBr w="12700" cmpd="sng">
                      <a:noFill/>
                      <a:prstDash val="solid"/>
                    </a:lnTlToBr>
                    <a:lnBlToTr w="12700" cmpd="sng">
                      <a:noFill/>
                      <a:prstDash val="solid"/>
                    </a:lnBlToTr>
                    <a:solidFill>
                      <a:srgbClr val="FFFFFF"/>
                    </a:solidFill>
                  </a:tcPr>
                </a:tc>
                <a:tc>
                  <a:txBody>
                    <a:bodyPr/>
                    <a:lstStyle>
                      <a:lvl1pPr marL="0" algn="l" defTabSz="914363" rtl="0" eaLnBrk="1" latinLnBrk="0" hangingPunct="1">
                        <a:defRPr sz="1800" kern="1200">
                          <a:solidFill>
                            <a:schemeClr val="dk1"/>
                          </a:solidFill>
                          <a:latin typeface="Segoe UI"/>
                        </a:defRPr>
                      </a:lvl1pPr>
                      <a:lvl2pPr marL="457182" algn="l" defTabSz="914363" rtl="0" eaLnBrk="1" latinLnBrk="0" hangingPunct="1">
                        <a:defRPr sz="1800" kern="1200">
                          <a:solidFill>
                            <a:schemeClr val="dk1"/>
                          </a:solidFill>
                          <a:latin typeface="Segoe UI"/>
                        </a:defRPr>
                      </a:lvl2pPr>
                      <a:lvl3pPr marL="914363" algn="l" defTabSz="914363" rtl="0" eaLnBrk="1" latinLnBrk="0" hangingPunct="1">
                        <a:defRPr sz="1800" kern="1200">
                          <a:solidFill>
                            <a:schemeClr val="dk1"/>
                          </a:solidFill>
                          <a:latin typeface="Segoe UI"/>
                        </a:defRPr>
                      </a:lvl3pPr>
                      <a:lvl4pPr marL="1371545" algn="l" defTabSz="914363" rtl="0" eaLnBrk="1" latinLnBrk="0" hangingPunct="1">
                        <a:defRPr sz="1800" kern="1200">
                          <a:solidFill>
                            <a:schemeClr val="dk1"/>
                          </a:solidFill>
                          <a:latin typeface="Segoe UI"/>
                        </a:defRPr>
                      </a:lvl4pPr>
                      <a:lvl5pPr marL="1828727" algn="l" defTabSz="914363" rtl="0" eaLnBrk="1" latinLnBrk="0" hangingPunct="1">
                        <a:defRPr sz="1800" kern="1200">
                          <a:solidFill>
                            <a:schemeClr val="dk1"/>
                          </a:solidFill>
                          <a:latin typeface="Segoe UI"/>
                        </a:defRPr>
                      </a:lvl5pPr>
                      <a:lvl6pPr marL="2285909" algn="l" defTabSz="914363" rtl="0" eaLnBrk="1" latinLnBrk="0" hangingPunct="1">
                        <a:defRPr sz="1800" kern="1200">
                          <a:solidFill>
                            <a:schemeClr val="dk1"/>
                          </a:solidFill>
                          <a:latin typeface="Segoe UI"/>
                        </a:defRPr>
                      </a:lvl6pPr>
                      <a:lvl7pPr marL="2743090" algn="l" defTabSz="914363" rtl="0" eaLnBrk="1" latinLnBrk="0" hangingPunct="1">
                        <a:defRPr sz="1800" kern="1200">
                          <a:solidFill>
                            <a:schemeClr val="dk1"/>
                          </a:solidFill>
                          <a:latin typeface="Segoe UI"/>
                        </a:defRPr>
                      </a:lvl7pPr>
                      <a:lvl8pPr marL="3200272" algn="l" defTabSz="914363" rtl="0" eaLnBrk="1" latinLnBrk="0" hangingPunct="1">
                        <a:defRPr sz="1800" kern="1200">
                          <a:solidFill>
                            <a:schemeClr val="dk1"/>
                          </a:solidFill>
                          <a:latin typeface="Segoe UI"/>
                        </a:defRPr>
                      </a:lvl8pPr>
                      <a:lvl9pPr marL="3657454" algn="l" defTabSz="914363" rtl="0" eaLnBrk="1" latinLnBrk="0" hangingPunct="1">
                        <a:defRPr sz="1800" kern="1200">
                          <a:solidFill>
                            <a:schemeClr val="dk1"/>
                          </a:solidFill>
                          <a:latin typeface="Segoe UI"/>
                        </a:defRPr>
                      </a:lvl9pPr>
                    </a:lstStyle>
                    <a:p>
                      <a:r>
                        <a:rPr lang="en-US" altLang="zh-CN" sz="2500" kern="1200" dirty="0">
                          <a:solidFill>
                            <a:schemeClr val="dk1"/>
                          </a:solidFill>
                          <a:latin typeface="+mn-lt"/>
                          <a:ea typeface="+mn-ea"/>
                          <a:cs typeface="+mn-cs"/>
                        </a:rPr>
                        <a:t>56GB</a:t>
                      </a:r>
                      <a:endParaRPr lang="en-US" sz="2500" kern="1200" dirty="0">
                        <a:solidFill>
                          <a:schemeClr val="dk1"/>
                        </a:solidFill>
                        <a:latin typeface="+mn-lt"/>
                        <a:ea typeface="+mn-ea"/>
                        <a:cs typeface="+mn-cs"/>
                      </a:endParaRPr>
                    </a:p>
                  </a:txBody>
                  <a:tcPr marL="121888" marR="121888" marT="60944" marB="60944" anchor="ctr">
                    <a:lnL>
                      <a:noFill/>
                    </a:lnL>
                    <a:lnR>
                      <a:noFill/>
                    </a:lnR>
                    <a:lnT w="12700" cmpd="sng">
                      <a:solidFill>
                        <a:srgbClr val="00BCF2"/>
                      </a:solidFill>
                    </a:lnT>
                    <a:lnB w="12700" cmpd="sng">
                      <a:solidFill>
                        <a:srgbClr val="00BCF2"/>
                      </a:solid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757034971"/>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ext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44048" name="think-cell Slide" r:id="rId6" imgW="270" imgH="270" progId="TCLayout.ActiveDocument.1">
                  <p:embed/>
                </p:oleObj>
              </mc:Choice>
              <mc:Fallback>
                <p:oleObj name="think-cell Slide" r:id="rId6" imgW="270" imgH="270" progId="TCLayout.ActiveDocument.1">
                  <p:embed/>
                  <p:pic>
                    <p:nvPicPr>
                      <p:cNvPr id="5" name="Object 4" hidden="1"/>
                      <p:cNvPicPr/>
                      <p:nvPr/>
                    </p:nvPicPr>
                    <p:blipFill>
                      <a:blip r:embed="rId7"/>
                      <a:stretch>
                        <a:fillRect/>
                      </a:stretch>
                    </p:blipFill>
                    <p:spPr>
                      <a:xfrm>
                        <a:off x="0" y="0"/>
                        <a:ext cx="158750" cy="158750"/>
                      </a:xfrm>
                      <a:prstGeom prst="rect">
                        <a:avLst/>
                      </a:prstGeom>
                    </p:spPr>
                  </p:pic>
                </p:oleObj>
              </mc:Fallback>
            </mc:AlternateContent>
          </a:graphicData>
        </a:graphic>
      </p:graphicFrame>
      <p:sp>
        <p:nvSpPr>
          <p:cNvPr id="2" name="Title 1"/>
          <p:cNvSpPr>
            <a:spLocks noGrp="1"/>
          </p:cNvSpPr>
          <p:nvPr>
            <p:ph type="title"/>
            <p:custDataLst>
              <p:tags r:id="rId3"/>
            </p:custDataLst>
          </p:nvPr>
        </p:nvSpPr>
        <p:spPr/>
        <p:txBody>
          <a:bodyPr/>
          <a:lstStyle/>
          <a:p>
            <a:r>
              <a:rPr lang="en-US" altLang="zh-CN" dirty="0"/>
              <a:t>Cloud Service Size – D Series</a:t>
            </a:r>
            <a:endParaRPr lang="en-US" dirty="0"/>
          </a:p>
        </p:txBody>
      </p:sp>
      <p:graphicFrame>
        <p:nvGraphicFramePr>
          <p:cNvPr id="7" name="Table 3"/>
          <p:cNvGraphicFramePr>
            <a:graphicFrameLocks noGrp="1"/>
          </p:cNvGraphicFramePr>
          <p:nvPr>
            <p:extLst>
              <p:ext uri="{D42A27DB-BD31-4B8C-83A1-F6EECF244321}">
                <p14:modId xmlns:p14="http://schemas.microsoft.com/office/powerpoint/2010/main" val="3256324591"/>
              </p:ext>
            </p:extLst>
          </p:nvPr>
        </p:nvGraphicFramePr>
        <p:xfrm>
          <a:off x="585215" y="1042419"/>
          <a:ext cx="10638106" cy="4733445"/>
        </p:xfrm>
        <a:graphic>
          <a:graphicData uri="http://schemas.openxmlformats.org/drawingml/2006/table">
            <a:tbl>
              <a:tblPr firstRow="1" bandRow="1"/>
              <a:tblGrid>
                <a:gridCol w="3432015">
                  <a:extLst>
                    <a:ext uri="{9D8B030D-6E8A-4147-A177-3AD203B41FA5}">
                      <a16:colId xmlns:a16="http://schemas.microsoft.com/office/drawing/2014/main" val="20000"/>
                    </a:ext>
                  </a:extLst>
                </a:gridCol>
                <a:gridCol w="4023508">
                  <a:extLst>
                    <a:ext uri="{9D8B030D-6E8A-4147-A177-3AD203B41FA5}">
                      <a16:colId xmlns:a16="http://schemas.microsoft.com/office/drawing/2014/main" val="20001"/>
                    </a:ext>
                  </a:extLst>
                </a:gridCol>
                <a:gridCol w="3182583">
                  <a:extLst>
                    <a:ext uri="{9D8B030D-6E8A-4147-A177-3AD203B41FA5}">
                      <a16:colId xmlns:a16="http://schemas.microsoft.com/office/drawing/2014/main" val="20002"/>
                    </a:ext>
                  </a:extLst>
                </a:gridCol>
              </a:tblGrid>
              <a:tr h="700016">
                <a:tc>
                  <a:txBody>
                    <a:bodyPr/>
                    <a:lstStyle>
                      <a:lvl1pPr marL="0" algn="l" defTabSz="914363" rtl="0" eaLnBrk="1" latinLnBrk="0" hangingPunct="1">
                        <a:defRPr sz="1800" b="1" kern="1200">
                          <a:solidFill>
                            <a:schemeClr val="lt1"/>
                          </a:solidFill>
                          <a:latin typeface="Segoe UI"/>
                        </a:defRPr>
                      </a:lvl1pPr>
                      <a:lvl2pPr marL="457182" algn="l" defTabSz="914363" rtl="0" eaLnBrk="1" latinLnBrk="0" hangingPunct="1">
                        <a:defRPr sz="1800" b="1" kern="1200">
                          <a:solidFill>
                            <a:schemeClr val="lt1"/>
                          </a:solidFill>
                          <a:latin typeface="Segoe UI"/>
                        </a:defRPr>
                      </a:lvl2pPr>
                      <a:lvl3pPr marL="914363" algn="l" defTabSz="914363" rtl="0" eaLnBrk="1" latinLnBrk="0" hangingPunct="1">
                        <a:defRPr sz="1800" b="1" kern="1200">
                          <a:solidFill>
                            <a:schemeClr val="lt1"/>
                          </a:solidFill>
                          <a:latin typeface="Segoe UI"/>
                        </a:defRPr>
                      </a:lvl3pPr>
                      <a:lvl4pPr marL="1371545" algn="l" defTabSz="914363" rtl="0" eaLnBrk="1" latinLnBrk="0" hangingPunct="1">
                        <a:defRPr sz="1800" b="1" kern="1200">
                          <a:solidFill>
                            <a:schemeClr val="lt1"/>
                          </a:solidFill>
                          <a:latin typeface="Segoe UI"/>
                        </a:defRPr>
                      </a:lvl4pPr>
                      <a:lvl5pPr marL="1828727" algn="l" defTabSz="914363" rtl="0" eaLnBrk="1" latinLnBrk="0" hangingPunct="1">
                        <a:defRPr sz="1800" b="1" kern="1200">
                          <a:solidFill>
                            <a:schemeClr val="lt1"/>
                          </a:solidFill>
                          <a:latin typeface="Segoe UI"/>
                        </a:defRPr>
                      </a:lvl5pPr>
                      <a:lvl6pPr marL="2285909" algn="l" defTabSz="914363" rtl="0" eaLnBrk="1" latinLnBrk="0" hangingPunct="1">
                        <a:defRPr sz="1800" b="1" kern="1200">
                          <a:solidFill>
                            <a:schemeClr val="lt1"/>
                          </a:solidFill>
                          <a:latin typeface="Segoe UI"/>
                        </a:defRPr>
                      </a:lvl6pPr>
                      <a:lvl7pPr marL="2743090" algn="l" defTabSz="914363" rtl="0" eaLnBrk="1" latinLnBrk="0" hangingPunct="1">
                        <a:defRPr sz="1800" b="1" kern="1200">
                          <a:solidFill>
                            <a:schemeClr val="lt1"/>
                          </a:solidFill>
                          <a:latin typeface="Segoe UI"/>
                        </a:defRPr>
                      </a:lvl7pPr>
                      <a:lvl8pPr marL="3200272" algn="l" defTabSz="914363" rtl="0" eaLnBrk="1" latinLnBrk="0" hangingPunct="1">
                        <a:defRPr sz="1800" b="1" kern="1200">
                          <a:solidFill>
                            <a:schemeClr val="lt1"/>
                          </a:solidFill>
                          <a:latin typeface="Segoe UI"/>
                        </a:defRPr>
                      </a:lvl8pPr>
                      <a:lvl9pPr marL="3657454" algn="l" defTabSz="914363" rtl="0" eaLnBrk="1" latinLnBrk="0" hangingPunct="1">
                        <a:defRPr sz="1800" b="1" kern="1200">
                          <a:solidFill>
                            <a:schemeClr val="lt1"/>
                          </a:solidFill>
                          <a:latin typeface="Segoe UI"/>
                        </a:defRPr>
                      </a:lvl9pPr>
                    </a:lstStyle>
                    <a:p>
                      <a:r>
                        <a:rPr lang="en-US" sz="2500" dirty="0"/>
                        <a:t>VM</a:t>
                      </a:r>
                      <a:r>
                        <a:rPr lang="en-US" sz="2500" baseline="0" dirty="0"/>
                        <a:t> </a:t>
                      </a:r>
                      <a:r>
                        <a:rPr lang="en-US" sz="2500" dirty="0"/>
                        <a:t>Sizes</a:t>
                      </a:r>
                      <a:endParaRPr lang="en-US" sz="2500" b="1" dirty="0">
                        <a:solidFill>
                          <a:schemeClr val="bg1">
                            <a:alpha val="99000"/>
                          </a:schemeClr>
                        </a:solidFill>
                      </a:endParaRPr>
                    </a:p>
                  </a:txBody>
                  <a:tcPr marL="121888" marR="121888" marT="60944" marB="60944" anchor="ctr">
                    <a:lnL w="12700" cmpd="sng">
                      <a:solidFill>
                        <a:srgbClr val="00BCF2"/>
                      </a:solidFill>
                    </a:lnL>
                    <a:lnR>
                      <a:noFill/>
                    </a:lnR>
                    <a:lnT w="12700" cmpd="sng">
                      <a:solidFill>
                        <a:srgbClr val="00BCF2"/>
                      </a:solidFill>
                    </a:lnT>
                    <a:lnB w="12700" cmpd="sng">
                      <a:solidFill>
                        <a:srgbClr val="00BCF2"/>
                      </a:solidFill>
                    </a:lnB>
                    <a:lnTlToBr w="12700" cmpd="sng">
                      <a:noFill/>
                      <a:prstDash val="solid"/>
                    </a:lnTlToBr>
                    <a:lnBlToTr w="12700" cmpd="sng">
                      <a:noFill/>
                      <a:prstDash val="solid"/>
                    </a:lnBlToTr>
                    <a:solidFill>
                      <a:srgbClr val="00BCF2"/>
                    </a:solidFill>
                  </a:tcPr>
                </a:tc>
                <a:tc>
                  <a:txBody>
                    <a:bodyPr/>
                    <a:lstStyle>
                      <a:lvl1pPr marL="0" algn="l" defTabSz="914363" rtl="0" eaLnBrk="1" latinLnBrk="0" hangingPunct="1">
                        <a:defRPr sz="1800" b="1" kern="1200">
                          <a:solidFill>
                            <a:schemeClr val="lt1"/>
                          </a:solidFill>
                          <a:latin typeface="Segoe UI"/>
                        </a:defRPr>
                      </a:lvl1pPr>
                      <a:lvl2pPr marL="457182" algn="l" defTabSz="914363" rtl="0" eaLnBrk="1" latinLnBrk="0" hangingPunct="1">
                        <a:defRPr sz="1800" b="1" kern="1200">
                          <a:solidFill>
                            <a:schemeClr val="lt1"/>
                          </a:solidFill>
                          <a:latin typeface="Segoe UI"/>
                        </a:defRPr>
                      </a:lvl2pPr>
                      <a:lvl3pPr marL="914363" algn="l" defTabSz="914363" rtl="0" eaLnBrk="1" latinLnBrk="0" hangingPunct="1">
                        <a:defRPr sz="1800" b="1" kern="1200">
                          <a:solidFill>
                            <a:schemeClr val="lt1"/>
                          </a:solidFill>
                          <a:latin typeface="Segoe UI"/>
                        </a:defRPr>
                      </a:lvl3pPr>
                      <a:lvl4pPr marL="1371545" algn="l" defTabSz="914363" rtl="0" eaLnBrk="1" latinLnBrk="0" hangingPunct="1">
                        <a:defRPr sz="1800" b="1" kern="1200">
                          <a:solidFill>
                            <a:schemeClr val="lt1"/>
                          </a:solidFill>
                          <a:latin typeface="Segoe UI"/>
                        </a:defRPr>
                      </a:lvl4pPr>
                      <a:lvl5pPr marL="1828727" algn="l" defTabSz="914363" rtl="0" eaLnBrk="1" latinLnBrk="0" hangingPunct="1">
                        <a:defRPr sz="1800" b="1" kern="1200">
                          <a:solidFill>
                            <a:schemeClr val="lt1"/>
                          </a:solidFill>
                          <a:latin typeface="Segoe UI"/>
                        </a:defRPr>
                      </a:lvl5pPr>
                      <a:lvl6pPr marL="2285909" algn="l" defTabSz="914363" rtl="0" eaLnBrk="1" latinLnBrk="0" hangingPunct="1">
                        <a:defRPr sz="1800" b="1" kern="1200">
                          <a:solidFill>
                            <a:schemeClr val="lt1"/>
                          </a:solidFill>
                          <a:latin typeface="Segoe UI"/>
                        </a:defRPr>
                      </a:lvl6pPr>
                      <a:lvl7pPr marL="2743090" algn="l" defTabSz="914363" rtl="0" eaLnBrk="1" latinLnBrk="0" hangingPunct="1">
                        <a:defRPr sz="1800" b="1" kern="1200">
                          <a:solidFill>
                            <a:schemeClr val="lt1"/>
                          </a:solidFill>
                          <a:latin typeface="Segoe UI"/>
                        </a:defRPr>
                      </a:lvl7pPr>
                      <a:lvl8pPr marL="3200272" algn="l" defTabSz="914363" rtl="0" eaLnBrk="1" latinLnBrk="0" hangingPunct="1">
                        <a:defRPr sz="1800" b="1" kern="1200">
                          <a:solidFill>
                            <a:schemeClr val="lt1"/>
                          </a:solidFill>
                          <a:latin typeface="Segoe UI"/>
                        </a:defRPr>
                      </a:lvl8pPr>
                      <a:lvl9pPr marL="3657454" algn="l" defTabSz="914363" rtl="0" eaLnBrk="1" latinLnBrk="0" hangingPunct="1">
                        <a:defRPr sz="1800" b="1" kern="1200">
                          <a:solidFill>
                            <a:schemeClr val="lt1"/>
                          </a:solidFill>
                          <a:latin typeface="Segoe UI"/>
                        </a:defRPr>
                      </a:lvl9pPr>
                    </a:lstStyle>
                    <a:p>
                      <a:r>
                        <a:rPr lang="en-US" sz="2500" dirty="0"/>
                        <a:t>CPU Cores</a:t>
                      </a:r>
                      <a:endParaRPr lang="en-US" sz="2500" b="1" dirty="0">
                        <a:solidFill>
                          <a:schemeClr val="bg1">
                            <a:alpha val="99000"/>
                          </a:schemeClr>
                        </a:solidFill>
                      </a:endParaRPr>
                    </a:p>
                  </a:txBody>
                  <a:tcPr marL="121888" marR="121888" marT="60944" marB="60944" anchor="ctr">
                    <a:lnL>
                      <a:noFill/>
                    </a:lnL>
                    <a:lnR>
                      <a:noFill/>
                    </a:lnR>
                    <a:lnT w="12700" cmpd="sng">
                      <a:solidFill>
                        <a:srgbClr val="00BCF2"/>
                      </a:solidFill>
                    </a:lnT>
                    <a:lnB w="12700" cmpd="sng">
                      <a:solidFill>
                        <a:srgbClr val="00BCF2"/>
                      </a:solidFill>
                    </a:lnB>
                    <a:lnTlToBr w="12700" cmpd="sng">
                      <a:noFill/>
                      <a:prstDash val="solid"/>
                    </a:lnTlToBr>
                    <a:lnBlToTr w="12700" cmpd="sng">
                      <a:noFill/>
                      <a:prstDash val="solid"/>
                    </a:lnBlToTr>
                    <a:solidFill>
                      <a:srgbClr val="00BCF2"/>
                    </a:solidFill>
                  </a:tcPr>
                </a:tc>
                <a:tc>
                  <a:txBody>
                    <a:bodyPr/>
                    <a:lstStyle>
                      <a:lvl1pPr marL="0" algn="l" defTabSz="914363" rtl="0" eaLnBrk="1" latinLnBrk="0" hangingPunct="1">
                        <a:defRPr sz="1800" b="1" kern="1200">
                          <a:solidFill>
                            <a:schemeClr val="lt1"/>
                          </a:solidFill>
                          <a:latin typeface="Segoe UI"/>
                        </a:defRPr>
                      </a:lvl1pPr>
                      <a:lvl2pPr marL="457182" algn="l" defTabSz="914363" rtl="0" eaLnBrk="1" latinLnBrk="0" hangingPunct="1">
                        <a:defRPr sz="1800" b="1" kern="1200">
                          <a:solidFill>
                            <a:schemeClr val="lt1"/>
                          </a:solidFill>
                          <a:latin typeface="Segoe UI"/>
                        </a:defRPr>
                      </a:lvl2pPr>
                      <a:lvl3pPr marL="914363" algn="l" defTabSz="914363" rtl="0" eaLnBrk="1" latinLnBrk="0" hangingPunct="1">
                        <a:defRPr sz="1800" b="1" kern="1200">
                          <a:solidFill>
                            <a:schemeClr val="lt1"/>
                          </a:solidFill>
                          <a:latin typeface="Segoe UI"/>
                        </a:defRPr>
                      </a:lvl3pPr>
                      <a:lvl4pPr marL="1371545" algn="l" defTabSz="914363" rtl="0" eaLnBrk="1" latinLnBrk="0" hangingPunct="1">
                        <a:defRPr sz="1800" b="1" kern="1200">
                          <a:solidFill>
                            <a:schemeClr val="lt1"/>
                          </a:solidFill>
                          <a:latin typeface="Segoe UI"/>
                        </a:defRPr>
                      </a:lvl4pPr>
                      <a:lvl5pPr marL="1828727" algn="l" defTabSz="914363" rtl="0" eaLnBrk="1" latinLnBrk="0" hangingPunct="1">
                        <a:defRPr sz="1800" b="1" kern="1200">
                          <a:solidFill>
                            <a:schemeClr val="lt1"/>
                          </a:solidFill>
                          <a:latin typeface="Segoe UI"/>
                        </a:defRPr>
                      </a:lvl5pPr>
                      <a:lvl6pPr marL="2285909" algn="l" defTabSz="914363" rtl="0" eaLnBrk="1" latinLnBrk="0" hangingPunct="1">
                        <a:defRPr sz="1800" b="1" kern="1200">
                          <a:solidFill>
                            <a:schemeClr val="lt1"/>
                          </a:solidFill>
                          <a:latin typeface="Segoe UI"/>
                        </a:defRPr>
                      </a:lvl6pPr>
                      <a:lvl7pPr marL="2743090" algn="l" defTabSz="914363" rtl="0" eaLnBrk="1" latinLnBrk="0" hangingPunct="1">
                        <a:defRPr sz="1800" b="1" kern="1200">
                          <a:solidFill>
                            <a:schemeClr val="lt1"/>
                          </a:solidFill>
                          <a:latin typeface="Segoe UI"/>
                        </a:defRPr>
                      </a:lvl7pPr>
                      <a:lvl8pPr marL="3200272" algn="l" defTabSz="914363" rtl="0" eaLnBrk="1" latinLnBrk="0" hangingPunct="1">
                        <a:defRPr sz="1800" b="1" kern="1200">
                          <a:solidFill>
                            <a:schemeClr val="lt1"/>
                          </a:solidFill>
                          <a:latin typeface="Segoe UI"/>
                        </a:defRPr>
                      </a:lvl8pPr>
                      <a:lvl9pPr marL="3657454" algn="l" defTabSz="914363" rtl="0" eaLnBrk="1" latinLnBrk="0" hangingPunct="1">
                        <a:defRPr sz="1800" b="1" kern="1200">
                          <a:solidFill>
                            <a:schemeClr val="lt1"/>
                          </a:solidFill>
                          <a:latin typeface="Segoe UI"/>
                        </a:defRPr>
                      </a:lvl9pPr>
                    </a:lstStyle>
                    <a:p>
                      <a:r>
                        <a:rPr lang="en-US" sz="2500" dirty="0"/>
                        <a:t>Memory</a:t>
                      </a:r>
                      <a:endParaRPr lang="en-US" sz="2500" b="1" dirty="0">
                        <a:solidFill>
                          <a:schemeClr val="bg1">
                            <a:alpha val="99000"/>
                          </a:schemeClr>
                        </a:solidFill>
                      </a:endParaRPr>
                    </a:p>
                  </a:txBody>
                  <a:tcPr marL="121888" marR="121888" marT="60944" marB="60944" anchor="ctr">
                    <a:lnL>
                      <a:noFill/>
                    </a:lnL>
                    <a:lnR>
                      <a:noFill/>
                    </a:lnR>
                    <a:lnT w="12700" cmpd="sng">
                      <a:solidFill>
                        <a:srgbClr val="00BCF2"/>
                      </a:solidFill>
                    </a:lnT>
                    <a:lnB w="12700" cmpd="sng">
                      <a:solidFill>
                        <a:srgbClr val="00BCF2"/>
                      </a:solidFill>
                    </a:lnB>
                    <a:lnTlToBr w="12700" cmpd="sng">
                      <a:noFill/>
                      <a:prstDash val="solid"/>
                    </a:lnTlToBr>
                    <a:lnBlToTr w="12700" cmpd="sng">
                      <a:noFill/>
                      <a:prstDash val="solid"/>
                    </a:lnBlToTr>
                    <a:solidFill>
                      <a:srgbClr val="00BCF2"/>
                    </a:solidFill>
                  </a:tcPr>
                </a:tc>
                <a:extLst>
                  <a:ext uri="{0D108BD9-81ED-4DB2-BD59-A6C34878D82A}">
                    <a16:rowId xmlns:a16="http://schemas.microsoft.com/office/drawing/2014/main" val="10000"/>
                  </a:ext>
                </a:extLst>
              </a:tr>
              <a:tr h="398274">
                <a:tc>
                  <a:txBody>
                    <a:bodyPr/>
                    <a:lstStyle>
                      <a:lvl1pPr marL="0" algn="l" defTabSz="914363" rtl="0" eaLnBrk="1" latinLnBrk="0" hangingPunct="1">
                        <a:defRPr sz="1800" kern="1200">
                          <a:solidFill>
                            <a:schemeClr val="dk1"/>
                          </a:solidFill>
                          <a:latin typeface="Segoe UI"/>
                        </a:defRPr>
                      </a:lvl1pPr>
                      <a:lvl2pPr marL="457182" algn="l" defTabSz="914363" rtl="0" eaLnBrk="1" latinLnBrk="0" hangingPunct="1">
                        <a:defRPr sz="1800" kern="1200">
                          <a:solidFill>
                            <a:schemeClr val="dk1"/>
                          </a:solidFill>
                          <a:latin typeface="Segoe UI"/>
                        </a:defRPr>
                      </a:lvl2pPr>
                      <a:lvl3pPr marL="914363" algn="l" defTabSz="914363" rtl="0" eaLnBrk="1" latinLnBrk="0" hangingPunct="1">
                        <a:defRPr sz="1800" kern="1200">
                          <a:solidFill>
                            <a:schemeClr val="dk1"/>
                          </a:solidFill>
                          <a:latin typeface="Segoe UI"/>
                        </a:defRPr>
                      </a:lvl3pPr>
                      <a:lvl4pPr marL="1371545" algn="l" defTabSz="914363" rtl="0" eaLnBrk="1" latinLnBrk="0" hangingPunct="1">
                        <a:defRPr sz="1800" kern="1200">
                          <a:solidFill>
                            <a:schemeClr val="dk1"/>
                          </a:solidFill>
                          <a:latin typeface="Segoe UI"/>
                        </a:defRPr>
                      </a:lvl4pPr>
                      <a:lvl5pPr marL="1828727" algn="l" defTabSz="914363" rtl="0" eaLnBrk="1" latinLnBrk="0" hangingPunct="1">
                        <a:defRPr sz="1800" kern="1200">
                          <a:solidFill>
                            <a:schemeClr val="dk1"/>
                          </a:solidFill>
                          <a:latin typeface="Segoe UI"/>
                        </a:defRPr>
                      </a:lvl5pPr>
                      <a:lvl6pPr marL="2285909" algn="l" defTabSz="914363" rtl="0" eaLnBrk="1" latinLnBrk="0" hangingPunct="1">
                        <a:defRPr sz="1800" kern="1200">
                          <a:solidFill>
                            <a:schemeClr val="dk1"/>
                          </a:solidFill>
                          <a:latin typeface="Segoe UI"/>
                        </a:defRPr>
                      </a:lvl6pPr>
                      <a:lvl7pPr marL="2743090" algn="l" defTabSz="914363" rtl="0" eaLnBrk="1" latinLnBrk="0" hangingPunct="1">
                        <a:defRPr sz="1800" kern="1200">
                          <a:solidFill>
                            <a:schemeClr val="dk1"/>
                          </a:solidFill>
                          <a:latin typeface="Segoe UI"/>
                        </a:defRPr>
                      </a:lvl7pPr>
                      <a:lvl8pPr marL="3200272" algn="l" defTabSz="914363" rtl="0" eaLnBrk="1" latinLnBrk="0" hangingPunct="1">
                        <a:defRPr sz="1800" kern="1200">
                          <a:solidFill>
                            <a:schemeClr val="dk1"/>
                          </a:solidFill>
                          <a:latin typeface="Segoe UI"/>
                        </a:defRPr>
                      </a:lvl8pPr>
                      <a:lvl9pPr marL="3657454" algn="l" defTabSz="914363" rtl="0" eaLnBrk="1" latinLnBrk="0" hangingPunct="1">
                        <a:defRPr sz="1800" kern="1200">
                          <a:solidFill>
                            <a:schemeClr val="dk1"/>
                          </a:solidFill>
                          <a:latin typeface="Segoe UI"/>
                        </a:defRPr>
                      </a:lvl9pPr>
                    </a:lstStyle>
                    <a:p>
                      <a:r>
                        <a:rPr lang="en-US" sz="2500" dirty="0"/>
                        <a:t>D1 </a:t>
                      </a:r>
                      <a:endParaRPr lang="en-US" sz="2500" dirty="0">
                        <a:solidFill>
                          <a:schemeClr val="tx2">
                            <a:lumMod val="75000"/>
                            <a:alpha val="99000"/>
                          </a:schemeClr>
                        </a:solidFill>
                      </a:endParaRPr>
                    </a:p>
                  </a:txBody>
                  <a:tcPr marL="121888" marR="121888" marT="60944" marB="60944" anchor="ctr">
                    <a:lnL w="12700" cmpd="sng">
                      <a:solidFill>
                        <a:srgbClr val="00BCF2"/>
                      </a:solidFill>
                    </a:lnL>
                    <a:lnR>
                      <a:noFill/>
                    </a:lnR>
                    <a:lnT w="12700" cmpd="sng">
                      <a:solidFill>
                        <a:srgbClr val="00BCF2"/>
                      </a:solidFill>
                    </a:lnT>
                    <a:lnB w="12700" cmpd="sng">
                      <a:solidFill>
                        <a:srgbClr val="00BCF2"/>
                      </a:solidFill>
                    </a:lnB>
                    <a:lnTlToBr w="12700" cmpd="sng">
                      <a:noFill/>
                      <a:prstDash val="solid"/>
                    </a:lnTlToBr>
                    <a:lnBlToTr w="12700" cmpd="sng">
                      <a:noFill/>
                      <a:prstDash val="solid"/>
                    </a:lnBlToTr>
                    <a:solidFill>
                      <a:srgbClr val="00BCF2">
                        <a:tint val="20000"/>
                      </a:srgbClr>
                    </a:solidFill>
                  </a:tcPr>
                </a:tc>
                <a:tc>
                  <a:txBody>
                    <a:bodyPr/>
                    <a:lstStyle>
                      <a:lvl1pPr marL="0" algn="l" defTabSz="914363" rtl="0" eaLnBrk="1" latinLnBrk="0" hangingPunct="1">
                        <a:defRPr sz="1800" kern="1200">
                          <a:solidFill>
                            <a:schemeClr val="dk1"/>
                          </a:solidFill>
                          <a:latin typeface="Segoe UI"/>
                        </a:defRPr>
                      </a:lvl1pPr>
                      <a:lvl2pPr marL="457182" algn="l" defTabSz="914363" rtl="0" eaLnBrk="1" latinLnBrk="0" hangingPunct="1">
                        <a:defRPr sz="1800" kern="1200">
                          <a:solidFill>
                            <a:schemeClr val="dk1"/>
                          </a:solidFill>
                          <a:latin typeface="Segoe UI"/>
                        </a:defRPr>
                      </a:lvl2pPr>
                      <a:lvl3pPr marL="914363" algn="l" defTabSz="914363" rtl="0" eaLnBrk="1" latinLnBrk="0" hangingPunct="1">
                        <a:defRPr sz="1800" kern="1200">
                          <a:solidFill>
                            <a:schemeClr val="dk1"/>
                          </a:solidFill>
                          <a:latin typeface="Segoe UI"/>
                        </a:defRPr>
                      </a:lvl3pPr>
                      <a:lvl4pPr marL="1371545" algn="l" defTabSz="914363" rtl="0" eaLnBrk="1" latinLnBrk="0" hangingPunct="1">
                        <a:defRPr sz="1800" kern="1200">
                          <a:solidFill>
                            <a:schemeClr val="dk1"/>
                          </a:solidFill>
                          <a:latin typeface="Segoe UI"/>
                        </a:defRPr>
                      </a:lvl4pPr>
                      <a:lvl5pPr marL="1828727" algn="l" defTabSz="914363" rtl="0" eaLnBrk="1" latinLnBrk="0" hangingPunct="1">
                        <a:defRPr sz="1800" kern="1200">
                          <a:solidFill>
                            <a:schemeClr val="dk1"/>
                          </a:solidFill>
                          <a:latin typeface="Segoe UI"/>
                        </a:defRPr>
                      </a:lvl5pPr>
                      <a:lvl6pPr marL="2285909" algn="l" defTabSz="914363" rtl="0" eaLnBrk="1" latinLnBrk="0" hangingPunct="1">
                        <a:defRPr sz="1800" kern="1200">
                          <a:solidFill>
                            <a:schemeClr val="dk1"/>
                          </a:solidFill>
                          <a:latin typeface="Segoe UI"/>
                        </a:defRPr>
                      </a:lvl6pPr>
                      <a:lvl7pPr marL="2743090" algn="l" defTabSz="914363" rtl="0" eaLnBrk="1" latinLnBrk="0" hangingPunct="1">
                        <a:defRPr sz="1800" kern="1200">
                          <a:solidFill>
                            <a:schemeClr val="dk1"/>
                          </a:solidFill>
                          <a:latin typeface="Segoe UI"/>
                        </a:defRPr>
                      </a:lvl7pPr>
                      <a:lvl8pPr marL="3200272" algn="l" defTabSz="914363" rtl="0" eaLnBrk="1" latinLnBrk="0" hangingPunct="1">
                        <a:defRPr sz="1800" kern="1200">
                          <a:solidFill>
                            <a:schemeClr val="dk1"/>
                          </a:solidFill>
                          <a:latin typeface="Segoe UI"/>
                        </a:defRPr>
                      </a:lvl8pPr>
                      <a:lvl9pPr marL="3657454" algn="l" defTabSz="914363" rtl="0" eaLnBrk="1" latinLnBrk="0" hangingPunct="1">
                        <a:defRPr sz="1800" kern="1200">
                          <a:solidFill>
                            <a:schemeClr val="dk1"/>
                          </a:solidFill>
                          <a:latin typeface="Segoe UI"/>
                        </a:defRPr>
                      </a:lvl9pPr>
                    </a:lstStyle>
                    <a:p>
                      <a:r>
                        <a:rPr lang="en-US" sz="2500" dirty="0"/>
                        <a:t>1</a:t>
                      </a:r>
                      <a:endParaRPr lang="en-US" sz="2500" dirty="0">
                        <a:solidFill>
                          <a:schemeClr val="tx2">
                            <a:lumMod val="75000"/>
                            <a:alpha val="99000"/>
                          </a:schemeClr>
                        </a:solidFill>
                      </a:endParaRPr>
                    </a:p>
                  </a:txBody>
                  <a:tcPr marL="121888" marR="121888" marT="60944" marB="60944" anchor="ctr">
                    <a:lnL>
                      <a:noFill/>
                    </a:lnL>
                    <a:lnR>
                      <a:noFill/>
                    </a:lnR>
                    <a:lnT w="12700" cmpd="sng">
                      <a:solidFill>
                        <a:srgbClr val="00BCF2"/>
                      </a:solidFill>
                    </a:lnT>
                    <a:lnB w="12700" cmpd="sng">
                      <a:solidFill>
                        <a:srgbClr val="00BCF2"/>
                      </a:solidFill>
                    </a:lnB>
                    <a:lnTlToBr w="12700" cmpd="sng">
                      <a:noFill/>
                      <a:prstDash val="solid"/>
                    </a:lnTlToBr>
                    <a:lnBlToTr w="12700" cmpd="sng">
                      <a:noFill/>
                      <a:prstDash val="solid"/>
                    </a:lnBlToTr>
                    <a:solidFill>
                      <a:srgbClr val="00BCF2">
                        <a:tint val="20000"/>
                      </a:srgbClr>
                    </a:solidFill>
                  </a:tcPr>
                </a:tc>
                <a:tc>
                  <a:txBody>
                    <a:bodyPr/>
                    <a:lstStyle>
                      <a:lvl1pPr marL="0" algn="l" defTabSz="914363" rtl="0" eaLnBrk="1" latinLnBrk="0" hangingPunct="1">
                        <a:defRPr sz="1800" kern="1200">
                          <a:solidFill>
                            <a:schemeClr val="dk1"/>
                          </a:solidFill>
                          <a:latin typeface="Segoe UI"/>
                        </a:defRPr>
                      </a:lvl1pPr>
                      <a:lvl2pPr marL="457182" algn="l" defTabSz="914363" rtl="0" eaLnBrk="1" latinLnBrk="0" hangingPunct="1">
                        <a:defRPr sz="1800" kern="1200">
                          <a:solidFill>
                            <a:schemeClr val="dk1"/>
                          </a:solidFill>
                          <a:latin typeface="Segoe UI"/>
                        </a:defRPr>
                      </a:lvl2pPr>
                      <a:lvl3pPr marL="914363" algn="l" defTabSz="914363" rtl="0" eaLnBrk="1" latinLnBrk="0" hangingPunct="1">
                        <a:defRPr sz="1800" kern="1200">
                          <a:solidFill>
                            <a:schemeClr val="dk1"/>
                          </a:solidFill>
                          <a:latin typeface="Segoe UI"/>
                        </a:defRPr>
                      </a:lvl3pPr>
                      <a:lvl4pPr marL="1371545" algn="l" defTabSz="914363" rtl="0" eaLnBrk="1" latinLnBrk="0" hangingPunct="1">
                        <a:defRPr sz="1800" kern="1200">
                          <a:solidFill>
                            <a:schemeClr val="dk1"/>
                          </a:solidFill>
                          <a:latin typeface="Segoe UI"/>
                        </a:defRPr>
                      </a:lvl4pPr>
                      <a:lvl5pPr marL="1828727" algn="l" defTabSz="914363" rtl="0" eaLnBrk="1" latinLnBrk="0" hangingPunct="1">
                        <a:defRPr sz="1800" kern="1200">
                          <a:solidFill>
                            <a:schemeClr val="dk1"/>
                          </a:solidFill>
                          <a:latin typeface="Segoe UI"/>
                        </a:defRPr>
                      </a:lvl5pPr>
                      <a:lvl6pPr marL="2285909" algn="l" defTabSz="914363" rtl="0" eaLnBrk="1" latinLnBrk="0" hangingPunct="1">
                        <a:defRPr sz="1800" kern="1200">
                          <a:solidFill>
                            <a:schemeClr val="dk1"/>
                          </a:solidFill>
                          <a:latin typeface="Segoe UI"/>
                        </a:defRPr>
                      </a:lvl6pPr>
                      <a:lvl7pPr marL="2743090" algn="l" defTabSz="914363" rtl="0" eaLnBrk="1" latinLnBrk="0" hangingPunct="1">
                        <a:defRPr sz="1800" kern="1200">
                          <a:solidFill>
                            <a:schemeClr val="dk1"/>
                          </a:solidFill>
                          <a:latin typeface="Segoe UI"/>
                        </a:defRPr>
                      </a:lvl7pPr>
                      <a:lvl8pPr marL="3200272" algn="l" defTabSz="914363" rtl="0" eaLnBrk="1" latinLnBrk="0" hangingPunct="1">
                        <a:defRPr sz="1800" kern="1200">
                          <a:solidFill>
                            <a:schemeClr val="dk1"/>
                          </a:solidFill>
                          <a:latin typeface="Segoe UI"/>
                        </a:defRPr>
                      </a:lvl8pPr>
                      <a:lvl9pPr marL="3657454" algn="l" defTabSz="914363" rtl="0" eaLnBrk="1" latinLnBrk="0" hangingPunct="1">
                        <a:defRPr sz="1800" kern="1200">
                          <a:solidFill>
                            <a:schemeClr val="dk1"/>
                          </a:solidFill>
                          <a:latin typeface="Segoe UI"/>
                        </a:defRPr>
                      </a:lvl9pPr>
                    </a:lstStyle>
                    <a:p>
                      <a:r>
                        <a:rPr lang="en-US" sz="2500" dirty="0">
                          <a:solidFill>
                            <a:schemeClr val="dk1"/>
                          </a:solidFill>
                        </a:rPr>
                        <a:t>3.5 GB</a:t>
                      </a:r>
                      <a:endParaRPr lang="en-US" sz="2500" dirty="0">
                        <a:solidFill>
                          <a:schemeClr val="tx2">
                            <a:lumMod val="75000"/>
                            <a:alpha val="99000"/>
                          </a:schemeClr>
                        </a:solidFill>
                      </a:endParaRPr>
                    </a:p>
                  </a:txBody>
                  <a:tcPr marL="121888" marR="121888" marT="60944" marB="60944" anchor="ctr">
                    <a:lnL>
                      <a:noFill/>
                    </a:lnL>
                    <a:lnR>
                      <a:noFill/>
                    </a:lnR>
                    <a:lnT w="12700" cmpd="sng">
                      <a:solidFill>
                        <a:srgbClr val="00BCF2"/>
                      </a:solidFill>
                    </a:lnT>
                    <a:lnB w="12700" cmpd="sng">
                      <a:solidFill>
                        <a:srgbClr val="00BCF2"/>
                      </a:solidFill>
                    </a:lnB>
                    <a:lnTlToBr w="12700" cmpd="sng">
                      <a:noFill/>
                      <a:prstDash val="solid"/>
                    </a:lnTlToBr>
                    <a:lnBlToTr w="12700" cmpd="sng">
                      <a:noFill/>
                      <a:prstDash val="solid"/>
                    </a:lnBlToTr>
                    <a:solidFill>
                      <a:srgbClr val="00BCF2">
                        <a:tint val="20000"/>
                      </a:srgbClr>
                    </a:solidFill>
                  </a:tcPr>
                </a:tc>
                <a:extLst>
                  <a:ext uri="{0D108BD9-81ED-4DB2-BD59-A6C34878D82A}">
                    <a16:rowId xmlns:a16="http://schemas.microsoft.com/office/drawing/2014/main" val="10001"/>
                  </a:ext>
                </a:extLst>
              </a:tr>
              <a:tr h="398274">
                <a:tc>
                  <a:txBody>
                    <a:bodyPr/>
                    <a:lstStyle>
                      <a:lvl1pPr marL="0" algn="l" defTabSz="914363" rtl="0" eaLnBrk="1" latinLnBrk="0" hangingPunct="1">
                        <a:defRPr sz="1800" kern="1200">
                          <a:solidFill>
                            <a:schemeClr val="dk1"/>
                          </a:solidFill>
                          <a:latin typeface="Segoe UI"/>
                        </a:defRPr>
                      </a:lvl1pPr>
                      <a:lvl2pPr marL="457182" algn="l" defTabSz="914363" rtl="0" eaLnBrk="1" latinLnBrk="0" hangingPunct="1">
                        <a:defRPr sz="1800" kern="1200">
                          <a:solidFill>
                            <a:schemeClr val="dk1"/>
                          </a:solidFill>
                          <a:latin typeface="Segoe UI"/>
                        </a:defRPr>
                      </a:lvl2pPr>
                      <a:lvl3pPr marL="914363" algn="l" defTabSz="914363" rtl="0" eaLnBrk="1" latinLnBrk="0" hangingPunct="1">
                        <a:defRPr sz="1800" kern="1200">
                          <a:solidFill>
                            <a:schemeClr val="dk1"/>
                          </a:solidFill>
                          <a:latin typeface="Segoe UI"/>
                        </a:defRPr>
                      </a:lvl3pPr>
                      <a:lvl4pPr marL="1371545" algn="l" defTabSz="914363" rtl="0" eaLnBrk="1" latinLnBrk="0" hangingPunct="1">
                        <a:defRPr sz="1800" kern="1200">
                          <a:solidFill>
                            <a:schemeClr val="dk1"/>
                          </a:solidFill>
                          <a:latin typeface="Segoe UI"/>
                        </a:defRPr>
                      </a:lvl4pPr>
                      <a:lvl5pPr marL="1828727" algn="l" defTabSz="914363" rtl="0" eaLnBrk="1" latinLnBrk="0" hangingPunct="1">
                        <a:defRPr sz="1800" kern="1200">
                          <a:solidFill>
                            <a:schemeClr val="dk1"/>
                          </a:solidFill>
                          <a:latin typeface="Segoe UI"/>
                        </a:defRPr>
                      </a:lvl5pPr>
                      <a:lvl6pPr marL="2285909" algn="l" defTabSz="914363" rtl="0" eaLnBrk="1" latinLnBrk="0" hangingPunct="1">
                        <a:defRPr sz="1800" kern="1200">
                          <a:solidFill>
                            <a:schemeClr val="dk1"/>
                          </a:solidFill>
                          <a:latin typeface="Segoe UI"/>
                        </a:defRPr>
                      </a:lvl6pPr>
                      <a:lvl7pPr marL="2743090" algn="l" defTabSz="914363" rtl="0" eaLnBrk="1" latinLnBrk="0" hangingPunct="1">
                        <a:defRPr sz="1800" kern="1200">
                          <a:solidFill>
                            <a:schemeClr val="dk1"/>
                          </a:solidFill>
                          <a:latin typeface="Segoe UI"/>
                        </a:defRPr>
                      </a:lvl7pPr>
                      <a:lvl8pPr marL="3200272" algn="l" defTabSz="914363" rtl="0" eaLnBrk="1" latinLnBrk="0" hangingPunct="1">
                        <a:defRPr sz="1800" kern="1200">
                          <a:solidFill>
                            <a:schemeClr val="dk1"/>
                          </a:solidFill>
                          <a:latin typeface="Segoe UI"/>
                        </a:defRPr>
                      </a:lvl8pPr>
                      <a:lvl9pPr marL="3657454" algn="l" defTabSz="914363" rtl="0" eaLnBrk="1" latinLnBrk="0" hangingPunct="1">
                        <a:defRPr sz="1800" kern="1200">
                          <a:solidFill>
                            <a:schemeClr val="dk1"/>
                          </a:solidFill>
                          <a:latin typeface="Segoe UI"/>
                        </a:defRPr>
                      </a:lvl9pPr>
                    </a:lstStyle>
                    <a:p>
                      <a:r>
                        <a:rPr lang="en-US" sz="2500" dirty="0"/>
                        <a:t>D2</a:t>
                      </a:r>
                      <a:endParaRPr lang="en-US" sz="2500" dirty="0">
                        <a:solidFill>
                          <a:schemeClr val="tx2">
                            <a:lumMod val="75000"/>
                            <a:alpha val="99000"/>
                          </a:schemeClr>
                        </a:solidFill>
                      </a:endParaRPr>
                    </a:p>
                  </a:txBody>
                  <a:tcPr marL="121888" marR="121888" marT="60944" marB="60944" anchor="ctr">
                    <a:lnL w="12700" cmpd="sng">
                      <a:solidFill>
                        <a:srgbClr val="00BCF2"/>
                      </a:solidFill>
                    </a:lnL>
                    <a:lnR>
                      <a:noFill/>
                    </a:lnR>
                    <a:lnT w="12700" cmpd="sng">
                      <a:solidFill>
                        <a:srgbClr val="00BCF2"/>
                      </a:solidFill>
                    </a:lnT>
                    <a:lnB w="12700" cmpd="sng">
                      <a:solidFill>
                        <a:srgbClr val="00BCF2"/>
                      </a:solidFill>
                    </a:lnB>
                    <a:lnTlToBr w="12700" cmpd="sng">
                      <a:noFill/>
                      <a:prstDash val="solid"/>
                    </a:lnTlToBr>
                    <a:lnBlToTr w="12700" cmpd="sng">
                      <a:noFill/>
                      <a:prstDash val="solid"/>
                    </a:lnBlToTr>
                    <a:solidFill>
                      <a:srgbClr val="FFFFFF"/>
                    </a:solidFill>
                  </a:tcPr>
                </a:tc>
                <a:tc>
                  <a:txBody>
                    <a:bodyPr/>
                    <a:lstStyle>
                      <a:lvl1pPr marL="0" algn="l" defTabSz="914363" rtl="0" eaLnBrk="1" latinLnBrk="0" hangingPunct="1">
                        <a:defRPr sz="1800" kern="1200">
                          <a:solidFill>
                            <a:schemeClr val="dk1"/>
                          </a:solidFill>
                          <a:latin typeface="Segoe UI"/>
                        </a:defRPr>
                      </a:lvl1pPr>
                      <a:lvl2pPr marL="457182" algn="l" defTabSz="914363" rtl="0" eaLnBrk="1" latinLnBrk="0" hangingPunct="1">
                        <a:defRPr sz="1800" kern="1200">
                          <a:solidFill>
                            <a:schemeClr val="dk1"/>
                          </a:solidFill>
                          <a:latin typeface="Segoe UI"/>
                        </a:defRPr>
                      </a:lvl2pPr>
                      <a:lvl3pPr marL="914363" algn="l" defTabSz="914363" rtl="0" eaLnBrk="1" latinLnBrk="0" hangingPunct="1">
                        <a:defRPr sz="1800" kern="1200">
                          <a:solidFill>
                            <a:schemeClr val="dk1"/>
                          </a:solidFill>
                          <a:latin typeface="Segoe UI"/>
                        </a:defRPr>
                      </a:lvl3pPr>
                      <a:lvl4pPr marL="1371545" algn="l" defTabSz="914363" rtl="0" eaLnBrk="1" latinLnBrk="0" hangingPunct="1">
                        <a:defRPr sz="1800" kern="1200">
                          <a:solidFill>
                            <a:schemeClr val="dk1"/>
                          </a:solidFill>
                          <a:latin typeface="Segoe UI"/>
                        </a:defRPr>
                      </a:lvl4pPr>
                      <a:lvl5pPr marL="1828727" algn="l" defTabSz="914363" rtl="0" eaLnBrk="1" latinLnBrk="0" hangingPunct="1">
                        <a:defRPr sz="1800" kern="1200">
                          <a:solidFill>
                            <a:schemeClr val="dk1"/>
                          </a:solidFill>
                          <a:latin typeface="Segoe UI"/>
                        </a:defRPr>
                      </a:lvl5pPr>
                      <a:lvl6pPr marL="2285909" algn="l" defTabSz="914363" rtl="0" eaLnBrk="1" latinLnBrk="0" hangingPunct="1">
                        <a:defRPr sz="1800" kern="1200">
                          <a:solidFill>
                            <a:schemeClr val="dk1"/>
                          </a:solidFill>
                          <a:latin typeface="Segoe UI"/>
                        </a:defRPr>
                      </a:lvl6pPr>
                      <a:lvl7pPr marL="2743090" algn="l" defTabSz="914363" rtl="0" eaLnBrk="1" latinLnBrk="0" hangingPunct="1">
                        <a:defRPr sz="1800" kern="1200">
                          <a:solidFill>
                            <a:schemeClr val="dk1"/>
                          </a:solidFill>
                          <a:latin typeface="Segoe UI"/>
                        </a:defRPr>
                      </a:lvl7pPr>
                      <a:lvl8pPr marL="3200272" algn="l" defTabSz="914363" rtl="0" eaLnBrk="1" latinLnBrk="0" hangingPunct="1">
                        <a:defRPr sz="1800" kern="1200">
                          <a:solidFill>
                            <a:schemeClr val="dk1"/>
                          </a:solidFill>
                          <a:latin typeface="Segoe UI"/>
                        </a:defRPr>
                      </a:lvl8pPr>
                      <a:lvl9pPr marL="3657454" algn="l" defTabSz="914363" rtl="0" eaLnBrk="1" latinLnBrk="0" hangingPunct="1">
                        <a:defRPr sz="1800" kern="1200">
                          <a:solidFill>
                            <a:schemeClr val="dk1"/>
                          </a:solidFill>
                          <a:latin typeface="Segoe UI"/>
                        </a:defRPr>
                      </a:lvl9pPr>
                    </a:lstStyle>
                    <a:p>
                      <a:r>
                        <a:rPr lang="en-US" sz="2500" dirty="0">
                          <a:solidFill>
                            <a:schemeClr val="dk1"/>
                          </a:solidFill>
                        </a:rPr>
                        <a:t>2</a:t>
                      </a:r>
                      <a:endParaRPr lang="en-US" sz="2500" dirty="0">
                        <a:solidFill>
                          <a:schemeClr val="tx2">
                            <a:lumMod val="75000"/>
                            <a:alpha val="99000"/>
                          </a:schemeClr>
                        </a:solidFill>
                      </a:endParaRPr>
                    </a:p>
                  </a:txBody>
                  <a:tcPr marL="121888" marR="121888" marT="60944" marB="60944" anchor="ctr">
                    <a:lnL>
                      <a:noFill/>
                    </a:lnL>
                    <a:lnR>
                      <a:noFill/>
                    </a:lnR>
                    <a:lnT w="12700" cmpd="sng">
                      <a:solidFill>
                        <a:srgbClr val="00BCF2"/>
                      </a:solidFill>
                    </a:lnT>
                    <a:lnB w="12700" cmpd="sng">
                      <a:solidFill>
                        <a:srgbClr val="00BCF2"/>
                      </a:solidFill>
                    </a:lnB>
                    <a:lnTlToBr w="12700" cmpd="sng">
                      <a:noFill/>
                      <a:prstDash val="solid"/>
                    </a:lnTlToBr>
                    <a:lnBlToTr w="12700" cmpd="sng">
                      <a:noFill/>
                      <a:prstDash val="solid"/>
                    </a:lnBlToTr>
                    <a:solidFill>
                      <a:srgbClr val="FFFFFF"/>
                    </a:solidFill>
                  </a:tcPr>
                </a:tc>
                <a:tc>
                  <a:txBody>
                    <a:bodyPr/>
                    <a:lstStyle>
                      <a:lvl1pPr marL="0" algn="l" defTabSz="914363" rtl="0" eaLnBrk="1" latinLnBrk="0" hangingPunct="1">
                        <a:defRPr sz="1800" kern="1200">
                          <a:solidFill>
                            <a:schemeClr val="dk1"/>
                          </a:solidFill>
                          <a:latin typeface="Segoe UI"/>
                        </a:defRPr>
                      </a:lvl1pPr>
                      <a:lvl2pPr marL="457182" algn="l" defTabSz="914363" rtl="0" eaLnBrk="1" latinLnBrk="0" hangingPunct="1">
                        <a:defRPr sz="1800" kern="1200">
                          <a:solidFill>
                            <a:schemeClr val="dk1"/>
                          </a:solidFill>
                          <a:latin typeface="Segoe UI"/>
                        </a:defRPr>
                      </a:lvl2pPr>
                      <a:lvl3pPr marL="914363" algn="l" defTabSz="914363" rtl="0" eaLnBrk="1" latinLnBrk="0" hangingPunct="1">
                        <a:defRPr sz="1800" kern="1200">
                          <a:solidFill>
                            <a:schemeClr val="dk1"/>
                          </a:solidFill>
                          <a:latin typeface="Segoe UI"/>
                        </a:defRPr>
                      </a:lvl3pPr>
                      <a:lvl4pPr marL="1371545" algn="l" defTabSz="914363" rtl="0" eaLnBrk="1" latinLnBrk="0" hangingPunct="1">
                        <a:defRPr sz="1800" kern="1200">
                          <a:solidFill>
                            <a:schemeClr val="dk1"/>
                          </a:solidFill>
                          <a:latin typeface="Segoe UI"/>
                        </a:defRPr>
                      </a:lvl4pPr>
                      <a:lvl5pPr marL="1828727" algn="l" defTabSz="914363" rtl="0" eaLnBrk="1" latinLnBrk="0" hangingPunct="1">
                        <a:defRPr sz="1800" kern="1200">
                          <a:solidFill>
                            <a:schemeClr val="dk1"/>
                          </a:solidFill>
                          <a:latin typeface="Segoe UI"/>
                        </a:defRPr>
                      </a:lvl5pPr>
                      <a:lvl6pPr marL="2285909" algn="l" defTabSz="914363" rtl="0" eaLnBrk="1" latinLnBrk="0" hangingPunct="1">
                        <a:defRPr sz="1800" kern="1200">
                          <a:solidFill>
                            <a:schemeClr val="dk1"/>
                          </a:solidFill>
                          <a:latin typeface="Segoe UI"/>
                        </a:defRPr>
                      </a:lvl6pPr>
                      <a:lvl7pPr marL="2743090" algn="l" defTabSz="914363" rtl="0" eaLnBrk="1" latinLnBrk="0" hangingPunct="1">
                        <a:defRPr sz="1800" kern="1200">
                          <a:solidFill>
                            <a:schemeClr val="dk1"/>
                          </a:solidFill>
                          <a:latin typeface="Segoe UI"/>
                        </a:defRPr>
                      </a:lvl7pPr>
                      <a:lvl8pPr marL="3200272" algn="l" defTabSz="914363" rtl="0" eaLnBrk="1" latinLnBrk="0" hangingPunct="1">
                        <a:defRPr sz="1800" kern="1200">
                          <a:solidFill>
                            <a:schemeClr val="dk1"/>
                          </a:solidFill>
                          <a:latin typeface="Segoe UI"/>
                        </a:defRPr>
                      </a:lvl8pPr>
                      <a:lvl9pPr marL="3657454" algn="l" defTabSz="914363" rtl="0" eaLnBrk="1" latinLnBrk="0" hangingPunct="1">
                        <a:defRPr sz="1800" kern="1200">
                          <a:solidFill>
                            <a:schemeClr val="dk1"/>
                          </a:solidFill>
                          <a:latin typeface="Segoe UI"/>
                        </a:defRPr>
                      </a:lvl9pPr>
                    </a:lstStyle>
                    <a:p>
                      <a:r>
                        <a:rPr lang="en-US" altLang="zh-CN" sz="2500" dirty="0">
                          <a:solidFill>
                            <a:schemeClr val="dk1"/>
                          </a:solidFill>
                        </a:rPr>
                        <a:t>7 GB</a:t>
                      </a:r>
                      <a:endParaRPr lang="en-US" sz="2500" dirty="0">
                        <a:solidFill>
                          <a:schemeClr val="tx2">
                            <a:lumMod val="75000"/>
                            <a:alpha val="99000"/>
                          </a:schemeClr>
                        </a:solidFill>
                      </a:endParaRPr>
                    </a:p>
                  </a:txBody>
                  <a:tcPr marL="121888" marR="121888" marT="60944" marB="60944" anchor="ctr">
                    <a:lnL>
                      <a:noFill/>
                    </a:lnL>
                    <a:lnR>
                      <a:noFill/>
                    </a:lnR>
                    <a:lnT w="12700" cmpd="sng">
                      <a:solidFill>
                        <a:srgbClr val="00BCF2"/>
                      </a:solidFill>
                    </a:lnT>
                    <a:lnB w="12700" cmpd="sng">
                      <a:solidFill>
                        <a:srgbClr val="00BCF2"/>
                      </a:solid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r h="398274">
                <a:tc>
                  <a:txBody>
                    <a:bodyPr/>
                    <a:lstStyle>
                      <a:lvl1pPr marL="0" algn="l" defTabSz="914363" rtl="0" eaLnBrk="1" latinLnBrk="0" hangingPunct="1">
                        <a:defRPr sz="1800" kern="1200">
                          <a:solidFill>
                            <a:schemeClr val="dk1"/>
                          </a:solidFill>
                          <a:latin typeface="Segoe UI"/>
                        </a:defRPr>
                      </a:lvl1pPr>
                      <a:lvl2pPr marL="457182" algn="l" defTabSz="914363" rtl="0" eaLnBrk="1" latinLnBrk="0" hangingPunct="1">
                        <a:defRPr sz="1800" kern="1200">
                          <a:solidFill>
                            <a:schemeClr val="dk1"/>
                          </a:solidFill>
                          <a:latin typeface="Segoe UI"/>
                        </a:defRPr>
                      </a:lvl2pPr>
                      <a:lvl3pPr marL="914363" algn="l" defTabSz="914363" rtl="0" eaLnBrk="1" latinLnBrk="0" hangingPunct="1">
                        <a:defRPr sz="1800" kern="1200">
                          <a:solidFill>
                            <a:schemeClr val="dk1"/>
                          </a:solidFill>
                          <a:latin typeface="Segoe UI"/>
                        </a:defRPr>
                      </a:lvl3pPr>
                      <a:lvl4pPr marL="1371545" algn="l" defTabSz="914363" rtl="0" eaLnBrk="1" latinLnBrk="0" hangingPunct="1">
                        <a:defRPr sz="1800" kern="1200">
                          <a:solidFill>
                            <a:schemeClr val="dk1"/>
                          </a:solidFill>
                          <a:latin typeface="Segoe UI"/>
                        </a:defRPr>
                      </a:lvl4pPr>
                      <a:lvl5pPr marL="1828727" algn="l" defTabSz="914363" rtl="0" eaLnBrk="1" latinLnBrk="0" hangingPunct="1">
                        <a:defRPr sz="1800" kern="1200">
                          <a:solidFill>
                            <a:schemeClr val="dk1"/>
                          </a:solidFill>
                          <a:latin typeface="Segoe UI"/>
                        </a:defRPr>
                      </a:lvl5pPr>
                      <a:lvl6pPr marL="2285909" algn="l" defTabSz="914363" rtl="0" eaLnBrk="1" latinLnBrk="0" hangingPunct="1">
                        <a:defRPr sz="1800" kern="1200">
                          <a:solidFill>
                            <a:schemeClr val="dk1"/>
                          </a:solidFill>
                          <a:latin typeface="Segoe UI"/>
                        </a:defRPr>
                      </a:lvl6pPr>
                      <a:lvl7pPr marL="2743090" algn="l" defTabSz="914363" rtl="0" eaLnBrk="1" latinLnBrk="0" hangingPunct="1">
                        <a:defRPr sz="1800" kern="1200">
                          <a:solidFill>
                            <a:schemeClr val="dk1"/>
                          </a:solidFill>
                          <a:latin typeface="Segoe UI"/>
                        </a:defRPr>
                      </a:lvl7pPr>
                      <a:lvl8pPr marL="3200272" algn="l" defTabSz="914363" rtl="0" eaLnBrk="1" latinLnBrk="0" hangingPunct="1">
                        <a:defRPr sz="1800" kern="1200">
                          <a:solidFill>
                            <a:schemeClr val="dk1"/>
                          </a:solidFill>
                          <a:latin typeface="Segoe UI"/>
                        </a:defRPr>
                      </a:lvl8pPr>
                      <a:lvl9pPr marL="3657454" algn="l" defTabSz="914363" rtl="0" eaLnBrk="1" latinLnBrk="0" hangingPunct="1">
                        <a:defRPr sz="1800" kern="1200">
                          <a:solidFill>
                            <a:schemeClr val="dk1"/>
                          </a:solidFill>
                          <a:latin typeface="Segoe UI"/>
                        </a:defRPr>
                      </a:lvl9pPr>
                    </a:lstStyle>
                    <a:p>
                      <a:r>
                        <a:rPr lang="en-US" sz="2500" dirty="0"/>
                        <a:t>D3</a:t>
                      </a:r>
                      <a:endParaRPr lang="en-US" sz="2500" dirty="0">
                        <a:solidFill>
                          <a:schemeClr val="tx2">
                            <a:lumMod val="75000"/>
                            <a:alpha val="99000"/>
                          </a:schemeClr>
                        </a:solidFill>
                      </a:endParaRPr>
                    </a:p>
                  </a:txBody>
                  <a:tcPr marL="121888" marR="121888" marT="60944" marB="60944" anchor="ctr">
                    <a:lnL w="12700" cmpd="sng">
                      <a:solidFill>
                        <a:srgbClr val="00BCF2"/>
                      </a:solidFill>
                    </a:lnL>
                    <a:lnR>
                      <a:noFill/>
                    </a:lnR>
                    <a:lnT w="12700" cmpd="sng">
                      <a:solidFill>
                        <a:srgbClr val="00BCF2"/>
                      </a:solidFill>
                    </a:lnT>
                    <a:lnB w="12700" cmpd="sng">
                      <a:solidFill>
                        <a:srgbClr val="00BCF2"/>
                      </a:solidFill>
                    </a:lnB>
                    <a:lnTlToBr w="12700" cmpd="sng">
                      <a:noFill/>
                      <a:prstDash val="solid"/>
                    </a:lnTlToBr>
                    <a:lnBlToTr w="12700" cmpd="sng">
                      <a:noFill/>
                      <a:prstDash val="solid"/>
                    </a:lnBlToTr>
                    <a:solidFill>
                      <a:srgbClr val="00BCF2">
                        <a:tint val="20000"/>
                      </a:srgbClr>
                    </a:solidFill>
                  </a:tcPr>
                </a:tc>
                <a:tc>
                  <a:txBody>
                    <a:bodyPr/>
                    <a:lstStyle>
                      <a:lvl1pPr marL="0" algn="l" defTabSz="914363" rtl="0" eaLnBrk="1" latinLnBrk="0" hangingPunct="1">
                        <a:defRPr sz="1800" kern="1200">
                          <a:solidFill>
                            <a:schemeClr val="dk1"/>
                          </a:solidFill>
                          <a:latin typeface="Segoe UI"/>
                        </a:defRPr>
                      </a:lvl1pPr>
                      <a:lvl2pPr marL="457182" algn="l" defTabSz="914363" rtl="0" eaLnBrk="1" latinLnBrk="0" hangingPunct="1">
                        <a:defRPr sz="1800" kern="1200">
                          <a:solidFill>
                            <a:schemeClr val="dk1"/>
                          </a:solidFill>
                          <a:latin typeface="Segoe UI"/>
                        </a:defRPr>
                      </a:lvl2pPr>
                      <a:lvl3pPr marL="914363" algn="l" defTabSz="914363" rtl="0" eaLnBrk="1" latinLnBrk="0" hangingPunct="1">
                        <a:defRPr sz="1800" kern="1200">
                          <a:solidFill>
                            <a:schemeClr val="dk1"/>
                          </a:solidFill>
                          <a:latin typeface="Segoe UI"/>
                        </a:defRPr>
                      </a:lvl3pPr>
                      <a:lvl4pPr marL="1371545" algn="l" defTabSz="914363" rtl="0" eaLnBrk="1" latinLnBrk="0" hangingPunct="1">
                        <a:defRPr sz="1800" kern="1200">
                          <a:solidFill>
                            <a:schemeClr val="dk1"/>
                          </a:solidFill>
                          <a:latin typeface="Segoe UI"/>
                        </a:defRPr>
                      </a:lvl4pPr>
                      <a:lvl5pPr marL="1828727" algn="l" defTabSz="914363" rtl="0" eaLnBrk="1" latinLnBrk="0" hangingPunct="1">
                        <a:defRPr sz="1800" kern="1200">
                          <a:solidFill>
                            <a:schemeClr val="dk1"/>
                          </a:solidFill>
                          <a:latin typeface="Segoe UI"/>
                        </a:defRPr>
                      </a:lvl5pPr>
                      <a:lvl6pPr marL="2285909" algn="l" defTabSz="914363" rtl="0" eaLnBrk="1" latinLnBrk="0" hangingPunct="1">
                        <a:defRPr sz="1800" kern="1200">
                          <a:solidFill>
                            <a:schemeClr val="dk1"/>
                          </a:solidFill>
                          <a:latin typeface="Segoe UI"/>
                        </a:defRPr>
                      </a:lvl6pPr>
                      <a:lvl7pPr marL="2743090" algn="l" defTabSz="914363" rtl="0" eaLnBrk="1" latinLnBrk="0" hangingPunct="1">
                        <a:defRPr sz="1800" kern="1200">
                          <a:solidFill>
                            <a:schemeClr val="dk1"/>
                          </a:solidFill>
                          <a:latin typeface="Segoe UI"/>
                        </a:defRPr>
                      </a:lvl7pPr>
                      <a:lvl8pPr marL="3200272" algn="l" defTabSz="914363" rtl="0" eaLnBrk="1" latinLnBrk="0" hangingPunct="1">
                        <a:defRPr sz="1800" kern="1200">
                          <a:solidFill>
                            <a:schemeClr val="dk1"/>
                          </a:solidFill>
                          <a:latin typeface="Segoe UI"/>
                        </a:defRPr>
                      </a:lvl8pPr>
                      <a:lvl9pPr marL="3657454" algn="l" defTabSz="914363" rtl="0" eaLnBrk="1" latinLnBrk="0" hangingPunct="1">
                        <a:defRPr sz="1800" kern="1200">
                          <a:solidFill>
                            <a:schemeClr val="dk1"/>
                          </a:solidFill>
                          <a:latin typeface="Segoe UI"/>
                        </a:defRPr>
                      </a:lvl9pPr>
                    </a:lstStyle>
                    <a:p>
                      <a:r>
                        <a:rPr lang="en-US" sz="2500" dirty="0">
                          <a:solidFill>
                            <a:schemeClr val="dk1"/>
                          </a:solidFill>
                        </a:rPr>
                        <a:t>4</a:t>
                      </a:r>
                      <a:endParaRPr lang="en-US" sz="2500" dirty="0">
                        <a:solidFill>
                          <a:schemeClr val="tx2">
                            <a:lumMod val="75000"/>
                            <a:alpha val="99000"/>
                          </a:schemeClr>
                        </a:solidFill>
                      </a:endParaRPr>
                    </a:p>
                  </a:txBody>
                  <a:tcPr marL="121888" marR="121888" marT="60944" marB="60944" anchor="ctr">
                    <a:lnL>
                      <a:noFill/>
                    </a:lnL>
                    <a:lnR>
                      <a:noFill/>
                    </a:lnR>
                    <a:lnT w="12700" cmpd="sng">
                      <a:solidFill>
                        <a:srgbClr val="00BCF2"/>
                      </a:solidFill>
                    </a:lnT>
                    <a:lnB w="12700" cmpd="sng">
                      <a:solidFill>
                        <a:srgbClr val="00BCF2"/>
                      </a:solidFill>
                    </a:lnB>
                    <a:lnTlToBr w="12700" cmpd="sng">
                      <a:noFill/>
                      <a:prstDash val="solid"/>
                    </a:lnTlToBr>
                    <a:lnBlToTr w="12700" cmpd="sng">
                      <a:noFill/>
                      <a:prstDash val="solid"/>
                    </a:lnBlToTr>
                    <a:solidFill>
                      <a:srgbClr val="00BCF2">
                        <a:tint val="20000"/>
                      </a:srgbClr>
                    </a:solidFill>
                  </a:tcPr>
                </a:tc>
                <a:tc>
                  <a:txBody>
                    <a:bodyPr/>
                    <a:lstStyle>
                      <a:lvl1pPr marL="0" algn="l" defTabSz="914363" rtl="0" eaLnBrk="1" latinLnBrk="0" hangingPunct="1">
                        <a:defRPr sz="1800" kern="1200">
                          <a:solidFill>
                            <a:schemeClr val="dk1"/>
                          </a:solidFill>
                          <a:latin typeface="Segoe UI"/>
                        </a:defRPr>
                      </a:lvl1pPr>
                      <a:lvl2pPr marL="457182" algn="l" defTabSz="914363" rtl="0" eaLnBrk="1" latinLnBrk="0" hangingPunct="1">
                        <a:defRPr sz="1800" kern="1200">
                          <a:solidFill>
                            <a:schemeClr val="dk1"/>
                          </a:solidFill>
                          <a:latin typeface="Segoe UI"/>
                        </a:defRPr>
                      </a:lvl2pPr>
                      <a:lvl3pPr marL="914363" algn="l" defTabSz="914363" rtl="0" eaLnBrk="1" latinLnBrk="0" hangingPunct="1">
                        <a:defRPr sz="1800" kern="1200">
                          <a:solidFill>
                            <a:schemeClr val="dk1"/>
                          </a:solidFill>
                          <a:latin typeface="Segoe UI"/>
                        </a:defRPr>
                      </a:lvl3pPr>
                      <a:lvl4pPr marL="1371545" algn="l" defTabSz="914363" rtl="0" eaLnBrk="1" latinLnBrk="0" hangingPunct="1">
                        <a:defRPr sz="1800" kern="1200">
                          <a:solidFill>
                            <a:schemeClr val="dk1"/>
                          </a:solidFill>
                          <a:latin typeface="Segoe UI"/>
                        </a:defRPr>
                      </a:lvl4pPr>
                      <a:lvl5pPr marL="1828727" algn="l" defTabSz="914363" rtl="0" eaLnBrk="1" latinLnBrk="0" hangingPunct="1">
                        <a:defRPr sz="1800" kern="1200">
                          <a:solidFill>
                            <a:schemeClr val="dk1"/>
                          </a:solidFill>
                          <a:latin typeface="Segoe UI"/>
                        </a:defRPr>
                      </a:lvl5pPr>
                      <a:lvl6pPr marL="2285909" algn="l" defTabSz="914363" rtl="0" eaLnBrk="1" latinLnBrk="0" hangingPunct="1">
                        <a:defRPr sz="1800" kern="1200">
                          <a:solidFill>
                            <a:schemeClr val="dk1"/>
                          </a:solidFill>
                          <a:latin typeface="Segoe UI"/>
                        </a:defRPr>
                      </a:lvl6pPr>
                      <a:lvl7pPr marL="2743090" algn="l" defTabSz="914363" rtl="0" eaLnBrk="1" latinLnBrk="0" hangingPunct="1">
                        <a:defRPr sz="1800" kern="1200">
                          <a:solidFill>
                            <a:schemeClr val="dk1"/>
                          </a:solidFill>
                          <a:latin typeface="Segoe UI"/>
                        </a:defRPr>
                      </a:lvl7pPr>
                      <a:lvl8pPr marL="3200272" algn="l" defTabSz="914363" rtl="0" eaLnBrk="1" latinLnBrk="0" hangingPunct="1">
                        <a:defRPr sz="1800" kern="1200">
                          <a:solidFill>
                            <a:schemeClr val="dk1"/>
                          </a:solidFill>
                          <a:latin typeface="Segoe UI"/>
                        </a:defRPr>
                      </a:lvl8pPr>
                      <a:lvl9pPr marL="3657454" algn="l" defTabSz="914363" rtl="0" eaLnBrk="1" latinLnBrk="0" hangingPunct="1">
                        <a:defRPr sz="1800" kern="1200">
                          <a:solidFill>
                            <a:schemeClr val="dk1"/>
                          </a:solidFill>
                          <a:latin typeface="Segoe UI"/>
                        </a:defRPr>
                      </a:lvl9pPr>
                    </a:lstStyle>
                    <a:p>
                      <a:r>
                        <a:rPr lang="en-US" altLang="zh-CN" sz="2500" dirty="0">
                          <a:solidFill>
                            <a:schemeClr val="dk1"/>
                          </a:solidFill>
                        </a:rPr>
                        <a:t>14 GB</a:t>
                      </a:r>
                      <a:endParaRPr lang="en-US" sz="2500" dirty="0">
                        <a:solidFill>
                          <a:schemeClr val="tx2">
                            <a:lumMod val="75000"/>
                            <a:alpha val="99000"/>
                          </a:schemeClr>
                        </a:solidFill>
                      </a:endParaRPr>
                    </a:p>
                  </a:txBody>
                  <a:tcPr marL="121888" marR="121888" marT="60944" marB="60944" anchor="ctr">
                    <a:lnL>
                      <a:noFill/>
                    </a:lnL>
                    <a:lnR>
                      <a:noFill/>
                    </a:lnR>
                    <a:lnT w="12700" cmpd="sng">
                      <a:solidFill>
                        <a:srgbClr val="00BCF2"/>
                      </a:solidFill>
                    </a:lnT>
                    <a:lnB w="12700" cmpd="sng">
                      <a:solidFill>
                        <a:srgbClr val="00BCF2"/>
                      </a:solidFill>
                    </a:lnB>
                    <a:lnTlToBr w="12700" cmpd="sng">
                      <a:noFill/>
                      <a:prstDash val="solid"/>
                    </a:lnTlToBr>
                    <a:lnBlToTr w="12700" cmpd="sng">
                      <a:noFill/>
                      <a:prstDash val="solid"/>
                    </a:lnBlToTr>
                    <a:solidFill>
                      <a:srgbClr val="00BCF2">
                        <a:tint val="20000"/>
                      </a:srgbClr>
                    </a:solidFill>
                  </a:tcPr>
                </a:tc>
                <a:extLst>
                  <a:ext uri="{0D108BD9-81ED-4DB2-BD59-A6C34878D82A}">
                    <a16:rowId xmlns:a16="http://schemas.microsoft.com/office/drawing/2014/main" val="10003"/>
                  </a:ext>
                </a:extLst>
              </a:tr>
              <a:tr h="398274">
                <a:tc>
                  <a:txBody>
                    <a:bodyPr/>
                    <a:lstStyle>
                      <a:lvl1pPr marL="0" algn="l" defTabSz="914363" rtl="0" eaLnBrk="1" latinLnBrk="0" hangingPunct="1">
                        <a:defRPr sz="1800" kern="1200">
                          <a:solidFill>
                            <a:schemeClr val="dk1"/>
                          </a:solidFill>
                          <a:latin typeface="Segoe UI"/>
                        </a:defRPr>
                      </a:lvl1pPr>
                      <a:lvl2pPr marL="457182" algn="l" defTabSz="914363" rtl="0" eaLnBrk="1" latinLnBrk="0" hangingPunct="1">
                        <a:defRPr sz="1800" kern="1200">
                          <a:solidFill>
                            <a:schemeClr val="dk1"/>
                          </a:solidFill>
                          <a:latin typeface="Segoe UI"/>
                        </a:defRPr>
                      </a:lvl2pPr>
                      <a:lvl3pPr marL="914363" algn="l" defTabSz="914363" rtl="0" eaLnBrk="1" latinLnBrk="0" hangingPunct="1">
                        <a:defRPr sz="1800" kern="1200">
                          <a:solidFill>
                            <a:schemeClr val="dk1"/>
                          </a:solidFill>
                          <a:latin typeface="Segoe UI"/>
                        </a:defRPr>
                      </a:lvl3pPr>
                      <a:lvl4pPr marL="1371545" algn="l" defTabSz="914363" rtl="0" eaLnBrk="1" latinLnBrk="0" hangingPunct="1">
                        <a:defRPr sz="1800" kern="1200">
                          <a:solidFill>
                            <a:schemeClr val="dk1"/>
                          </a:solidFill>
                          <a:latin typeface="Segoe UI"/>
                        </a:defRPr>
                      </a:lvl4pPr>
                      <a:lvl5pPr marL="1828727" algn="l" defTabSz="914363" rtl="0" eaLnBrk="1" latinLnBrk="0" hangingPunct="1">
                        <a:defRPr sz="1800" kern="1200">
                          <a:solidFill>
                            <a:schemeClr val="dk1"/>
                          </a:solidFill>
                          <a:latin typeface="Segoe UI"/>
                        </a:defRPr>
                      </a:lvl5pPr>
                      <a:lvl6pPr marL="2285909" algn="l" defTabSz="914363" rtl="0" eaLnBrk="1" latinLnBrk="0" hangingPunct="1">
                        <a:defRPr sz="1800" kern="1200">
                          <a:solidFill>
                            <a:schemeClr val="dk1"/>
                          </a:solidFill>
                          <a:latin typeface="Segoe UI"/>
                        </a:defRPr>
                      </a:lvl6pPr>
                      <a:lvl7pPr marL="2743090" algn="l" defTabSz="914363" rtl="0" eaLnBrk="1" latinLnBrk="0" hangingPunct="1">
                        <a:defRPr sz="1800" kern="1200">
                          <a:solidFill>
                            <a:schemeClr val="dk1"/>
                          </a:solidFill>
                          <a:latin typeface="Segoe UI"/>
                        </a:defRPr>
                      </a:lvl7pPr>
                      <a:lvl8pPr marL="3200272" algn="l" defTabSz="914363" rtl="0" eaLnBrk="1" latinLnBrk="0" hangingPunct="1">
                        <a:defRPr sz="1800" kern="1200">
                          <a:solidFill>
                            <a:schemeClr val="dk1"/>
                          </a:solidFill>
                          <a:latin typeface="Segoe UI"/>
                        </a:defRPr>
                      </a:lvl8pPr>
                      <a:lvl9pPr marL="3657454" algn="l" defTabSz="914363" rtl="0" eaLnBrk="1" latinLnBrk="0" hangingPunct="1">
                        <a:defRPr sz="1800" kern="1200">
                          <a:solidFill>
                            <a:schemeClr val="dk1"/>
                          </a:solidFill>
                          <a:latin typeface="Segoe UI"/>
                        </a:defRPr>
                      </a:lvl9pPr>
                    </a:lstStyle>
                    <a:p>
                      <a:r>
                        <a:rPr lang="en-US" sz="2500" dirty="0"/>
                        <a:t>D4</a:t>
                      </a:r>
                      <a:endParaRPr lang="en-US" sz="2500" dirty="0">
                        <a:solidFill>
                          <a:schemeClr val="tx2">
                            <a:lumMod val="75000"/>
                            <a:alpha val="99000"/>
                          </a:schemeClr>
                        </a:solidFill>
                      </a:endParaRPr>
                    </a:p>
                  </a:txBody>
                  <a:tcPr marL="121888" marR="121888" marT="60944" marB="60944" anchor="ctr">
                    <a:lnL w="12700" cmpd="sng">
                      <a:solidFill>
                        <a:srgbClr val="00BCF2"/>
                      </a:solidFill>
                    </a:lnL>
                    <a:lnR>
                      <a:noFill/>
                    </a:lnR>
                    <a:lnT w="12700" cmpd="sng">
                      <a:solidFill>
                        <a:srgbClr val="00BCF2"/>
                      </a:solidFill>
                    </a:lnT>
                    <a:lnB w="12700" cmpd="sng">
                      <a:solidFill>
                        <a:srgbClr val="00BCF2"/>
                      </a:solidFill>
                    </a:lnB>
                    <a:lnTlToBr w="12700" cmpd="sng">
                      <a:noFill/>
                      <a:prstDash val="solid"/>
                    </a:lnTlToBr>
                    <a:lnBlToTr w="12700" cmpd="sng">
                      <a:noFill/>
                      <a:prstDash val="solid"/>
                    </a:lnBlToTr>
                    <a:solidFill>
                      <a:srgbClr val="FFFFFF"/>
                    </a:solidFill>
                  </a:tcPr>
                </a:tc>
                <a:tc>
                  <a:txBody>
                    <a:bodyPr/>
                    <a:lstStyle>
                      <a:lvl1pPr marL="0" algn="l" defTabSz="914363" rtl="0" eaLnBrk="1" latinLnBrk="0" hangingPunct="1">
                        <a:defRPr sz="1800" kern="1200">
                          <a:solidFill>
                            <a:schemeClr val="dk1"/>
                          </a:solidFill>
                          <a:latin typeface="Segoe UI"/>
                        </a:defRPr>
                      </a:lvl1pPr>
                      <a:lvl2pPr marL="457182" algn="l" defTabSz="914363" rtl="0" eaLnBrk="1" latinLnBrk="0" hangingPunct="1">
                        <a:defRPr sz="1800" kern="1200">
                          <a:solidFill>
                            <a:schemeClr val="dk1"/>
                          </a:solidFill>
                          <a:latin typeface="Segoe UI"/>
                        </a:defRPr>
                      </a:lvl2pPr>
                      <a:lvl3pPr marL="914363" algn="l" defTabSz="914363" rtl="0" eaLnBrk="1" latinLnBrk="0" hangingPunct="1">
                        <a:defRPr sz="1800" kern="1200">
                          <a:solidFill>
                            <a:schemeClr val="dk1"/>
                          </a:solidFill>
                          <a:latin typeface="Segoe UI"/>
                        </a:defRPr>
                      </a:lvl3pPr>
                      <a:lvl4pPr marL="1371545" algn="l" defTabSz="914363" rtl="0" eaLnBrk="1" latinLnBrk="0" hangingPunct="1">
                        <a:defRPr sz="1800" kern="1200">
                          <a:solidFill>
                            <a:schemeClr val="dk1"/>
                          </a:solidFill>
                          <a:latin typeface="Segoe UI"/>
                        </a:defRPr>
                      </a:lvl4pPr>
                      <a:lvl5pPr marL="1828727" algn="l" defTabSz="914363" rtl="0" eaLnBrk="1" latinLnBrk="0" hangingPunct="1">
                        <a:defRPr sz="1800" kern="1200">
                          <a:solidFill>
                            <a:schemeClr val="dk1"/>
                          </a:solidFill>
                          <a:latin typeface="Segoe UI"/>
                        </a:defRPr>
                      </a:lvl5pPr>
                      <a:lvl6pPr marL="2285909" algn="l" defTabSz="914363" rtl="0" eaLnBrk="1" latinLnBrk="0" hangingPunct="1">
                        <a:defRPr sz="1800" kern="1200">
                          <a:solidFill>
                            <a:schemeClr val="dk1"/>
                          </a:solidFill>
                          <a:latin typeface="Segoe UI"/>
                        </a:defRPr>
                      </a:lvl6pPr>
                      <a:lvl7pPr marL="2743090" algn="l" defTabSz="914363" rtl="0" eaLnBrk="1" latinLnBrk="0" hangingPunct="1">
                        <a:defRPr sz="1800" kern="1200">
                          <a:solidFill>
                            <a:schemeClr val="dk1"/>
                          </a:solidFill>
                          <a:latin typeface="Segoe UI"/>
                        </a:defRPr>
                      </a:lvl7pPr>
                      <a:lvl8pPr marL="3200272" algn="l" defTabSz="914363" rtl="0" eaLnBrk="1" latinLnBrk="0" hangingPunct="1">
                        <a:defRPr sz="1800" kern="1200">
                          <a:solidFill>
                            <a:schemeClr val="dk1"/>
                          </a:solidFill>
                          <a:latin typeface="Segoe UI"/>
                        </a:defRPr>
                      </a:lvl8pPr>
                      <a:lvl9pPr marL="3657454" algn="l" defTabSz="914363" rtl="0" eaLnBrk="1" latinLnBrk="0" hangingPunct="1">
                        <a:defRPr sz="1800" kern="1200">
                          <a:solidFill>
                            <a:schemeClr val="dk1"/>
                          </a:solidFill>
                          <a:latin typeface="Segoe UI"/>
                        </a:defRPr>
                      </a:lvl9pPr>
                    </a:lstStyle>
                    <a:p>
                      <a:r>
                        <a:rPr lang="en-US" sz="2500" dirty="0">
                          <a:solidFill>
                            <a:schemeClr val="dk1"/>
                          </a:solidFill>
                        </a:rPr>
                        <a:t>5</a:t>
                      </a:r>
                      <a:endParaRPr lang="en-US" sz="2500" dirty="0">
                        <a:solidFill>
                          <a:schemeClr val="tx2">
                            <a:lumMod val="75000"/>
                            <a:alpha val="99000"/>
                          </a:schemeClr>
                        </a:solidFill>
                      </a:endParaRPr>
                    </a:p>
                  </a:txBody>
                  <a:tcPr marL="121888" marR="121888" marT="60944" marB="60944" anchor="ctr">
                    <a:lnL>
                      <a:noFill/>
                    </a:lnL>
                    <a:lnR>
                      <a:noFill/>
                    </a:lnR>
                    <a:lnT w="12700" cmpd="sng">
                      <a:solidFill>
                        <a:srgbClr val="00BCF2"/>
                      </a:solidFill>
                    </a:lnT>
                    <a:lnB w="12700" cmpd="sng">
                      <a:solidFill>
                        <a:srgbClr val="00BCF2"/>
                      </a:solidFill>
                    </a:lnB>
                    <a:lnTlToBr w="12700" cmpd="sng">
                      <a:noFill/>
                      <a:prstDash val="solid"/>
                    </a:lnTlToBr>
                    <a:lnBlToTr w="12700" cmpd="sng">
                      <a:noFill/>
                      <a:prstDash val="solid"/>
                    </a:lnBlToTr>
                    <a:solidFill>
                      <a:srgbClr val="FFFFFF"/>
                    </a:solidFill>
                  </a:tcPr>
                </a:tc>
                <a:tc>
                  <a:txBody>
                    <a:bodyPr/>
                    <a:lstStyle>
                      <a:lvl1pPr marL="0" algn="l" defTabSz="914363" rtl="0" eaLnBrk="1" latinLnBrk="0" hangingPunct="1">
                        <a:defRPr sz="1800" kern="1200">
                          <a:solidFill>
                            <a:schemeClr val="dk1"/>
                          </a:solidFill>
                          <a:latin typeface="Segoe UI"/>
                        </a:defRPr>
                      </a:lvl1pPr>
                      <a:lvl2pPr marL="457182" algn="l" defTabSz="914363" rtl="0" eaLnBrk="1" latinLnBrk="0" hangingPunct="1">
                        <a:defRPr sz="1800" kern="1200">
                          <a:solidFill>
                            <a:schemeClr val="dk1"/>
                          </a:solidFill>
                          <a:latin typeface="Segoe UI"/>
                        </a:defRPr>
                      </a:lvl2pPr>
                      <a:lvl3pPr marL="914363" algn="l" defTabSz="914363" rtl="0" eaLnBrk="1" latinLnBrk="0" hangingPunct="1">
                        <a:defRPr sz="1800" kern="1200">
                          <a:solidFill>
                            <a:schemeClr val="dk1"/>
                          </a:solidFill>
                          <a:latin typeface="Segoe UI"/>
                        </a:defRPr>
                      </a:lvl3pPr>
                      <a:lvl4pPr marL="1371545" algn="l" defTabSz="914363" rtl="0" eaLnBrk="1" latinLnBrk="0" hangingPunct="1">
                        <a:defRPr sz="1800" kern="1200">
                          <a:solidFill>
                            <a:schemeClr val="dk1"/>
                          </a:solidFill>
                          <a:latin typeface="Segoe UI"/>
                        </a:defRPr>
                      </a:lvl4pPr>
                      <a:lvl5pPr marL="1828727" algn="l" defTabSz="914363" rtl="0" eaLnBrk="1" latinLnBrk="0" hangingPunct="1">
                        <a:defRPr sz="1800" kern="1200">
                          <a:solidFill>
                            <a:schemeClr val="dk1"/>
                          </a:solidFill>
                          <a:latin typeface="Segoe UI"/>
                        </a:defRPr>
                      </a:lvl5pPr>
                      <a:lvl6pPr marL="2285909" algn="l" defTabSz="914363" rtl="0" eaLnBrk="1" latinLnBrk="0" hangingPunct="1">
                        <a:defRPr sz="1800" kern="1200">
                          <a:solidFill>
                            <a:schemeClr val="dk1"/>
                          </a:solidFill>
                          <a:latin typeface="Segoe UI"/>
                        </a:defRPr>
                      </a:lvl6pPr>
                      <a:lvl7pPr marL="2743090" algn="l" defTabSz="914363" rtl="0" eaLnBrk="1" latinLnBrk="0" hangingPunct="1">
                        <a:defRPr sz="1800" kern="1200">
                          <a:solidFill>
                            <a:schemeClr val="dk1"/>
                          </a:solidFill>
                          <a:latin typeface="Segoe UI"/>
                        </a:defRPr>
                      </a:lvl7pPr>
                      <a:lvl8pPr marL="3200272" algn="l" defTabSz="914363" rtl="0" eaLnBrk="1" latinLnBrk="0" hangingPunct="1">
                        <a:defRPr sz="1800" kern="1200">
                          <a:solidFill>
                            <a:schemeClr val="dk1"/>
                          </a:solidFill>
                          <a:latin typeface="Segoe UI"/>
                        </a:defRPr>
                      </a:lvl8pPr>
                      <a:lvl9pPr marL="3657454" algn="l" defTabSz="914363" rtl="0" eaLnBrk="1" latinLnBrk="0" hangingPunct="1">
                        <a:defRPr sz="1800" kern="1200">
                          <a:solidFill>
                            <a:schemeClr val="dk1"/>
                          </a:solidFill>
                          <a:latin typeface="Segoe UI"/>
                        </a:defRPr>
                      </a:lvl9pPr>
                    </a:lstStyle>
                    <a:p>
                      <a:r>
                        <a:rPr lang="en-US" altLang="zh-CN" sz="2500" baseline="0" dirty="0"/>
                        <a:t>28 GB</a:t>
                      </a:r>
                      <a:endParaRPr lang="en-US" sz="2500" dirty="0">
                        <a:solidFill>
                          <a:schemeClr val="tx2">
                            <a:lumMod val="75000"/>
                            <a:alpha val="99000"/>
                          </a:schemeClr>
                        </a:solidFill>
                      </a:endParaRPr>
                    </a:p>
                  </a:txBody>
                  <a:tcPr marL="121888" marR="121888" marT="60944" marB="60944" anchor="ctr">
                    <a:lnL>
                      <a:noFill/>
                    </a:lnL>
                    <a:lnR>
                      <a:noFill/>
                    </a:lnR>
                    <a:lnT w="12700" cmpd="sng">
                      <a:solidFill>
                        <a:srgbClr val="00BCF2"/>
                      </a:solidFill>
                    </a:lnT>
                    <a:lnB w="12700" cmpd="sng">
                      <a:solidFill>
                        <a:srgbClr val="00BCF2"/>
                      </a:solid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4"/>
                  </a:ext>
                </a:extLst>
              </a:tr>
              <a:tr h="513213">
                <a:tc>
                  <a:txBody>
                    <a:bodyPr/>
                    <a:lstStyle>
                      <a:lvl1pPr marL="0" algn="l" defTabSz="914363" rtl="0" eaLnBrk="1" latinLnBrk="0" hangingPunct="1">
                        <a:defRPr sz="1800" kern="1200">
                          <a:solidFill>
                            <a:schemeClr val="dk1"/>
                          </a:solidFill>
                          <a:latin typeface="Segoe UI"/>
                        </a:defRPr>
                      </a:lvl1pPr>
                      <a:lvl2pPr marL="457182" algn="l" defTabSz="914363" rtl="0" eaLnBrk="1" latinLnBrk="0" hangingPunct="1">
                        <a:defRPr sz="1800" kern="1200">
                          <a:solidFill>
                            <a:schemeClr val="dk1"/>
                          </a:solidFill>
                          <a:latin typeface="Segoe UI"/>
                        </a:defRPr>
                      </a:lvl2pPr>
                      <a:lvl3pPr marL="914363" algn="l" defTabSz="914363" rtl="0" eaLnBrk="1" latinLnBrk="0" hangingPunct="1">
                        <a:defRPr sz="1800" kern="1200">
                          <a:solidFill>
                            <a:schemeClr val="dk1"/>
                          </a:solidFill>
                          <a:latin typeface="Segoe UI"/>
                        </a:defRPr>
                      </a:lvl3pPr>
                      <a:lvl4pPr marL="1371545" algn="l" defTabSz="914363" rtl="0" eaLnBrk="1" latinLnBrk="0" hangingPunct="1">
                        <a:defRPr sz="1800" kern="1200">
                          <a:solidFill>
                            <a:schemeClr val="dk1"/>
                          </a:solidFill>
                          <a:latin typeface="Segoe UI"/>
                        </a:defRPr>
                      </a:lvl4pPr>
                      <a:lvl5pPr marL="1828727" algn="l" defTabSz="914363" rtl="0" eaLnBrk="1" latinLnBrk="0" hangingPunct="1">
                        <a:defRPr sz="1800" kern="1200">
                          <a:solidFill>
                            <a:schemeClr val="dk1"/>
                          </a:solidFill>
                          <a:latin typeface="Segoe UI"/>
                        </a:defRPr>
                      </a:lvl5pPr>
                      <a:lvl6pPr marL="2285909" algn="l" defTabSz="914363" rtl="0" eaLnBrk="1" latinLnBrk="0" hangingPunct="1">
                        <a:defRPr sz="1800" kern="1200">
                          <a:solidFill>
                            <a:schemeClr val="dk1"/>
                          </a:solidFill>
                          <a:latin typeface="Segoe UI"/>
                        </a:defRPr>
                      </a:lvl6pPr>
                      <a:lvl7pPr marL="2743090" algn="l" defTabSz="914363" rtl="0" eaLnBrk="1" latinLnBrk="0" hangingPunct="1">
                        <a:defRPr sz="1800" kern="1200">
                          <a:solidFill>
                            <a:schemeClr val="dk1"/>
                          </a:solidFill>
                          <a:latin typeface="Segoe UI"/>
                        </a:defRPr>
                      </a:lvl7pPr>
                      <a:lvl8pPr marL="3200272" algn="l" defTabSz="914363" rtl="0" eaLnBrk="1" latinLnBrk="0" hangingPunct="1">
                        <a:defRPr sz="1800" kern="1200">
                          <a:solidFill>
                            <a:schemeClr val="dk1"/>
                          </a:solidFill>
                          <a:latin typeface="Segoe UI"/>
                        </a:defRPr>
                      </a:lvl8pPr>
                      <a:lvl9pPr marL="3657454" algn="l" defTabSz="914363" rtl="0" eaLnBrk="1" latinLnBrk="0" hangingPunct="1">
                        <a:defRPr sz="1800" kern="1200">
                          <a:solidFill>
                            <a:schemeClr val="dk1"/>
                          </a:solidFill>
                          <a:latin typeface="Segoe UI"/>
                        </a:defRPr>
                      </a:lvl9pPr>
                    </a:lstStyle>
                    <a:p>
                      <a:r>
                        <a:rPr lang="en-US" sz="2500" dirty="0"/>
                        <a:t>D11</a:t>
                      </a:r>
                      <a:endParaRPr lang="en-US" sz="2500" dirty="0">
                        <a:solidFill>
                          <a:schemeClr val="tx2">
                            <a:lumMod val="75000"/>
                            <a:alpha val="99000"/>
                          </a:schemeClr>
                        </a:solidFill>
                      </a:endParaRPr>
                    </a:p>
                  </a:txBody>
                  <a:tcPr marL="121888" marR="121888" marT="60944" marB="60944" anchor="ctr">
                    <a:lnL w="12700" cmpd="sng">
                      <a:solidFill>
                        <a:srgbClr val="00BCF2"/>
                      </a:solidFill>
                    </a:lnL>
                    <a:lnR>
                      <a:noFill/>
                    </a:lnR>
                    <a:lnT w="12700" cmpd="sng">
                      <a:solidFill>
                        <a:srgbClr val="00BCF2"/>
                      </a:solidFill>
                    </a:lnT>
                    <a:lnB w="12700" cmpd="sng">
                      <a:solidFill>
                        <a:srgbClr val="00BCF2"/>
                      </a:solidFill>
                    </a:lnB>
                    <a:lnTlToBr w="12700" cmpd="sng">
                      <a:noFill/>
                      <a:prstDash val="solid"/>
                    </a:lnTlToBr>
                    <a:lnBlToTr w="12700" cmpd="sng">
                      <a:noFill/>
                      <a:prstDash val="solid"/>
                    </a:lnBlToTr>
                    <a:solidFill>
                      <a:srgbClr val="00BCF2">
                        <a:tint val="20000"/>
                      </a:srgbClr>
                    </a:solidFill>
                  </a:tcPr>
                </a:tc>
                <a:tc>
                  <a:txBody>
                    <a:bodyPr/>
                    <a:lstStyle>
                      <a:lvl1pPr marL="0" algn="l" defTabSz="914363" rtl="0" eaLnBrk="1" latinLnBrk="0" hangingPunct="1">
                        <a:defRPr sz="1800" kern="1200">
                          <a:solidFill>
                            <a:schemeClr val="dk1"/>
                          </a:solidFill>
                          <a:latin typeface="Segoe UI"/>
                        </a:defRPr>
                      </a:lvl1pPr>
                      <a:lvl2pPr marL="457182" algn="l" defTabSz="914363" rtl="0" eaLnBrk="1" latinLnBrk="0" hangingPunct="1">
                        <a:defRPr sz="1800" kern="1200">
                          <a:solidFill>
                            <a:schemeClr val="dk1"/>
                          </a:solidFill>
                          <a:latin typeface="Segoe UI"/>
                        </a:defRPr>
                      </a:lvl2pPr>
                      <a:lvl3pPr marL="914363" algn="l" defTabSz="914363" rtl="0" eaLnBrk="1" latinLnBrk="0" hangingPunct="1">
                        <a:defRPr sz="1800" kern="1200">
                          <a:solidFill>
                            <a:schemeClr val="dk1"/>
                          </a:solidFill>
                          <a:latin typeface="Segoe UI"/>
                        </a:defRPr>
                      </a:lvl3pPr>
                      <a:lvl4pPr marL="1371545" algn="l" defTabSz="914363" rtl="0" eaLnBrk="1" latinLnBrk="0" hangingPunct="1">
                        <a:defRPr sz="1800" kern="1200">
                          <a:solidFill>
                            <a:schemeClr val="dk1"/>
                          </a:solidFill>
                          <a:latin typeface="Segoe UI"/>
                        </a:defRPr>
                      </a:lvl4pPr>
                      <a:lvl5pPr marL="1828727" algn="l" defTabSz="914363" rtl="0" eaLnBrk="1" latinLnBrk="0" hangingPunct="1">
                        <a:defRPr sz="1800" kern="1200">
                          <a:solidFill>
                            <a:schemeClr val="dk1"/>
                          </a:solidFill>
                          <a:latin typeface="Segoe UI"/>
                        </a:defRPr>
                      </a:lvl5pPr>
                      <a:lvl6pPr marL="2285909" algn="l" defTabSz="914363" rtl="0" eaLnBrk="1" latinLnBrk="0" hangingPunct="1">
                        <a:defRPr sz="1800" kern="1200">
                          <a:solidFill>
                            <a:schemeClr val="dk1"/>
                          </a:solidFill>
                          <a:latin typeface="Segoe UI"/>
                        </a:defRPr>
                      </a:lvl6pPr>
                      <a:lvl7pPr marL="2743090" algn="l" defTabSz="914363" rtl="0" eaLnBrk="1" latinLnBrk="0" hangingPunct="1">
                        <a:defRPr sz="1800" kern="1200">
                          <a:solidFill>
                            <a:schemeClr val="dk1"/>
                          </a:solidFill>
                          <a:latin typeface="Segoe UI"/>
                        </a:defRPr>
                      </a:lvl7pPr>
                      <a:lvl8pPr marL="3200272" algn="l" defTabSz="914363" rtl="0" eaLnBrk="1" latinLnBrk="0" hangingPunct="1">
                        <a:defRPr sz="1800" kern="1200">
                          <a:solidFill>
                            <a:schemeClr val="dk1"/>
                          </a:solidFill>
                          <a:latin typeface="Segoe UI"/>
                        </a:defRPr>
                      </a:lvl8pPr>
                      <a:lvl9pPr marL="3657454" algn="l" defTabSz="914363" rtl="0" eaLnBrk="1" latinLnBrk="0" hangingPunct="1">
                        <a:defRPr sz="1800" kern="1200">
                          <a:solidFill>
                            <a:schemeClr val="dk1"/>
                          </a:solidFill>
                          <a:latin typeface="Segoe UI"/>
                        </a:defRPr>
                      </a:lvl9pPr>
                    </a:lstStyle>
                    <a:p>
                      <a:r>
                        <a:rPr lang="en-US" sz="2500" dirty="0">
                          <a:solidFill>
                            <a:schemeClr val="dk1"/>
                          </a:solidFill>
                        </a:rPr>
                        <a:t>2</a:t>
                      </a:r>
                      <a:endParaRPr lang="en-US" sz="2500" dirty="0">
                        <a:solidFill>
                          <a:schemeClr val="tx2">
                            <a:lumMod val="75000"/>
                            <a:alpha val="99000"/>
                          </a:schemeClr>
                        </a:solidFill>
                      </a:endParaRPr>
                    </a:p>
                  </a:txBody>
                  <a:tcPr marL="121888" marR="121888" marT="60944" marB="60944" anchor="ctr">
                    <a:lnL>
                      <a:noFill/>
                    </a:lnL>
                    <a:lnR>
                      <a:noFill/>
                    </a:lnR>
                    <a:lnT w="12700" cmpd="sng">
                      <a:solidFill>
                        <a:srgbClr val="00BCF2"/>
                      </a:solidFill>
                    </a:lnT>
                    <a:lnB w="12700" cmpd="sng">
                      <a:solidFill>
                        <a:srgbClr val="00BCF2"/>
                      </a:solidFill>
                    </a:lnB>
                    <a:lnTlToBr w="12700" cmpd="sng">
                      <a:noFill/>
                      <a:prstDash val="solid"/>
                    </a:lnTlToBr>
                    <a:lnBlToTr w="12700" cmpd="sng">
                      <a:noFill/>
                      <a:prstDash val="solid"/>
                    </a:lnBlToTr>
                    <a:solidFill>
                      <a:srgbClr val="00BCF2">
                        <a:tint val="20000"/>
                      </a:srgbClr>
                    </a:solidFill>
                  </a:tcPr>
                </a:tc>
                <a:tc>
                  <a:txBody>
                    <a:bodyPr/>
                    <a:lstStyle>
                      <a:lvl1pPr marL="0" algn="l" defTabSz="914363" rtl="0" eaLnBrk="1" latinLnBrk="0" hangingPunct="1">
                        <a:defRPr sz="1800" kern="1200">
                          <a:solidFill>
                            <a:schemeClr val="dk1"/>
                          </a:solidFill>
                          <a:latin typeface="Segoe UI"/>
                        </a:defRPr>
                      </a:lvl1pPr>
                      <a:lvl2pPr marL="457182" algn="l" defTabSz="914363" rtl="0" eaLnBrk="1" latinLnBrk="0" hangingPunct="1">
                        <a:defRPr sz="1800" kern="1200">
                          <a:solidFill>
                            <a:schemeClr val="dk1"/>
                          </a:solidFill>
                          <a:latin typeface="Segoe UI"/>
                        </a:defRPr>
                      </a:lvl2pPr>
                      <a:lvl3pPr marL="914363" algn="l" defTabSz="914363" rtl="0" eaLnBrk="1" latinLnBrk="0" hangingPunct="1">
                        <a:defRPr sz="1800" kern="1200">
                          <a:solidFill>
                            <a:schemeClr val="dk1"/>
                          </a:solidFill>
                          <a:latin typeface="Segoe UI"/>
                        </a:defRPr>
                      </a:lvl3pPr>
                      <a:lvl4pPr marL="1371545" algn="l" defTabSz="914363" rtl="0" eaLnBrk="1" latinLnBrk="0" hangingPunct="1">
                        <a:defRPr sz="1800" kern="1200">
                          <a:solidFill>
                            <a:schemeClr val="dk1"/>
                          </a:solidFill>
                          <a:latin typeface="Segoe UI"/>
                        </a:defRPr>
                      </a:lvl4pPr>
                      <a:lvl5pPr marL="1828727" algn="l" defTabSz="914363" rtl="0" eaLnBrk="1" latinLnBrk="0" hangingPunct="1">
                        <a:defRPr sz="1800" kern="1200">
                          <a:solidFill>
                            <a:schemeClr val="dk1"/>
                          </a:solidFill>
                          <a:latin typeface="Segoe UI"/>
                        </a:defRPr>
                      </a:lvl5pPr>
                      <a:lvl6pPr marL="2285909" algn="l" defTabSz="914363" rtl="0" eaLnBrk="1" latinLnBrk="0" hangingPunct="1">
                        <a:defRPr sz="1800" kern="1200">
                          <a:solidFill>
                            <a:schemeClr val="dk1"/>
                          </a:solidFill>
                          <a:latin typeface="Segoe UI"/>
                        </a:defRPr>
                      </a:lvl6pPr>
                      <a:lvl7pPr marL="2743090" algn="l" defTabSz="914363" rtl="0" eaLnBrk="1" latinLnBrk="0" hangingPunct="1">
                        <a:defRPr sz="1800" kern="1200">
                          <a:solidFill>
                            <a:schemeClr val="dk1"/>
                          </a:solidFill>
                          <a:latin typeface="Segoe UI"/>
                        </a:defRPr>
                      </a:lvl7pPr>
                      <a:lvl8pPr marL="3200272" algn="l" defTabSz="914363" rtl="0" eaLnBrk="1" latinLnBrk="0" hangingPunct="1">
                        <a:defRPr sz="1800" kern="1200">
                          <a:solidFill>
                            <a:schemeClr val="dk1"/>
                          </a:solidFill>
                          <a:latin typeface="Segoe UI"/>
                        </a:defRPr>
                      </a:lvl8pPr>
                      <a:lvl9pPr marL="3657454" algn="l" defTabSz="914363" rtl="0" eaLnBrk="1" latinLnBrk="0" hangingPunct="1">
                        <a:defRPr sz="1800" kern="1200">
                          <a:solidFill>
                            <a:schemeClr val="dk1"/>
                          </a:solidFill>
                          <a:latin typeface="Segoe UI"/>
                        </a:defRPr>
                      </a:lvl9pPr>
                    </a:lstStyle>
                    <a:p>
                      <a:r>
                        <a:rPr lang="en-US" sz="2500" dirty="0"/>
                        <a:t>14 GB</a:t>
                      </a:r>
                      <a:endParaRPr lang="en-US" sz="2500" dirty="0">
                        <a:solidFill>
                          <a:schemeClr val="tx2">
                            <a:lumMod val="75000"/>
                            <a:alpha val="99000"/>
                          </a:schemeClr>
                        </a:solidFill>
                      </a:endParaRPr>
                    </a:p>
                  </a:txBody>
                  <a:tcPr marL="121888" marR="121888" marT="60944" marB="60944" anchor="ctr">
                    <a:lnL>
                      <a:noFill/>
                    </a:lnL>
                    <a:lnR>
                      <a:noFill/>
                    </a:lnR>
                    <a:lnT w="12700" cmpd="sng">
                      <a:solidFill>
                        <a:srgbClr val="00BCF2"/>
                      </a:solidFill>
                    </a:lnT>
                    <a:lnB w="12700" cmpd="sng">
                      <a:solidFill>
                        <a:srgbClr val="00BCF2"/>
                      </a:solidFill>
                    </a:lnB>
                    <a:lnTlToBr w="12700" cmpd="sng">
                      <a:noFill/>
                      <a:prstDash val="solid"/>
                    </a:lnTlToBr>
                    <a:lnBlToTr w="12700" cmpd="sng">
                      <a:noFill/>
                      <a:prstDash val="solid"/>
                    </a:lnBlToTr>
                    <a:solidFill>
                      <a:srgbClr val="00BCF2">
                        <a:tint val="20000"/>
                      </a:srgbClr>
                    </a:solidFill>
                  </a:tcPr>
                </a:tc>
                <a:extLst>
                  <a:ext uri="{0D108BD9-81ED-4DB2-BD59-A6C34878D82A}">
                    <a16:rowId xmlns:a16="http://schemas.microsoft.com/office/drawing/2014/main" val="10005"/>
                  </a:ext>
                </a:extLst>
              </a:tr>
              <a:tr h="398274">
                <a:tc>
                  <a:txBody>
                    <a:bodyPr/>
                    <a:lstStyle>
                      <a:lvl1pPr marL="0" algn="l" defTabSz="914363" rtl="0" eaLnBrk="1" latinLnBrk="0" hangingPunct="1">
                        <a:defRPr sz="1800" kern="1200">
                          <a:solidFill>
                            <a:schemeClr val="dk1"/>
                          </a:solidFill>
                          <a:latin typeface="Segoe UI"/>
                        </a:defRPr>
                      </a:lvl1pPr>
                      <a:lvl2pPr marL="457182" algn="l" defTabSz="914363" rtl="0" eaLnBrk="1" latinLnBrk="0" hangingPunct="1">
                        <a:defRPr sz="1800" kern="1200">
                          <a:solidFill>
                            <a:schemeClr val="dk1"/>
                          </a:solidFill>
                          <a:latin typeface="Segoe UI"/>
                        </a:defRPr>
                      </a:lvl2pPr>
                      <a:lvl3pPr marL="914363" algn="l" defTabSz="914363" rtl="0" eaLnBrk="1" latinLnBrk="0" hangingPunct="1">
                        <a:defRPr sz="1800" kern="1200">
                          <a:solidFill>
                            <a:schemeClr val="dk1"/>
                          </a:solidFill>
                          <a:latin typeface="Segoe UI"/>
                        </a:defRPr>
                      </a:lvl3pPr>
                      <a:lvl4pPr marL="1371545" algn="l" defTabSz="914363" rtl="0" eaLnBrk="1" latinLnBrk="0" hangingPunct="1">
                        <a:defRPr sz="1800" kern="1200">
                          <a:solidFill>
                            <a:schemeClr val="dk1"/>
                          </a:solidFill>
                          <a:latin typeface="Segoe UI"/>
                        </a:defRPr>
                      </a:lvl4pPr>
                      <a:lvl5pPr marL="1828727" algn="l" defTabSz="914363" rtl="0" eaLnBrk="1" latinLnBrk="0" hangingPunct="1">
                        <a:defRPr sz="1800" kern="1200">
                          <a:solidFill>
                            <a:schemeClr val="dk1"/>
                          </a:solidFill>
                          <a:latin typeface="Segoe UI"/>
                        </a:defRPr>
                      </a:lvl5pPr>
                      <a:lvl6pPr marL="2285909" algn="l" defTabSz="914363" rtl="0" eaLnBrk="1" latinLnBrk="0" hangingPunct="1">
                        <a:defRPr sz="1800" kern="1200">
                          <a:solidFill>
                            <a:schemeClr val="dk1"/>
                          </a:solidFill>
                          <a:latin typeface="Segoe UI"/>
                        </a:defRPr>
                      </a:lvl6pPr>
                      <a:lvl7pPr marL="2743090" algn="l" defTabSz="914363" rtl="0" eaLnBrk="1" latinLnBrk="0" hangingPunct="1">
                        <a:defRPr sz="1800" kern="1200">
                          <a:solidFill>
                            <a:schemeClr val="dk1"/>
                          </a:solidFill>
                          <a:latin typeface="Segoe UI"/>
                        </a:defRPr>
                      </a:lvl7pPr>
                      <a:lvl8pPr marL="3200272" algn="l" defTabSz="914363" rtl="0" eaLnBrk="1" latinLnBrk="0" hangingPunct="1">
                        <a:defRPr sz="1800" kern="1200">
                          <a:solidFill>
                            <a:schemeClr val="dk1"/>
                          </a:solidFill>
                          <a:latin typeface="Segoe UI"/>
                        </a:defRPr>
                      </a:lvl8pPr>
                      <a:lvl9pPr marL="3657454" algn="l" defTabSz="914363" rtl="0" eaLnBrk="1" latinLnBrk="0" hangingPunct="1">
                        <a:defRPr sz="1800" kern="1200">
                          <a:solidFill>
                            <a:schemeClr val="dk1"/>
                          </a:solidFill>
                          <a:latin typeface="Segoe UI"/>
                        </a:defRPr>
                      </a:lvl9pPr>
                    </a:lstStyle>
                    <a:p>
                      <a:r>
                        <a:rPr lang="en-US" sz="2500" kern="1200" dirty="0">
                          <a:solidFill>
                            <a:schemeClr val="dk1"/>
                          </a:solidFill>
                          <a:latin typeface="+mn-lt"/>
                          <a:ea typeface="+mn-ea"/>
                          <a:cs typeface="+mn-cs"/>
                        </a:rPr>
                        <a:t>D12</a:t>
                      </a:r>
                    </a:p>
                  </a:txBody>
                  <a:tcPr marL="121888" marR="121888" marT="60944" marB="60944" anchor="ctr">
                    <a:lnL w="12700" cmpd="sng">
                      <a:solidFill>
                        <a:srgbClr val="00BCF2"/>
                      </a:solidFill>
                    </a:lnL>
                    <a:lnR>
                      <a:noFill/>
                    </a:lnR>
                    <a:lnT w="12700" cmpd="sng">
                      <a:solidFill>
                        <a:srgbClr val="00BCF2"/>
                      </a:solidFill>
                    </a:lnT>
                    <a:lnB w="12700" cmpd="sng">
                      <a:solidFill>
                        <a:srgbClr val="00BCF2"/>
                      </a:solidFill>
                    </a:lnB>
                    <a:lnTlToBr w="12700" cmpd="sng">
                      <a:noFill/>
                      <a:prstDash val="solid"/>
                    </a:lnTlToBr>
                    <a:lnBlToTr w="12700" cmpd="sng">
                      <a:noFill/>
                      <a:prstDash val="solid"/>
                    </a:lnBlToTr>
                    <a:solidFill>
                      <a:srgbClr val="FFFFFF"/>
                    </a:solidFill>
                  </a:tcPr>
                </a:tc>
                <a:tc>
                  <a:txBody>
                    <a:bodyPr/>
                    <a:lstStyle>
                      <a:lvl1pPr marL="0" algn="l" defTabSz="914363" rtl="0" eaLnBrk="1" latinLnBrk="0" hangingPunct="1">
                        <a:defRPr sz="1800" kern="1200">
                          <a:solidFill>
                            <a:schemeClr val="dk1"/>
                          </a:solidFill>
                          <a:latin typeface="Segoe UI"/>
                        </a:defRPr>
                      </a:lvl1pPr>
                      <a:lvl2pPr marL="457182" algn="l" defTabSz="914363" rtl="0" eaLnBrk="1" latinLnBrk="0" hangingPunct="1">
                        <a:defRPr sz="1800" kern="1200">
                          <a:solidFill>
                            <a:schemeClr val="dk1"/>
                          </a:solidFill>
                          <a:latin typeface="Segoe UI"/>
                        </a:defRPr>
                      </a:lvl2pPr>
                      <a:lvl3pPr marL="914363" algn="l" defTabSz="914363" rtl="0" eaLnBrk="1" latinLnBrk="0" hangingPunct="1">
                        <a:defRPr sz="1800" kern="1200">
                          <a:solidFill>
                            <a:schemeClr val="dk1"/>
                          </a:solidFill>
                          <a:latin typeface="Segoe UI"/>
                        </a:defRPr>
                      </a:lvl3pPr>
                      <a:lvl4pPr marL="1371545" algn="l" defTabSz="914363" rtl="0" eaLnBrk="1" latinLnBrk="0" hangingPunct="1">
                        <a:defRPr sz="1800" kern="1200">
                          <a:solidFill>
                            <a:schemeClr val="dk1"/>
                          </a:solidFill>
                          <a:latin typeface="Segoe UI"/>
                        </a:defRPr>
                      </a:lvl4pPr>
                      <a:lvl5pPr marL="1828727" algn="l" defTabSz="914363" rtl="0" eaLnBrk="1" latinLnBrk="0" hangingPunct="1">
                        <a:defRPr sz="1800" kern="1200">
                          <a:solidFill>
                            <a:schemeClr val="dk1"/>
                          </a:solidFill>
                          <a:latin typeface="Segoe UI"/>
                        </a:defRPr>
                      </a:lvl5pPr>
                      <a:lvl6pPr marL="2285909" algn="l" defTabSz="914363" rtl="0" eaLnBrk="1" latinLnBrk="0" hangingPunct="1">
                        <a:defRPr sz="1800" kern="1200">
                          <a:solidFill>
                            <a:schemeClr val="dk1"/>
                          </a:solidFill>
                          <a:latin typeface="Segoe UI"/>
                        </a:defRPr>
                      </a:lvl6pPr>
                      <a:lvl7pPr marL="2743090" algn="l" defTabSz="914363" rtl="0" eaLnBrk="1" latinLnBrk="0" hangingPunct="1">
                        <a:defRPr sz="1800" kern="1200">
                          <a:solidFill>
                            <a:schemeClr val="dk1"/>
                          </a:solidFill>
                          <a:latin typeface="Segoe UI"/>
                        </a:defRPr>
                      </a:lvl7pPr>
                      <a:lvl8pPr marL="3200272" algn="l" defTabSz="914363" rtl="0" eaLnBrk="1" latinLnBrk="0" hangingPunct="1">
                        <a:defRPr sz="1800" kern="1200">
                          <a:solidFill>
                            <a:schemeClr val="dk1"/>
                          </a:solidFill>
                          <a:latin typeface="Segoe UI"/>
                        </a:defRPr>
                      </a:lvl8pPr>
                      <a:lvl9pPr marL="3657454" algn="l" defTabSz="914363" rtl="0" eaLnBrk="1" latinLnBrk="0" hangingPunct="1">
                        <a:defRPr sz="1800" kern="1200">
                          <a:solidFill>
                            <a:schemeClr val="dk1"/>
                          </a:solidFill>
                          <a:latin typeface="Segoe UI"/>
                        </a:defRPr>
                      </a:lvl9pPr>
                    </a:lstStyle>
                    <a:p>
                      <a:r>
                        <a:rPr lang="en-US" sz="2500" kern="1200" dirty="0">
                          <a:solidFill>
                            <a:schemeClr val="dk1"/>
                          </a:solidFill>
                          <a:latin typeface="+mn-lt"/>
                          <a:ea typeface="+mn-ea"/>
                          <a:cs typeface="+mn-cs"/>
                        </a:rPr>
                        <a:t>4</a:t>
                      </a:r>
                    </a:p>
                  </a:txBody>
                  <a:tcPr marL="121888" marR="121888" marT="60944" marB="60944" anchor="ctr">
                    <a:lnL>
                      <a:noFill/>
                    </a:lnL>
                    <a:lnR>
                      <a:noFill/>
                    </a:lnR>
                    <a:lnT w="12700" cmpd="sng">
                      <a:solidFill>
                        <a:srgbClr val="00BCF2"/>
                      </a:solidFill>
                    </a:lnT>
                    <a:lnB w="12700" cmpd="sng">
                      <a:solidFill>
                        <a:srgbClr val="00BCF2"/>
                      </a:solidFill>
                    </a:lnB>
                    <a:lnTlToBr w="12700" cmpd="sng">
                      <a:noFill/>
                      <a:prstDash val="solid"/>
                    </a:lnTlToBr>
                    <a:lnBlToTr w="12700" cmpd="sng">
                      <a:noFill/>
                      <a:prstDash val="solid"/>
                    </a:lnBlToTr>
                    <a:solidFill>
                      <a:srgbClr val="FFFFFF"/>
                    </a:solidFill>
                  </a:tcPr>
                </a:tc>
                <a:tc>
                  <a:txBody>
                    <a:bodyPr/>
                    <a:lstStyle>
                      <a:lvl1pPr marL="0" algn="l" defTabSz="914363" rtl="0" eaLnBrk="1" latinLnBrk="0" hangingPunct="1">
                        <a:defRPr sz="1800" kern="1200">
                          <a:solidFill>
                            <a:schemeClr val="dk1"/>
                          </a:solidFill>
                          <a:latin typeface="Segoe UI"/>
                        </a:defRPr>
                      </a:lvl1pPr>
                      <a:lvl2pPr marL="457182" algn="l" defTabSz="914363" rtl="0" eaLnBrk="1" latinLnBrk="0" hangingPunct="1">
                        <a:defRPr sz="1800" kern="1200">
                          <a:solidFill>
                            <a:schemeClr val="dk1"/>
                          </a:solidFill>
                          <a:latin typeface="Segoe UI"/>
                        </a:defRPr>
                      </a:lvl2pPr>
                      <a:lvl3pPr marL="914363" algn="l" defTabSz="914363" rtl="0" eaLnBrk="1" latinLnBrk="0" hangingPunct="1">
                        <a:defRPr sz="1800" kern="1200">
                          <a:solidFill>
                            <a:schemeClr val="dk1"/>
                          </a:solidFill>
                          <a:latin typeface="Segoe UI"/>
                        </a:defRPr>
                      </a:lvl3pPr>
                      <a:lvl4pPr marL="1371545" algn="l" defTabSz="914363" rtl="0" eaLnBrk="1" latinLnBrk="0" hangingPunct="1">
                        <a:defRPr sz="1800" kern="1200">
                          <a:solidFill>
                            <a:schemeClr val="dk1"/>
                          </a:solidFill>
                          <a:latin typeface="Segoe UI"/>
                        </a:defRPr>
                      </a:lvl4pPr>
                      <a:lvl5pPr marL="1828727" algn="l" defTabSz="914363" rtl="0" eaLnBrk="1" latinLnBrk="0" hangingPunct="1">
                        <a:defRPr sz="1800" kern="1200">
                          <a:solidFill>
                            <a:schemeClr val="dk1"/>
                          </a:solidFill>
                          <a:latin typeface="Segoe UI"/>
                        </a:defRPr>
                      </a:lvl5pPr>
                      <a:lvl6pPr marL="2285909" algn="l" defTabSz="914363" rtl="0" eaLnBrk="1" latinLnBrk="0" hangingPunct="1">
                        <a:defRPr sz="1800" kern="1200">
                          <a:solidFill>
                            <a:schemeClr val="dk1"/>
                          </a:solidFill>
                          <a:latin typeface="Segoe UI"/>
                        </a:defRPr>
                      </a:lvl6pPr>
                      <a:lvl7pPr marL="2743090" algn="l" defTabSz="914363" rtl="0" eaLnBrk="1" latinLnBrk="0" hangingPunct="1">
                        <a:defRPr sz="1800" kern="1200">
                          <a:solidFill>
                            <a:schemeClr val="dk1"/>
                          </a:solidFill>
                          <a:latin typeface="Segoe UI"/>
                        </a:defRPr>
                      </a:lvl7pPr>
                      <a:lvl8pPr marL="3200272" algn="l" defTabSz="914363" rtl="0" eaLnBrk="1" latinLnBrk="0" hangingPunct="1">
                        <a:defRPr sz="1800" kern="1200">
                          <a:solidFill>
                            <a:schemeClr val="dk1"/>
                          </a:solidFill>
                          <a:latin typeface="Segoe UI"/>
                        </a:defRPr>
                      </a:lvl8pPr>
                      <a:lvl9pPr marL="3657454" algn="l" defTabSz="914363" rtl="0" eaLnBrk="1" latinLnBrk="0" hangingPunct="1">
                        <a:defRPr sz="1800" kern="1200">
                          <a:solidFill>
                            <a:schemeClr val="dk1"/>
                          </a:solidFill>
                          <a:latin typeface="Segoe UI"/>
                        </a:defRPr>
                      </a:lvl9pPr>
                    </a:lstStyle>
                    <a:p>
                      <a:r>
                        <a:rPr lang="en-US" sz="2500" kern="1200" dirty="0">
                          <a:solidFill>
                            <a:schemeClr val="dk1"/>
                          </a:solidFill>
                          <a:latin typeface="+mn-lt"/>
                          <a:ea typeface="+mn-ea"/>
                          <a:cs typeface="+mn-cs"/>
                        </a:rPr>
                        <a:t>28</a:t>
                      </a:r>
                      <a:r>
                        <a:rPr lang="en-US" sz="2500" kern="1200" baseline="0" dirty="0">
                          <a:solidFill>
                            <a:schemeClr val="dk1"/>
                          </a:solidFill>
                          <a:latin typeface="+mn-lt"/>
                          <a:ea typeface="+mn-ea"/>
                          <a:cs typeface="+mn-cs"/>
                        </a:rPr>
                        <a:t> </a:t>
                      </a:r>
                      <a:r>
                        <a:rPr lang="en-US" sz="2500" kern="1200" dirty="0">
                          <a:solidFill>
                            <a:schemeClr val="dk1"/>
                          </a:solidFill>
                          <a:latin typeface="+mn-lt"/>
                          <a:ea typeface="+mn-ea"/>
                          <a:cs typeface="+mn-cs"/>
                        </a:rPr>
                        <a:t>GB</a:t>
                      </a:r>
                    </a:p>
                  </a:txBody>
                  <a:tcPr marL="121888" marR="121888" marT="60944" marB="60944" anchor="ctr">
                    <a:lnL>
                      <a:noFill/>
                    </a:lnL>
                    <a:lnR>
                      <a:noFill/>
                    </a:lnR>
                    <a:lnT w="12700" cmpd="sng">
                      <a:solidFill>
                        <a:srgbClr val="00BCF2"/>
                      </a:solidFill>
                    </a:lnT>
                    <a:lnB w="12700" cmpd="sng">
                      <a:solidFill>
                        <a:srgbClr val="00BCF2"/>
                      </a:solid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6"/>
                  </a:ext>
                </a:extLst>
              </a:tr>
              <a:tr h="398274">
                <a:tc>
                  <a:txBody>
                    <a:bodyPr/>
                    <a:lstStyle>
                      <a:lvl1pPr marL="0" algn="l" defTabSz="914363" rtl="0" eaLnBrk="1" latinLnBrk="0" hangingPunct="1">
                        <a:defRPr sz="1800" kern="1200">
                          <a:solidFill>
                            <a:schemeClr val="dk1"/>
                          </a:solidFill>
                          <a:latin typeface="Segoe UI"/>
                        </a:defRPr>
                      </a:lvl1pPr>
                      <a:lvl2pPr marL="457182" algn="l" defTabSz="914363" rtl="0" eaLnBrk="1" latinLnBrk="0" hangingPunct="1">
                        <a:defRPr sz="1800" kern="1200">
                          <a:solidFill>
                            <a:schemeClr val="dk1"/>
                          </a:solidFill>
                          <a:latin typeface="Segoe UI"/>
                        </a:defRPr>
                      </a:lvl2pPr>
                      <a:lvl3pPr marL="914363" algn="l" defTabSz="914363" rtl="0" eaLnBrk="1" latinLnBrk="0" hangingPunct="1">
                        <a:defRPr sz="1800" kern="1200">
                          <a:solidFill>
                            <a:schemeClr val="dk1"/>
                          </a:solidFill>
                          <a:latin typeface="Segoe UI"/>
                        </a:defRPr>
                      </a:lvl3pPr>
                      <a:lvl4pPr marL="1371545" algn="l" defTabSz="914363" rtl="0" eaLnBrk="1" latinLnBrk="0" hangingPunct="1">
                        <a:defRPr sz="1800" kern="1200">
                          <a:solidFill>
                            <a:schemeClr val="dk1"/>
                          </a:solidFill>
                          <a:latin typeface="Segoe UI"/>
                        </a:defRPr>
                      </a:lvl4pPr>
                      <a:lvl5pPr marL="1828727" algn="l" defTabSz="914363" rtl="0" eaLnBrk="1" latinLnBrk="0" hangingPunct="1">
                        <a:defRPr sz="1800" kern="1200">
                          <a:solidFill>
                            <a:schemeClr val="dk1"/>
                          </a:solidFill>
                          <a:latin typeface="Segoe UI"/>
                        </a:defRPr>
                      </a:lvl5pPr>
                      <a:lvl6pPr marL="2285909" algn="l" defTabSz="914363" rtl="0" eaLnBrk="1" latinLnBrk="0" hangingPunct="1">
                        <a:defRPr sz="1800" kern="1200">
                          <a:solidFill>
                            <a:schemeClr val="dk1"/>
                          </a:solidFill>
                          <a:latin typeface="Segoe UI"/>
                        </a:defRPr>
                      </a:lvl6pPr>
                      <a:lvl7pPr marL="2743090" algn="l" defTabSz="914363" rtl="0" eaLnBrk="1" latinLnBrk="0" hangingPunct="1">
                        <a:defRPr sz="1800" kern="1200">
                          <a:solidFill>
                            <a:schemeClr val="dk1"/>
                          </a:solidFill>
                          <a:latin typeface="Segoe UI"/>
                        </a:defRPr>
                      </a:lvl7pPr>
                      <a:lvl8pPr marL="3200272" algn="l" defTabSz="914363" rtl="0" eaLnBrk="1" latinLnBrk="0" hangingPunct="1">
                        <a:defRPr sz="1800" kern="1200">
                          <a:solidFill>
                            <a:schemeClr val="dk1"/>
                          </a:solidFill>
                          <a:latin typeface="Segoe UI"/>
                        </a:defRPr>
                      </a:lvl8pPr>
                      <a:lvl9pPr marL="3657454" algn="l" defTabSz="914363" rtl="0" eaLnBrk="1" latinLnBrk="0" hangingPunct="1">
                        <a:defRPr sz="1800" kern="1200">
                          <a:solidFill>
                            <a:schemeClr val="dk1"/>
                          </a:solidFill>
                          <a:latin typeface="Segoe UI"/>
                        </a:defRPr>
                      </a:lvl9pPr>
                    </a:lstStyle>
                    <a:p>
                      <a:r>
                        <a:rPr lang="en-US" sz="2500" kern="1200" dirty="0">
                          <a:solidFill>
                            <a:schemeClr val="dk1"/>
                          </a:solidFill>
                          <a:latin typeface="+mn-lt"/>
                          <a:ea typeface="+mn-ea"/>
                          <a:cs typeface="+mn-cs"/>
                        </a:rPr>
                        <a:t>D13</a:t>
                      </a:r>
                    </a:p>
                  </a:txBody>
                  <a:tcPr marL="121888" marR="121888" marT="60944" marB="60944" anchor="ctr">
                    <a:lnL w="12700" cmpd="sng">
                      <a:solidFill>
                        <a:srgbClr val="00BCF2"/>
                      </a:solidFill>
                    </a:lnL>
                    <a:lnR>
                      <a:noFill/>
                    </a:lnR>
                    <a:lnT w="12700" cmpd="sng">
                      <a:solidFill>
                        <a:srgbClr val="00BCF2"/>
                      </a:solidFill>
                    </a:lnT>
                    <a:lnB w="12700" cmpd="sng">
                      <a:solidFill>
                        <a:srgbClr val="00BCF2"/>
                      </a:solidFill>
                    </a:lnB>
                    <a:lnTlToBr w="12700" cmpd="sng">
                      <a:noFill/>
                      <a:prstDash val="solid"/>
                    </a:lnTlToBr>
                    <a:lnBlToTr w="12700" cmpd="sng">
                      <a:noFill/>
                      <a:prstDash val="solid"/>
                    </a:lnBlToTr>
                    <a:solidFill>
                      <a:srgbClr val="00BCF2">
                        <a:tint val="20000"/>
                      </a:srgbClr>
                    </a:solidFill>
                  </a:tcPr>
                </a:tc>
                <a:tc>
                  <a:txBody>
                    <a:bodyPr/>
                    <a:lstStyle>
                      <a:lvl1pPr marL="0" algn="l" defTabSz="914363" rtl="0" eaLnBrk="1" latinLnBrk="0" hangingPunct="1">
                        <a:defRPr sz="1800" kern="1200">
                          <a:solidFill>
                            <a:schemeClr val="dk1"/>
                          </a:solidFill>
                          <a:latin typeface="Segoe UI"/>
                        </a:defRPr>
                      </a:lvl1pPr>
                      <a:lvl2pPr marL="457182" algn="l" defTabSz="914363" rtl="0" eaLnBrk="1" latinLnBrk="0" hangingPunct="1">
                        <a:defRPr sz="1800" kern="1200">
                          <a:solidFill>
                            <a:schemeClr val="dk1"/>
                          </a:solidFill>
                          <a:latin typeface="Segoe UI"/>
                        </a:defRPr>
                      </a:lvl2pPr>
                      <a:lvl3pPr marL="914363" algn="l" defTabSz="914363" rtl="0" eaLnBrk="1" latinLnBrk="0" hangingPunct="1">
                        <a:defRPr sz="1800" kern="1200">
                          <a:solidFill>
                            <a:schemeClr val="dk1"/>
                          </a:solidFill>
                          <a:latin typeface="Segoe UI"/>
                        </a:defRPr>
                      </a:lvl3pPr>
                      <a:lvl4pPr marL="1371545" algn="l" defTabSz="914363" rtl="0" eaLnBrk="1" latinLnBrk="0" hangingPunct="1">
                        <a:defRPr sz="1800" kern="1200">
                          <a:solidFill>
                            <a:schemeClr val="dk1"/>
                          </a:solidFill>
                          <a:latin typeface="Segoe UI"/>
                        </a:defRPr>
                      </a:lvl4pPr>
                      <a:lvl5pPr marL="1828727" algn="l" defTabSz="914363" rtl="0" eaLnBrk="1" latinLnBrk="0" hangingPunct="1">
                        <a:defRPr sz="1800" kern="1200">
                          <a:solidFill>
                            <a:schemeClr val="dk1"/>
                          </a:solidFill>
                          <a:latin typeface="Segoe UI"/>
                        </a:defRPr>
                      </a:lvl5pPr>
                      <a:lvl6pPr marL="2285909" algn="l" defTabSz="914363" rtl="0" eaLnBrk="1" latinLnBrk="0" hangingPunct="1">
                        <a:defRPr sz="1800" kern="1200">
                          <a:solidFill>
                            <a:schemeClr val="dk1"/>
                          </a:solidFill>
                          <a:latin typeface="Segoe UI"/>
                        </a:defRPr>
                      </a:lvl6pPr>
                      <a:lvl7pPr marL="2743090" algn="l" defTabSz="914363" rtl="0" eaLnBrk="1" latinLnBrk="0" hangingPunct="1">
                        <a:defRPr sz="1800" kern="1200">
                          <a:solidFill>
                            <a:schemeClr val="dk1"/>
                          </a:solidFill>
                          <a:latin typeface="Segoe UI"/>
                        </a:defRPr>
                      </a:lvl7pPr>
                      <a:lvl8pPr marL="3200272" algn="l" defTabSz="914363" rtl="0" eaLnBrk="1" latinLnBrk="0" hangingPunct="1">
                        <a:defRPr sz="1800" kern="1200">
                          <a:solidFill>
                            <a:schemeClr val="dk1"/>
                          </a:solidFill>
                          <a:latin typeface="Segoe UI"/>
                        </a:defRPr>
                      </a:lvl8pPr>
                      <a:lvl9pPr marL="3657454" algn="l" defTabSz="914363" rtl="0" eaLnBrk="1" latinLnBrk="0" hangingPunct="1">
                        <a:defRPr sz="1800" kern="1200">
                          <a:solidFill>
                            <a:schemeClr val="dk1"/>
                          </a:solidFill>
                          <a:latin typeface="Segoe UI"/>
                        </a:defRPr>
                      </a:lvl9pPr>
                    </a:lstStyle>
                    <a:p>
                      <a:r>
                        <a:rPr lang="en-US" sz="2500" kern="1200" dirty="0">
                          <a:solidFill>
                            <a:schemeClr val="dk1"/>
                          </a:solidFill>
                          <a:latin typeface="+mn-lt"/>
                          <a:ea typeface="+mn-ea"/>
                          <a:cs typeface="+mn-cs"/>
                        </a:rPr>
                        <a:t>8</a:t>
                      </a:r>
                    </a:p>
                  </a:txBody>
                  <a:tcPr marL="121888" marR="121888" marT="60944" marB="60944" anchor="ctr">
                    <a:lnL>
                      <a:noFill/>
                    </a:lnL>
                    <a:lnR>
                      <a:noFill/>
                    </a:lnR>
                    <a:lnT w="12700" cmpd="sng">
                      <a:solidFill>
                        <a:srgbClr val="00BCF2"/>
                      </a:solidFill>
                    </a:lnT>
                    <a:lnB w="12700" cmpd="sng">
                      <a:solidFill>
                        <a:srgbClr val="00BCF2"/>
                      </a:solidFill>
                    </a:lnB>
                    <a:lnTlToBr w="12700" cmpd="sng">
                      <a:noFill/>
                      <a:prstDash val="solid"/>
                    </a:lnTlToBr>
                    <a:lnBlToTr w="12700" cmpd="sng">
                      <a:noFill/>
                      <a:prstDash val="solid"/>
                    </a:lnBlToTr>
                    <a:solidFill>
                      <a:srgbClr val="00BCF2">
                        <a:tint val="20000"/>
                      </a:srgbClr>
                    </a:solidFill>
                  </a:tcPr>
                </a:tc>
                <a:tc>
                  <a:txBody>
                    <a:bodyPr/>
                    <a:lstStyle>
                      <a:lvl1pPr marL="0" algn="l" defTabSz="914363" rtl="0" eaLnBrk="1" latinLnBrk="0" hangingPunct="1">
                        <a:defRPr sz="1800" kern="1200">
                          <a:solidFill>
                            <a:schemeClr val="dk1"/>
                          </a:solidFill>
                          <a:latin typeface="Segoe UI"/>
                        </a:defRPr>
                      </a:lvl1pPr>
                      <a:lvl2pPr marL="457182" algn="l" defTabSz="914363" rtl="0" eaLnBrk="1" latinLnBrk="0" hangingPunct="1">
                        <a:defRPr sz="1800" kern="1200">
                          <a:solidFill>
                            <a:schemeClr val="dk1"/>
                          </a:solidFill>
                          <a:latin typeface="Segoe UI"/>
                        </a:defRPr>
                      </a:lvl2pPr>
                      <a:lvl3pPr marL="914363" algn="l" defTabSz="914363" rtl="0" eaLnBrk="1" latinLnBrk="0" hangingPunct="1">
                        <a:defRPr sz="1800" kern="1200">
                          <a:solidFill>
                            <a:schemeClr val="dk1"/>
                          </a:solidFill>
                          <a:latin typeface="Segoe UI"/>
                        </a:defRPr>
                      </a:lvl3pPr>
                      <a:lvl4pPr marL="1371545" algn="l" defTabSz="914363" rtl="0" eaLnBrk="1" latinLnBrk="0" hangingPunct="1">
                        <a:defRPr sz="1800" kern="1200">
                          <a:solidFill>
                            <a:schemeClr val="dk1"/>
                          </a:solidFill>
                          <a:latin typeface="Segoe UI"/>
                        </a:defRPr>
                      </a:lvl4pPr>
                      <a:lvl5pPr marL="1828727" algn="l" defTabSz="914363" rtl="0" eaLnBrk="1" latinLnBrk="0" hangingPunct="1">
                        <a:defRPr sz="1800" kern="1200">
                          <a:solidFill>
                            <a:schemeClr val="dk1"/>
                          </a:solidFill>
                          <a:latin typeface="Segoe UI"/>
                        </a:defRPr>
                      </a:lvl5pPr>
                      <a:lvl6pPr marL="2285909" algn="l" defTabSz="914363" rtl="0" eaLnBrk="1" latinLnBrk="0" hangingPunct="1">
                        <a:defRPr sz="1800" kern="1200">
                          <a:solidFill>
                            <a:schemeClr val="dk1"/>
                          </a:solidFill>
                          <a:latin typeface="Segoe UI"/>
                        </a:defRPr>
                      </a:lvl6pPr>
                      <a:lvl7pPr marL="2743090" algn="l" defTabSz="914363" rtl="0" eaLnBrk="1" latinLnBrk="0" hangingPunct="1">
                        <a:defRPr sz="1800" kern="1200">
                          <a:solidFill>
                            <a:schemeClr val="dk1"/>
                          </a:solidFill>
                          <a:latin typeface="Segoe UI"/>
                        </a:defRPr>
                      </a:lvl7pPr>
                      <a:lvl8pPr marL="3200272" algn="l" defTabSz="914363" rtl="0" eaLnBrk="1" latinLnBrk="0" hangingPunct="1">
                        <a:defRPr sz="1800" kern="1200">
                          <a:solidFill>
                            <a:schemeClr val="dk1"/>
                          </a:solidFill>
                          <a:latin typeface="Segoe UI"/>
                        </a:defRPr>
                      </a:lvl8pPr>
                      <a:lvl9pPr marL="3657454" algn="l" defTabSz="914363" rtl="0" eaLnBrk="1" latinLnBrk="0" hangingPunct="1">
                        <a:defRPr sz="1800" kern="1200">
                          <a:solidFill>
                            <a:schemeClr val="dk1"/>
                          </a:solidFill>
                          <a:latin typeface="Segoe UI"/>
                        </a:defRPr>
                      </a:lvl9pPr>
                    </a:lstStyle>
                    <a:p>
                      <a:r>
                        <a:rPr lang="en-US" sz="2500" kern="1200" dirty="0">
                          <a:solidFill>
                            <a:schemeClr val="dk1"/>
                          </a:solidFill>
                          <a:latin typeface="+mn-lt"/>
                          <a:ea typeface="+mn-ea"/>
                          <a:cs typeface="+mn-cs"/>
                        </a:rPr>
                        <a:t>56 GB</a:t>
                      </a:r>
                    </a:p>
                  </a:txBody>
                  <a:tcPr marL="121888" marR="121888" marT="60944" marB="60944" anchor="ctr">
                    <a:lnL>
                      <a:noFill/>
                    </a:lnL>
                    <a:lnR>
                      <a:noFill/>
                    </a:lnR>
                    <a:lnT w="12700" cmpd="sng">
                      <a:solidFill>
                        <a:srgbClr val="00BCF2"/>
                      </a:solidFill>
                    </a:lnT>
                    <a:lnB w="12700" cmpd="sng">
                      <a:solidFill>
                        <a:srgbClr val="00BCF2"/>
                      </a:solidFill>
                    </a:lnB>
                    <a:lnTlToBr w="12700" cmpd="sng">
                      <a:noFill/>
                      <a:prstDash val="solid"/>
                    </a:lnTlToBr>
                    <a:lnBlToTr w="12700" cmpd="sng">
                      <a:noFill/>
                      <a:prstDash val="solid"/>
                    </a:lnBlToTr>
                    <a:solidFill>
                      <a:srgbClr val="00BCF2">
                        <a:tint val="20000"/>
                      </a:srgbClr>
                    </a:solidFill>
                  </a:tcPr>
                </a:tc>
                <a:extLst>
                  <a:ext uri="{0D108BD9-81ED-4DB2-BD59-A6C34878D82A}">
                    <a16:rowId xmlns:a16="http://schemas.microsoft.com/office/drawing/2014/main" val="10007"/>
                  </a:ext>
                </a:extLst>
              </a:tr>
              <a:tr h="398274">
                <a:tc>
                  <a:txBody>
                    <a:bodyPr/>
                    <a:lstStyle>
                      <a:lvl1pPr marL="0" algn="l" defTabSz="914363" rtl="0" eaLnBrk="1" latinLnBrk="0" hangingPunct="1">
                        <a:defRPr sz="1800" kern="1200">
                          <a:solidFill>
                            <a:schemeClr val="dk1"/>
                          </a:solidFill>
                          <a:latin typeface="Segoe UI"/>
                        </a:defRPr>
                      </a:lvl1pPr>
                      <a:lvl2pPr marL="457182" algn="l" defTabSz="914363" rtl="0" eaLnBrk="1" latinLnBrk="0" hangingPunct="1">
                        <a:defRPr sz="1800" kern="1200">
                          <a:solidFill>
                            <a:schemeClr val="dk1"/>
                          </a:solidFill>
                          <a:latin typeface="Segoe UI"/>
                        </a:defRPr>
                      </a:lvl2pPr>
                      <a:lvl3pPr marL="914363" algn="l" defTabSz="914363" rtl="0" eaLnBrk="1" latinLnBrk="0" hangingPunct="1">
                        <a:defRPr sz="1800" kern="1200">
                          <a:solidFill>
                            <a:schemeClr val="dk1"/>
                          </a:solidFill>
                          <a:latin typeface="Segoe UI"/>
                        </a:defRPr>
                      </a:lvl3pPr>
                      <a:lvl4pPr marL="1371545" algn="l" defTabSz="914363" rtl="0" eaLnBrk="1" latinLnBrk="0" hangingPunct="1">
                        <a:defRPr sz="1800" kern="1200">
                          <a:solidFill>
                            <a:schemeClr val="dk1"/>
                          </a:solidFill>
                          <a:latin typeface="Segoe UI"/>
                        </a:defRPr>
                      </a:lvl4pPr>
                      <a:lvl5pPr marL="1828727" algn="l" defTabSz="914363" rtl="0" eaLnBrk="1" latinLnBrk="0" hangingPunct="1">
                        <a:defRPr sz="1800" kern="1200">
                          <a:solidFill>
                            <a:schemeClr val="dk1"/>
                          </a:solidFill>
                          <a:latin typeface="Segoe UI"/>
                        </a:defRPr>
                      </a:lvl5pPr>
                      <a:lvl6pPr marL="2285909" algn="l" defTabSz="914363" rtl="0" eaLnBrk="1" latinLnBrk="0" hangingPunct="1">
                        <a:defRPr sz="1800" kern="1200">
                          <a:solidFill>
                            <a:schemeClr val="dk1"/>
                          </a:solidFill>
                          <a:latin typeface="Segoe UI"/>
                        </a:defRPr>
                      </a:lvl6pPr>
                      <a:lvl7pPr marL="2743090" algn="l" defTabSz="914363" rtl="0" eaLnBrk="1" latinLnBrk="0" hangingPunct="1">
                        <a:defRPr sz="1800" kern="1200">
                          <a:solidFill>
                            <a:schemeClr val="dk1"/>
                          </a:solidFill>
                          <a:latin typeface="Segoe UI"/>
                        </a:defRPr>
                      </a:lvl7pPr>
                      <a:lvl8pPr marL="3200272" algn="l" defTabSz="914363" rtl="0" eaLnBrk="1" latinLnBrk="0" hangingPunct="1">
                        <a:defRPr sz="1800" kern="1200">
                          <a:solidFill>
                            <a:schemeClr val="dk1"/>
                          </a:solidFill>
                          <a:latin typeface="Segoe UI"/>
                        </a:defRPr>
                      </a:lvl8pPr>
                      <a:lvl9pPr marL="3657454" algn="l" defTabSz="914363" rtl="0" eaLnBrk="1" latinLnBrk="0" hangingPunct="1">
                        <a:defRPr sz="1800" kern="1200">
                          <a:solidFill>
                            <a:schemeClr val="dk1"/>
                          </a:solidFill>
                          <a:latin typeface="Segoe UI"/>
                        </a:defRPr>
                      </a:lvl9pPr>
                    </a:lstStyle>
                    <a:p>
                      <a:r>
                        <a:rPr lang="en-US" sz="2500" kern="1200" dirty="0">
                          <a:solidFill>
                            <a:schemeClr val="dk1"/>
                          </a:solidFill>
                          <a:latin typeface="+mn-lt"/>
                          <a:ea typeface="+mn-ea"/>
                          <a:cs typeface="+mn-cs"/>
                        </a:rPr>
                        <a:t>D14</a:t>
                      </a:r>
                    </a:p>
                  </a:txBody>
                  <a:tcPr marL="121888" marR="121888" marT="60944" marB="60944" anchor="ctr">
                    <a:lnL w="12700" cmpd="sng">
                      <a:solidFill>
                        <a:srgbClr val="00BCF2"/>
                      </a:solidFill>
                    </a:lnL>
                    <a:lnR>
                      <a:noFill/>
                    </a:lnR>
                    <a:lnT w="12700" cmpd="sng">
                      <a:solidFill>
                        <a:srgbClr val="00BCF2"/>
                      </a:solidFill>
                    </a:lnT>
                    <a:lnB w="12700" cmpd="sng">
                      <a:solidFill>
                        <a:srgbClr val="00BCF2"/>
                      </a:solidFill>
                    </a:lnB>
                    <a:lnTlToBr w="12700" cmpd="sng">
                      <a:noFill/>
                      <a:prstDash val="solid"/>
                    </a:lnTlToBr>
                    <a:lnBlToTr w="12700" cmpd="sng">
                      <a:noFill/>
                      <a:prstDash val="solid"/>
                    </a:lnBlToTr>
                    <a:solidFill>
                      <a:srgbClr val="FFFFFF"/>
                    </a:solidFill>
                  </a:tcPr>
                </a:tc>
                <a:tc>
                  <a:txBody>
                    <a:bodyPr/>
                    <a:lstStyle>
                      <a:lvl1pPr marL="0" algn="l" defTabSz="914363" rtl="0" eaLnBrk="1" latinLnBrk="0" hangingPunct="1">
                        <a:defRPr sz="1800" kern="1200">
                          <a:solidFill>
                            <a:schemeClr val="dk1"/>
                          </a:solidFill>
                          <a:latin typeface="Segoe UI"/>
                        </a:defRPr>
                      </a:lvl1pPr>
                      <a:lvl2pPr marL="457182" algn="l" defTabSz="914363" rtl="0" eaLnBrk="1" latinLnBrk="0" hangingPunct="1">
                        <a:defRPr sz="1800" kern="1200">
                          <a:solidFill>
                            <a:schemeClr val="dk1"/>
                          </a:solidFill>
                          <a:latin typeface="Segoe UI"/>
                        </a:defRPr>
                      </a:lvl2pPr>
                      <a:lvl3pPr marL="914363" algn="l" defTabSz="914363" rtl="0" eaLnBrk="1" latinLnBrk="0" hangingPunct="1">
                        <a:defRPr sz="1800" kern="1200">
                          <a:solidFill>
                            <a:schemeClr val="dk1"/>
                          </a:solidFill>
                          <a:latin typeface="Segoe UI"/>
                        </a:defRPr>
                      </a:lvl3pPr>
                      <a:lvl4pPr marL="1371545" algn="l" defTabSz="914363" rtl="0" eaLnBrk="1" latinLnBrk="0" hangingPunct="1">
                        <a:defRPr sz="1800" kern="1200">
                          <a:solidFill>
                            <a:schemeClr val="dk1"/>
                          </a:solidFill>
                          <a:latin typeface="Segoe UI"/>
                        </a:defRPr>
                      </a:lvl4pPr>
                      <a:lvl5pPr marL="1828727" algn="l" defTabSz="914363" rtl="0" eaLnBrk="1" latinLnBrk="0" hangingPunct="1">
                        <a:defRPr sz="1800" kern="1200">
                          <a:solidFill>
                            <a:schemeClr val="dk1"/>
                          </a:solidFill>
                          <a:latin typeface="Segoe UI"/>
                        </a:defRPr>
                      </a:lvl5pPr>
                      <a:lvl6pPr marL="2285909" algn="l" defTabSz="914363" rtl="0" eaLnBrk="1" latinLnBrk="0" hangingPunct="1">
                        <a:defRPr sz="1800" kern="1200">
                          <a:solidFill>
                            <a:schemeClr val="dk1"/>
                          </a:solidFill>
                          <a:latin typeface="Segoe UI"/>
                        </a:defRPr>
                      </a:lvl6pPr>
                      <a:lvl7pPr marL="2743090" algn="l" defTabSz="914363" rtl="0" eaLnBrk="1" latinLnBrk="0" hangingPunct="1">
                        <a:defRPr sz="1800" kern="1200">
                          <a:solidFill>
                            <a:schemeClr val="dk1"/>
                          </a:solidFill>
                          <a:latin typeface="Segoe UI"/>
                        </a:defRPr>
                      </a:lvl7pPr>
                      <a:lvl8pPr marL="3200272" algn="l" defTabSz="914363" rtl="0" eaLnBrk="1" latinLnBrk="0" hangingPunct="1">
                        <a:defRPr sz="1800" kern="1200">
                          <a:solidFill>
                            <a:schemeClr val="dk1"/>
                          </a:solidFill>
                          <a:latin typeface="Segoe UI"/>
                        </a:defRPr>
                      </a:lvl8pPr>
                      <a:lvl9pPr marL="3657454" algn="l" defTabSz="914363" rtl="0" eaLnBrk="1" latinLnBrk="0" hangingPunct="1">
                        <a:defRPr sz="1800" kern="1200">
                          <a:solidFill>
                            <a:schemeClr val="dk1"/>
                          </a:solidFill>
                          <a:latin typeface="Segoe UI"/>
                        </a:defRPr>
                      </a:lvl9pPr>
                    </a:lstStyle>
                    <a:p>
                      <a:r>
                        <a:rPr lang="en-US" sz="2500" kern="1200" dirty="0">
                          <a:solidFill>
                            <a:schemeClr val="dk1"/>
                          </a:solidFill>
                          <a:latin typeface="+mn-lt"/>
                          <a:ea typeface="+mn-ea"/>
                          <a:cs typeface="+mn-cs"/>
                        </a:rPr>
                        <a:t>16</a:t>
                      </a:r>
                    </a:p>
                  </a:txBody>
                  <a:tcPr marL="121888" marR="121888" marT="60944" marB="60944" anchor="ctr">
                    <a:lnL>
                      <a:noFill/>
                    </a:lnL>
                    <a:lnR>
                      <a:noFill/>
                    </a:lnR>
                    <a:lnT w="12700" cmpd="sng">
                      <a:solidFill>
                        <a:srgbClr val="00BCF2"/>
                      </a:solidFill>
                    </a:lnT>
                    <a:lnB w="12700" cmpd="sng">
                      <a:solidFill>
                        <a:srgbClr val="00BCF2"/>
                      </a:solidFill>
                    </a:lnB>
                    <a:lnTlToBr w="12700" cmpd="sng">
                      <a:noFill/>
                      <a:prstDash val="solid"/>
                    </a:lnTlToBr>
                    <a:lnBlToTr w="12700" cmpd="sng">
                      <a:noFill/>
                      <a:prstDash val="solid"/>
                    </a:lnBlToTr>
                    <a:solidFill>
                      <a:srgbClr val="FFFFFF"/>
                    </a:solidFill>
                  </a:tcPr>
                </a:tc>
                <a:tc>
                  <a:txBody>
                    <a:bodyPr/>
                    <a:lstStyle>
                      <a:lvl1pPr marL="0" algn="l" defTabSz="914363" rtl="0" eaLnBrk="1" latinLnBrk="0" hangingPunct="1">
                        <a:defRPr sz="1800" kern="1200">
                          <a:solidFill>
                            <a:schemeClr val="dk1"/>
                          </a:solidFill>
                          <a:latin typeface="Segoe UI"/>
                        </a:defRPr>
                      </a:lvl1pPr>
                      <a:lvl2pPr marL="457182" algn="l" defTabSz="914363" rtl="0" eaLnBrk="1" latinLnBrk="0" hangingPunct="1">
                        <a:defRPr sz="1800" kern="1200">
                          <a:solidFill>
                            <a:schemeClr val="dk1"/>
                          </a:solidFill>
                          <a:latin typeface="Segoe UI"/>
                        </a:defRPr>
                      </a:lvl2pPr>
                      <a:lvl3pPr marL="914363" algn="l" defTabSz="914363" rtl="0" eaLnBrk="1" latinLnBrk="0" hangingPunct="1">
                        <a:defRPr sz="1800" kern="1200">
                          <a:solidFill>
                            <a:schemeClr val="dk1"/>
                          </a:solidFill>
                          <a:latin typeface="Segoe UI"/>
                        </a:defRPr>
                      </a:lvl3pPr>
                      <a:lvl4pPr marL="1371545" algn="l" defTabSz="914363" rtl="0" eaLnBrk="1" latinLnBrk="0" hangingPunct="1">
                        <a:defRPr sz="1800" kern="1200">
                          <a:solidFill>
                            <a:schemeClr val="dk1"/>
                          </a:solidFill>
                          <a:latin typeface="Segoe UI"/>
                        </a:defRPr>
                      </a:lvl4pPr>
                      <a:lvl5pPr marL="1828727" algn="l" defTabSz="914363" rtl="0" eaLnBrk="1" latinLnBrk="0" hangingPunct="1">
                        <a:defRPr sz="1800" kern="1200">
                          <a:solidFill>
                            <a:schemeClr val="dk1"/>
                          </a:solidFill>
                          <a:latin typeface="Segoe UI"/>
                        </a:defRPr>
                      </a:lvl5pPr>
                      <a:lvl6pPr marL="2285909" algn="l" defTabSz="914363" rtl="0" eaLnBrk="1" latinLnBrk="0" hangingPunct="1">
                        <a:defRPr sz="1800" kern="1200">
                          <a:solidFill>
                            <a:schemeClr val="dk1"/>
                          </a:solidFill>
                          <a:latin typeface="Segoe UI"/>
                        </a:defRPr>
                      </a:lvl6pPr>
                      <a:lvl7pPr marL="2743090" algn="l" defTabSz="914363" rtl="0" eaLnBrk="1" latinLnBrk="0" hangingPunct="1">
                        <a:defRPr sz="1800" kern="1200">
                          <a:solidFill>
                            <a:schemeClr val="dk1"/>
                          </a:solidFill>
                          <a:latin typeface="Segoe UI"/>
                        </a:defRPr>
                      </a:lvl7pPr>
                      <a:lvl8pPr marL="3200272" algn="l" defTabSz="914363" rtl="0" eaLnBrk="1" latinLnBrk="0" hangingPunct="1">
                        <a:defRPr sz="1800" kern="1200">
                          <a:solidFill>
                            <a:schemeClr val="dk1"/>
                          </a:solidFill>
                          <a:latin typeface="Segoe UI"/>
                        </a:defRPr>
                      </a:lvl8pPr>
                      <a:lvl9pPr marL="3657454" algn="l" defTabSz="914363" rtl="0" eaLnBrk="1" latinLnBrk="0" hangingPunct="1">
                        <a:defRPr sz="1800" kern="1200">
                          <a:solidFill>
                            <a:schemeClr val="dk1"/>
                          </a:solidFill>
                          <a:latin typeface="Segoe UI"/>
                        </a:defRPr>
                      </a:lvl9pPr>
                    </a:lstStyle>
                    <a:p>
                      <a:r>
                        <a:rPr lang="en-US" sz="2500" kern="1200" dirty="0">
                          <a:solidFill>
                            <a:schemeClr val="dk1"/>
                          </a:solidFill>
                          <a:latin typeface="+mn-lt"/>
                          <a:ea typeface="+mn-ea"/>
                          <a:cs typeface="+mn-cs"/>
                        </a:rPr>
                        <a:t>112</a:t>
                      </a:r>
                      <a:r>
                        <a:rPr lang="en-US" sz="2500" kern="1200" baseline="0" dirty="0">
                          <a:solidFill>
                            <a:schemeClr val="dk1"/>
                          </a:solidFill>
                          <a:latin typeface="+mn-lt"/>
                          <a:ea typeface="+mn-ea"/>
                          <a:cs typeface="+mn-cs"/>
                        </a:rPr>
                        <a:t> GB</a:t>
                      </a:r>
                      <a:endParaRPr lang="en-US" sz="2500" kern="1200" dirty="0">
                        <a:solidFill>
                          <a:schemeClr val="dk1"/>
                        </a:solidFill>
                        <a:latin typeface="+mn-lt"/>
                        <a:ea typeface="+mn-ea"/>
                        <a:cs typeface="+mn-cs"/>
                      </a:endParaRPr>
                    </a:p>
                  </a:txBody>
                  <a:tcPr marL="121888" marR="121888" marT="60944" marB="60944" anchor="ctr">
                    <a:lnL>
                      <a:noFill/>
                    </a:lnL>
                    <a:lnR>
                      <a:noFill/>
                    </a:lnR>
                    <a:lnT w="12700" cmpd="sng">
                      <a:solidFill>
                        <a:srgbClr val="00BCF2"/>
                      </a:solidFill>
                    </a:lnT>
                    <a:lnB w="12700" cmpd="sng">
                      <a:solidFill>
                        <a:srgbClr val="00BCF2"/>
                      </a:solid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635197154"/>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ext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45067" name="think-cell Slide" r:id="rId6" imgW="270" imgH="270" progId="TCLayout.ActiveDocument.1">
                  <p:embed/>
                </p:oleObj>
              </mc:Choice>
              <mc:Fallback>
                <p:oleObj name="think-cell Slide" r:id="rId6" imgW="270" imgH="270" progId="TCLayout.ActiveDocument.1">
                  <p:embed/>
                  <p:pic>
                    <p:nvPicPr>
                      <p:cNvPr id="5" name="Object 4" hidden="1"/>
                      <p:cNvPicPr/>
                      <p:nvPr/>
                    </p:nvPicPr>
                    <p:blipFill>
                      <a:blip r:embed="rId7"/>
                      <a:stretch>
                        <a:fillRect/>
                      </a:stretch>
                    </p:blipFill>
                    <p:spPr>
                      <a:xfrm>
                        <a:off x="0" y="0"/>
                        <a:ext cx="158750" cy="158750"/>
                      </a:xfrm>
                      <a:prstGeom prst="rect">
                        <a:avLst/>
                      </a:prstGeom>
                    </p:spPr>
                  </p:pic>
                </p:oleObj>
              </mc:Fallback>
            </mc:AlternateContent>
          </a:graphicData>
        </a:graphic>
      </p:graphicFrame>
      <p:sp>
        <p:nvSpPr>
          <p:cNvPr id="2" name="Title 1"/>
          <p:cNvSpPr>
            <a:spLocks noGrp="1"/>
          </p:cNvSpPr>
          <p:nvPr>
            <p:ph type="title"/>
            <p:custDataLst>
              <p:tags r:id="rId3"/>
            </p:custDataLst>
          </p:nvPr>
        </p:nvSpPr>
        <p:spPr/>
        <p:txBody>
          <a:bodyPr/>
          <a:lstStyle/>
          <a:p>
            <a:r>
              <a:rPr lang="en-US" altLang="zh-CN" dirty="0"/>
              <a:t>Cloud Service Size – DV2 Series</a:t>
            </a:r>
            <a:endParaRPr lang="en-US" dirty="0"/>
          </a:p>
        </p:txBody>
      </p:sp>
      <p:graphicFrame>
        <p:nvGraphicFramePr>
          <p:cNvPr id="6" name="Table 3"/>
          <p:cNvGraphicFramePr>
            <a:graphicFrameLocks noGrp="1"/>
          </p:cNvGraphicFramePr>
          <p:nvPr>
            <p:extLst>
              <p:ext uri="{D42A27DB-BD31-4B8C-83A1-F6EECF244321}">
                <p14:modId xmlns:p14="http://schemas.microsoft.com/office/powerpoint/2010/main" val="3961707667"/>
              </p:ext>
            </p:extLst>
          </p:nvPr>
        </p:nvGraphicFramePr>
        <p:xfrm>
          <a:off x="585215" y="1042419"/>
          <a:ext cx="10638106" cy="4733445"/>
        </p:xfrm>
        <a:graphic>
          <a:graphicData uri="http://schemas.openxmlformats.org/drawingml/2006/table">
            <a:tbl>
              <a:tblPr firstRow="1" bandRow="1"/>
              <a:tblGrid>
                <a:gridCol w="3432015">
                  <a:extLst>
                    <a:ext uri="{9D8B030D-6E8A-4147-A177-3AD203B41FA5}">
                      <a16:colId xmlns:a16="http://schemas.microsoft.com/office/drawing/2014/main" val="20000"/>
                    </a:ext>
                  </a:extLst>
                </a:gridCol>
                <a:gridCol w="4023508">
                  <a:extLst>
                    <a:ext uri="{9D8B030D-6E8A-4147-A177-3AD203B41FA5}">
                      <a16:colId xmlns:a16="http://schemas.microsoft.com/office/drawing/2014/main" val="20001"/>
                    </a:ext>
                  </a:extLst>
                </a:gridCol>
                <a:gridCol w="3182583">
                  <a:extLst>
                    <a:ext uri="{9D8B030D-6E8A-4147-A177-3AD203B41FA5}">
                      <a16:colId xmlns:a16="http://schemas.microsoft.com/office/drawing/2014/main" val="20002"/>
                    </a:ext>
                  </a:extLst>
                </a:gridCol>
              </a:tblGrid>
              <a:tr h="700016">
                <a:tc>
                  <a:txBody>
                    <a:bodyPr/>
                    <a:lstStyle>
                      <a:lvl1pPr marL="0" algn="l" defTabSz="914363" rtl="0" eaLnBrk="1" latinLnBrk="0" hangingPunct="1">
                        <a:defRPr sz="1800" b="1" kern="1200">
                          <a:solidFill>
                            <a:schemeClr val="lt1"/>
                          </a:solidFill>
                          <a:latin typeface="Segoe UI"/>
                        </a:defRPr>
                      </a:lvl1pPr>
                      <a:lvl2pPr marL="457182" algn="l" defTabSz="914363" rtl="0" eaLnBrk="1" latinLnBrk="0" hangingPunct="1">
                        <a:defRPr sz="1800" b="1" kern="1200">
                          <a:solidFill>
                            <a:schemeClr val="lt1"/>
                          </a:solidFill>
                          <a:latin typeface="Segoe UI"/>
                        </a:defRPr>
                      </a:lvl2pPr>
                      <a:lvl3pPr marL="914363" algn="l" defTabSz="914363" rtl="0" eaLnBrk="1" latinLnBrk="0" hangingPunct="1">
                        <a:defRPr sz="1800" b="1" kern="1200">
                          <a:solidFill>
                            <a:schemeClr val="lt1"/>
                          </a:solidFill>
                          <a:latin typeface="Segoe UI"/>
                        </a:defRPr>
                      </a:lvl3pPr>
                      <a:lvl4pPr marL="1371545" algn="l" defTabSz="914363" rtl="0" eaLnBrk="1" latinLnBrk="0" hangingPunct="1">
                        <a:defRPr sz="1800" b="1" kern="1200">
                          <a:solidFill>
                            <a:schemeClr val="lt1"/>
                          </a:solidFill>
                          <a:latin typeface="Segoe UI"/>
                        </a:defRPr>
                      </a:lvl4pPr>
                      <a:lvl5pPr marL="1828727" algn="l" defTabSz="914363" rtl="0" eaLnBrk="1" latinLnBrk="0" hangingPunct="1">
                        <a:defRPr sz="1800" b="1" kern="1200">
                          <a:solidFill>
                            <a:schemeClr val="lt1"/>
                          </a:solidFill>
                          <a:latin typeface="Segoe UI"/>
                        </a:defRPr>
                      </a:lvl5pPr>
                      <a:lvl6pPr marL="2285909" algn="l" defTabSz="914363" rtl="0" eaLnBrk="1" latinLnBrk="0" hangingPunct="1">
                        <a:defRPr sz="1800" b="1" kern="1200">
                          <a:solidFill>
                            <a:schemeClr val="lt1"/>
                          </a:solidFill>
                          <a:latin typeface="Segoe UI"/>
                        </a:defRPr>
                      </a:lvl6pPr>
                      <a:lvl7pPr marL="2743090" algn="l" defTabSz="914363" rtl="0" eaLnBrk="1" latinLnBrk="0" hangingPunct="1">
                        <a:defRPr sz="1800" b="1" kern="1200">
                          <a:solidFill>
                            <a:schemeClr val="lt1"/>
                          </a:solidFill>
                          <a:latin typeface="Segoe UI"/>
                        </a:defRPr>
                      </a:lvl7pPr>
                      <a:lvl8pPr marL="3200272" algn="l" defTabSz="914363" rtl="0" eaLnBrk="1" latinLnBrk="0" hangingPunct="1">
                        <a:defRPr sz="1800" b="1" kern="1200">
                          <a:solidFill>
                            <a:schemeClr val="lt1"/>
                          </a:solidFill>
                          <a:latin typeface="Segoe UI"/>
                        </a:defRPr>
                      </a:lvl8pPr>
                      <a:lvl9pPr marL="3657454" algn="l" defTabSz="914363" rtl="0" eaLnBrk="1" latinLnBrk="0" hangingPunct="1">
                        <a:defRPr sz="1800" b="1" kern="1200">
                          <a:solidFill>
                            <a:schemeClr val="lt1"/>
                          </a:solidFill>
                          <a:latin typeface="Segoe UI"/>
                        </a:defRPr>
                      </a:lvl9pPr>
                    </a:lstStyle>
                    <a:p>
                      <a:r>
                        <a:rPr lang="en-US" sz="2500" dirty="0"/>
                        <a:t>VM</a:t>
                      </a:r>
                      <a:r>
                        <a:rPr lang="en-US" sz="2500" baseline="0" dirty="0"/>
                        <a:t> </a:t>
                      </a:r>
                      <a:r>
                        <a:rPr lang="en-US" sz="2500" dirty="0"/>
                        <a:t>Sizes</a:t>
                      </a:r>
                      <a:endParaRPr lang="en-US" sz="2500" b="1" dirty="0">
                        <a:solidFill>
                          <a:schemeClr val="bg1">
                            <a:alpha val="99000"/>
                          </a:schemeClr>
                        </a:solidFill>
                      </a:endParaRPr>
                    </a:p>
                  </a:txBody>
                  <a:tcPr marL="121888" marR="121888" marT="60944" marB="60944" anchor="ctr">
                    <a:lnL w="12700" cmpd="sng">
                      <a:solidFill>
                        <a:srgbClr val="00BCF2"/>
                      </a:solidFill>
                    </a:lnL>
                    <a:lnR>
                      <a:noFill/>
                    </a:lnR>
                    <a:lnT w="12700" cmpd="sng">
                      <a:solidFill>
                        <a:srgbClr val="00BCF2"/>
                      </a:solidFill>
                    </a:lnT>
                    <a:lnB w="12700" cmpd="sng">
                      <a:solidFill>
                        <a:srgbClr val="00BCF2"/>
                      </a:solidFill>
                    </a:lnB>
                    <a:lnTlToBr w="12700" cmpd="sng">
                      <a:noFill/>
                      <a:prstDash val="solid"/>
                    </a:lnTlToBr>
                    <a:lnBlToTr w="12700" cmpd="sng">
                      <a:noFill/>
                      <a:prstDash val="solid"/>
                    </a:lnBlToTr>
                    <a:solidFill>
                      <a:srgbClr val="00BCF2"/>
                    </a:solidFill>
                  </a:tcPr>
                </a:tc>
                <a:tc>
                  <a:txBody>
                    <a:bodyPr/>
                    <a:lstStyle>
                      <a:lvl1pPr marL="0" algn="l" defTabSz="914363" rtl="0" eaLnBrk="1" latinLnBrk="0" hangingPunct="1">
                        <a:defRPr sz="1800" b="1" kern="1200">
                          <a:solidFill>
                            <a:schemeClr val="lt1"/>
                          </a:solidFill>
                          <a:latin typeface="Segoe UI"/>
                        </a:defRPr>
                      </a:lvl1pPr>
                      <a:lvl2pPr marL="457182" algn="l" defTabSz="914363" rtl="0" eaLnBrk="1" latinLnBrk="0" hangingPunct="1">
                        <a:defRPr sz="1800" b="1" kern="1200">
                          <a:solidFill>
                            <a:schemeClr val="lt1"/>
                          </a:solidFill>
                          <a:latin typeface="Segoe UI"/>
                        </a:defRPr>
                      </a:lvl2pPr>
                      <a:lvl3pPr marL="914363" algn="l" defTabSz="914363" rtl="0" eaLnBrk="1" latinLnBrk="0" hangingPunct="1">
                        <a:defRPr sz="1800" b="1" kern="1200">
                          <a:solidFill>
                            <a:schemeClr val="lt1"/>
                          </a:solidFill>
                          <a:latin typeface="Segoe UI"/>
                        </a:defRPr>
                      </a:lvl3pPr>
                      <a:lvl4pPr marL="1371545" algn="l" defTabSz="914363" rtl="0" eaLnBrk="1" latinLnBrk="0" hangingPunct="1">
                        <a:defRPr sz="1800" b="1" kern="1200">
                          <a:solidFill>
                            <a:schemeClr val="lt1"/>
                          </a:solidFill>
                          <a:latin typeface="Segoe UI"/>
                        </a:defRPr>
                      </a:lvl4pPr>
                      <a:lvl5pPr marL="1828727" algn="l" defTabSz="914363" rtl="0" eaLnBrk="1" latinLnBrk="0" hangingPunct="1">
                        <a:defRPr sz="1800" b="1" kern="1200">
                          <a:solidFill>
                            <a:schemeClr val="lt1"/>
                          </a:solidFill>
                          <a:latin typeface="Segoe UI"/>
                        </a:defRPr>
                      </a:lvl5pPr>
                      <a:lvl6pPr marL="2285909" algn="l" defTabSz="914363" rtl="0" eaLnBrk="1" latinLnBrk="0" hangingPunct="1">
                        <a:defRPr sz="1800" b="1" kern="1200">
                          <a:solidFill>
                            <a:schemeClr val="lt1"/>
                          </a:solidFill>
                          <a:latin typeface="Segoe UI"/>
                        </a:defRPr>
                      </a:lvl6pPr>
                      <a:lvl7pPr marL="2743090" algn="l" defTabSz="914363" rtl="0" eaLnBrk="1" latinLnBrk="0" hangingPunct="1">
                        <a:defRPr sz="1800" b="1" kern="1200">
                          <a:solidFill>
                            <a:schemeClr val="lt1"/>
                          </a:solidFill>
                          <a:latin typeface="Segoe UI"/>
                        </a:defRPr>
                      </a:lvl7pPr>
                      <a:lvl8pPr marL="3200272" algn="l" defTabSz="914363" rtl="0" eaLnBrk="1" latinLnBrk="0" hangingPunct="1">
                        <a:defRPr sz="1800" b="1" kern="1200">
                          <a:solidFill>
                            <a:schemeClr val="lt1"/>
                          </a:solidFill>
                          <a:latin typeface="Segoe UI"/>
                        </a:defRPr>
                      </a:lvl8pPr>
                      <a:lvl9pPr marL="3657454" algn="l" defTabSz="914363" rtl="0" eaLnBrk="1" latinLnBrk="0" hangingPunct="1">
                        <a:defRPr sz="1800" b="1" kern="1200">
                          <a:solidFill>
                            <a:schemeClr val="lt1"/>
                          </a:solidFill>
                          <a:latin typeface="Segoe UI"/>
                        </a:defRPr>
                      </a:lvl9pPr>
                    </a:lstStyle>
                    <a:p>
                      <a:r>
                        <a:rPr lang="en-US" sz="2500" dirty="0"/>
                        <a:t>CPU Cores</a:t>
                      </a:r>
                      <a:endParaRPr lang="en-US" sz="2500" b="1" dirty="0">
                        <a:solidFill>
                          <a:schemeClr val="bg1">
                            <a:alpha val="99000"/>
                          </a:schemeClr>
                        </a:solidFill>
                      </a:endParaRPr>
                    </a:p>
                  </a:txBody>
                  <a:tcPr marL="121888" marR="121888" marT="60944" marB="60944" anchor="ctr">
                    <a:lnL>
                      <a:noFill/>
                    </a:lnL>
                    <a:lnR>
                      <a:noFill/>
                    </a:lnR>
                    <a:lnT w="12700" cmpd="sng">
                      <a:solidFill>
                        <a:srgbClr val="00BCF2"/>
                      </a:solidFill>
                    </a:lnT>
                    <a:lnB w="12700" cmpd="sng">
                      <a:solidFill>
                        <a:srgbClr val="00BCF2"/>
                      </a:solidFill>
                    </a:lnB>
                    <a:lnTlToBr w="12700" cmpd="sng">
                      <a:noFill/>
                      <a:prstDash val="solid"/>
                    </a:lnTlToBr>
                    <a:lnBlToTr w="12700" cmpd="sng">
                      <a:noFill/>
                      <a:prstDash val="solid"/>
                    </a:lnBlToTr>
                    <a:solidFill>
                      <a:srgbClr val="00BCF2"/>
                    </a:solidFill>
                  </a:tcPr>
                </a:tc>
                <a:tc>
                  <a:txBody>
                    <a:bodyPr/>
                    <a:lstStyle>
                      <a:lvl1pPr marL="0" algn="l" defTabSz="914363" rtl="0" eaLnBrk="1" latinLnBrk="0" hangingPunct="1">
                        <a:defRPr sz="1800" b="1" kern="1200">
                          <a:solidFill>
                            <a:schemeClr val="lt1"/>
                          </a:solidFill>
                          <a:latin typeface="Segoe UI"/>
                        </a:defRPr>
                      </a:lvl1pPr>
                      <a:lvl2pPr marL="457182" algn="l" defTabSz="914363" rtl="0" eaLnBrk="1" latinLnBrk="0" hangingPunct="1">
                        <a:defRPr sz="1800" b="1" kern="1200">
                          <a:solidFill>
                            <a:schemeClr val="lt1"/>
                          </a:solidFill>
                          <a:latin typeface="Segoe UI"/>
                        </a:defRPr>
                      </a:lvl2pPr>
                      <a:lvl3pPr marL="914363" algn="l" defTabSz="914363" rtl="0" eaLnBrk="1" latinLnBrk="0" hangingPunct="1">
                        <a:defRPr sz="1800" b="1" kern="1200">
                          <a:solidFill>
                            <a:schemeClr val="lt1"/>
                          </a:solidFill>
                          <a:latin typeface="Segoe UI"/>
                        </a:defRPr>
                      </a:lvl3pPr>
                      <a:lvl4pPr marL="1371545" algn="l" defTabSz="914363" rtl="0" eaLnBrk="1" latinLnBrk="0" hangingPunct="1">
                        <a:defRPr sz="1800" b="1" kern="1200">
                          <a:solidFill>
                            <a:schemeClr val="lt1"/>
                          </a:solidFill>
                          <a:latin typeface="Segoe UI"/>
                        </a:defRPr>
                      </a:lvl4pPr>
                      <a:lvl5pPr marL="1828727" algn="l" defTabSz="914363" rtl="0" eaLnBrk="1" latinLnBrk="0" hangingPunct="1">
                        <a:defRPr sz="1800" b="1" kern="1200">
                          <a:solidFill>
                            <a:schemeClr val="lt1"/>
                          </a:solidFill>
                          <a:latin typeface="Segoe UI"/>
                        </a:defRPr>
                      </a:lvl5pPr>
                      <a:lvl6pPr marL="2285909" algn="l" defTabSz="914363" rtl="0" eaLnBrk="1" latinLnBrk="0" hangingPunct="1">
                        <a:defRPr sz="1800" b="1" kern="1200">
                          <a:solidFill>
                            <a:schemeClr val="lt1"/>
                          </a:solidFill>
                          <a:latin typeface="Segoe UI"/>
                        </a:defRPr>
                      </a:lvl6pPr>
                      <a:lvl7pPr marL="2743090" algn="l" defTabSz="914363" rtl="0" eaLnBrk="1" latinLnBrk="0" hangingPunct="1">
                        <a:defRPr sz="1800" b="1" kern="1200">
                          <a:solidFill>
                            <a:schemeClr val="lt1"/>
                          </a:solidFill>
                          <a:latin typeface="Segoe UI"/>
                        </a:defRPr>
                      </a:lvl7pPr>
                      <a:lvl8pPr marL="3200272" algn="l" defTabSz="914363" rtl="0" eaLnBrk="1" latinLnBrk="0" hangingPunct="1">
                        <a:defRPr sz="1800" b="1" kern="1200">
                          <a:solidFill>
                            <a:schemeClr val="lt1"/>
                          </a:solidFill>
                          <a:latin typeface="Segoe UI"/>
                        </a:defRPr>
                      </a:lvl8pPr>
                      <a:lvl9pPr marL="3657454" algn="l" defTabSz="914363" rtl="0" eaLnBrk="1" latinLnBrk="0" hangingPunct="1">
                        <a:defRPr sz="1800" b="1" kern="1200">
                          <a:solidFill>
                            <a:schemeClr val="lt1"/>
                          </a:solidFill>
                          <a:latin typeface="Segoe UI"/>
                        </a:defRPr>
                      </a:lvl9pPr>
                    </a:lstStyle>
                    <a:p>
                      <a:r>
                        <a:rPr lang="en-US" sz="2500" dirty="0"/>
                        <a:t>Memory</a:t>
                      </a:r>
                      <a:endParaRPr lang="en-US" sz="2500" b="1" dirty="0">
                        <a:solidFill>
                          <a:schemeClr val="bg1">
                            <a:alpha val="99000"/>
                          </a:schemeClr>
                        </a:solidFill>
                      </a:endParaRPr>
                    </a:p>
                  </a:txBody>
                  <a:tcPr marL="121888" marR="121888" marT="60944" marB="60944" anchor="ctr">
                    <a:lnL>
                      <a:noFill/>
                    </a:lnL>
                    <a:lnR>
                      <a:noFill/>
                    </a:lnR>
                    <a:lnT w="12700" cmpd="sng">
                      <a:solidFill>
                        <a:srgbClr val="00BCF2"/>
                      </a:solidFill>
                    </a:lnT>
                    <a:lnB w="12700" cmpd="sng">
                      <a:solidFill>
                        <a:srgbClr val="00BCF2"/>
                      </a:solidFill>
                    </a:lnB>
                    <a:lnTlToBr w="12700" cmpd="sng">
                      <a:noFill/>
                      <a:prstDash val="solid"/>
                    </a:lnTlToBr>
                    <a:lnBlToTr w="12700" cmpd="sng">
                      <a:noFill/>
                      <a:prstDash val="solid"/>
                    </a:lnBlToTr>
                    <a:solidFill>
                      <a:srgbClr val="00BCF2"/>
                    </a:solidFill>
                  </a:tcPr>
                </a:tc>
                <a:extLst>
                  <a:ext uri="{0D108BD9-81ED-4DB2-BD59-A6C34878D82A}">
                    <a16:rowId xmlns:a16="http://schemas.microsoft.com/office/drawing/2014/main" val="10000"/>
                  </a:ext>
                </a:extLst>
              </a:tr>
              <a:tr h="398274">
                <a:tc>
                  <a:txBody>
                    <a:bodyPr/>
                    <a:lstStyle>
                      <a:lvl1pPr marL="0" algn="l" defTabSz="914363" rtl="0" eaLnBrk="1" latinLnBrk="0" hangingPunct="1">
                        <a:defRPr sz="1800" kern="1200">
                          <a:solidFill>
                            <a:schemeClr val="dk1"/>
                          </a:solidFill>
                          <a:latin typeface="Segoe UI"/>
                        </a:defRPr>
                      </a:lvl1pPr>
                      <a:lvl2pPr marL="457182" algn="l" defTabSz="914363" rtl="0" eaLnBrk="1" latinLnBrk="0" hangingPunct="1">
                        <a:defRPr sz="1800" kern="1200">
                          <a:solidFill>
                            <a:schemeClr val="dk1"/>
                          </a:solidFill>
                          <a:latin typeface="Segoe UI"/>
                        </a:defRPr>
                      </a:lvl2pPr>
                      <a:lvl3pPr marL="914363" algn="l" defTabSz="914363" rtl="0" eaLnBrk="1" latinLnBrk="0" hangingPunct="1">
                        <a:defRPr sz="1800" kern="1200">
                          <a:solidFill>
                            <a:schemeClr val="dk1"/>
                          </a:solidFill>
                          <a:latin typeface="Segoe UI"/>
                        </a:defRPr>
                      </a:lvl3pPr>
                      <a:lvl4pPr marL="1371545" algn="l" defTabSz="914363" rtl="0" eaLnBrk="1" latinLnBrk="0" hangingPunct="1">
                        <a:defRPr sz="1800" kern="1200">
                          <a:solidFill>
                            <a:schemeClr val="dk1"/>
                          </a:solidFill>
                          <a:latin typeface="Segoe UI"/>
                        </a:defRPr>
                      </a:lvl4pPr>
                      <a:lvl5pPr marL="1828727" algn="l" defTabSz="914363" rtl="0" eaLnBrk="1" latinLnBrk="0" hangingPunct="1">
                        <a:defRPr sz="1800" kern="1200">
                          <a:solidFill>
                            <a:schemeClr val="dk1"/>
                          </a:solidFill>
                          <a:latin typeface="Segoe UI"/>
                        </a:defRPr>
                      </a:lvl5pPr>
                      <a:lvl6pPr marL="2285909" algn="l" defTabSz="914363" rtl="0" eaLnBrk="1" latinLnBrk="0" hangingPunct="1">
                        <a:defRPr sz="1800" kern="1200">
                          <a:solidFill>
                            <a:schemeClr val="dk1"/>
                          </a:solidFill>
                          <a:latin typeface="Segoe UI"/>
                        </a:defRPr>
                      </a:lvl6pPr>
                      <a:lvl7pPr marL="2743090" algn="l" defTabSz="914363" rtl="0" eaLnBrk="1" latinLnBrk="0" hangingPunct="1">
                        <a:defRPr sz="1800" kern="1200">
                          <a:solidFill>
                            <a:schemeClr val="dk1"/>
                          </a:solidFill>
                          <a:latin typeface="Segoe UI"/>
                        </a:defRPr>
                      </a:lvl7pPr>
                      <a:lvl8pPr marL="3200272" algn="l" defTabSz="914363" rtl="0" eaLnBrk="1" latinLnBrk="0" hangingPunct="1">
                        <a:defRPr sz="1800" kern="1200">
                          <a:solidFill>
                            <a:schemeClr val="dk1"/>
                          </a:solidFill>
                          <a:latin typeface="Segoe UI"/>
                        </a:defRPr>
                      </a:lvl8pPr>
                      <a:lvl9pPr marL="3657454" algn="l" defTabSz="914363" rtl="0" eaLnBrk="1" latinLnBrk="0" hangingPunct="1">
                        <a:defRPr sz="1800" kern="1200">
                          <a:solidFill>
                            <a:schemeClr val="dk1"/>
                          </a:solidFill>
                          <a:latin typeface="Segoe UI"/>
                        </a:defRPr>
                      </a:lvl9pPr>
                    </a:lstStyle>
                    <a:p>
                      <a:r>
                        <a:rPr lang="en-US" sz="2500" dirty="0"/>
                        <a:t>D</a:t>
                      </a:r>
                      <a:r>
                        <a:rPr lang="en-US" altLang="zh-CN" sz="2500" dirty="0"/>
                        <a:t>1_V2</a:t>
                      </a:r>
                      <a:endParaRPr lang="en-US" sz="2500" dirty="0">
                        <a:solidFill>
                          <a:schemeClr val="tx2">
                            <a:lumMod val="75000"/>
                            <a:alpha val="99000"/>
                          </a:schemeClr>
                        </a:solidFill>
                      </a:endParaRPr>
                    </a:p>
                  </a:txBody>
                  <a:tcPr marL="121888" marR="121888" marT="60944" marB="60944" anchor="ctr">
                    <a:lnL w="12700" cmpd="sng">
                      <a:solidFill>
                        <a:srgbClr val="00BCF2"/>
                      </a:solidFill>
                    </a:lnL>
                    <a:lnR>
                      <a:noFill/>
                    </a:lnR>
                    <a:lnT w="12700" cmpd="sng">
                      <a:solidFill>
                        <a:srgbClr val="00BCF2"/>
                      </a:solidFill>
                    </a:lnT>
                    <a:lnB w="12700" cmpd="sng">
                      <a:solidFill>
                        <a:srgbClr val="00BCF2"/>
                      </a:solidFill>
                    </a:lnB>
                    <a:lnTlToBr w="12700" cmpd="sng">
                      <a:noFill/>
                      <a:prstDash val="solid"/>
                    </a:lnTlToBr>
                    <a:lnBlToTr w="12700" cmpd="sng">
                      <a:noFill/>
                      <a:prstDash val="solid"/>
                    </a:lnBlToTr>
                    <a:solidFill>
                      <a:srgbClr val="00BCF2">
                        <a:tint val="20000"/>
                      </a:srgbClr>
                    </a:solidFill>
                  </a:tcPr>
                </a:tc>
                <a:tc>
                  <a:txBody>
                    <a:bodyPr/>
                    <a:lstStyle>
                      <a:lvl1pPr marL="0" algn="l" defTabSz="914363" rtl="0" eaLnBrk="1" latinLnBrk="0" hangingPunct="1">
                        <a:defRPr sz="1800" kern="1200">
                          <a:solidFill>
                            <a:schemeClr val="dk1"/>
                          </a:solidFill>
                          <a:latin typeface="Segoe UI"/>
                        </a:defRPr>
                      </a:lvl1pPr>
                      <a:lvl2pPr marL="457182" algn="l" defTabSz="914363" rtl="0" eaLnBrk="1" latinLnBrk="0" hangingPunct="1">
                        <a:defRPr sz="1800" kern="1200">
                          <a:solidFill>
                            <a:schemeClr val="dk1"/>
                          </a:solidFill>
                          <a:latin typeface="Segoe UI"/>
                        </a:defRPr>
                      </a:lvl2pPr>
                      <a:lvl3pPr marL="914363" algn="l" defTabSz="914363" rtl="0" eaLnBrk="1" latinLnBrk="0" hangingPunct="1">
                        <a:defRPr sz="1800" kern="1200">
                          <a:solidFill>
                            <a:schemeClr val="dk1"/>
                          </a:solidFill>
                          <a:latin typeface="Segoe UI"/>
                        </a:defRPr>
                      </a:lvl3pPr>
                      <a:lvl4pPr marL="1371545" algn="l" defTabSz="914363" rtl="0" eaLnBrk="1" latinLnBrk="0" hangingPunct="1">
                        <a:defRPr sz="1800" kern="1200">
                          <a:solidFill>
                            <a:schemeClr val="dk1"/>
                          </a:solidFill>
                          <a:latin typeface="Segoe UI"/>
                        </a:defRPr>
                      </a:lvl4pPr>
                      <a:lvl5pPr marL="1828727" algn="l" defTabSz="914363" rtl="0" eaLnBrk="1" latinLnBrk="0" hangingPunct="1">
                        <a:defRPr sz="1800" kern="1200">
                          <a:solidFill>
                            <a:schemeClr val="dk1"/>
                          </a:solidFill>
                          <a:latin typeface="Segoe UI"/>
                        </a:defRPr>
                      </a:lvl5pPr>
                      <a:lvl6pPr marL="2285909" algn="l" defTabSz="914363" rtl="0" eaLnBrk="1" latinLnBrk="0" hangingPunct="1">
                        <a:defRPr sz="1800" kern="1200">
                          <a:solidFill>
                            <a:schemeClr val="dk1"/>
                          </a:solidFill>
                          <a:latin typeface="Segoe UI"/>
                        </a:defRPr>
                      </a:lvl6pPr>
                      <a:lvl7pPr marL="2743090" algn="l" defTabSz="914363" rtl="0" eaLnBrk="1" latinLnBrk="0" hangingPunct="1">
                        <a:defRPr sz="1800" kern="1200">
                          <a:solidFill>
                            <a:schemeClr val="dk1"/>
                          </a:solidFill>
                          <a:latin typeface="Segoe UI"/>
                        </a:defRPr>
                      </a:lvl7pPr>
                      <a:lvl8pPr marL="3200272" algn="l" defTabSz="914363" rtl="0" eaLnBrk="1" latinLnBrk="0" hangingPunct="1">
                        <a:defRPr sz="1800" kern="1200">
                          <a:solidFill>
                            <a:schemeClr val="dk1"/>
                          </a:solidFill>
                          <a:latin typeface="Segoe UI"/>
                        </a:defRPr>
                      </a:lvl8pPr>
                      <a:lvl9pPr marL="3657454" algn="l" defTabSz="914363" rtl="0" eaLnBrk="1" latinLnBrk="0" hangingPunct="1">
                        <a:defRPr sz="1800" kern="1200">
                          <a:solidFill>
                            <a:schemeClr val="dk1"/>
                          </a:solidFill>
                          <a:latin typeface="Segoe UI"/>
                        </a:defRPr>
                      </a:lvl9pPr>
                    </a:lstStyle>
                    <a:p>
                      <a:r>
                        <a:rPr lang="en-US" sz="2500" dirty="0"/>
                        <a:t>1</a:t>
                      </a:r>
                      <a:endParaRPr lang="en-US" sz="2500" dirty="0">
                        <a:solidFill>
                          <a:schemeClr val="tx2">
                            <a:lumMod val="75000"/>
                            <a:alpha val="99000"/>
                          </a:schemeClr>
                        </a:solidFill>
                      </a:endParaRPr>
                    </a:p>
                  </a:txBody>
                  <a:tcPr marL="121888" marR="121888" marT="60944" marB="60944" anchor="ctr">
                    <a:lnL>
                      <a:noFill/>
                    </a:lnL>
                    <a:lnR>
                      <a:noFill/>
                    </a:lnR>
                    <a:lnT w="12700" cmpd="sng">
                      <a:solidFill>
                        <a:srgbClr val="00BCF2"/>
                      </a:solidFill>
                    </a:lnT>
                    <a:lnB w="12700" cmpd="sng">
                      <a:solidFill>
                        <a:srgbClr val="00BCF2"/>
                      </a:solidFill>
                    </a:lnB>
                    <a:lnTlToBr w="12700" cmpd="sng">
                      <a:noFill/>
                      <a:prstDash val="solid"/>
                    </a:lnTlToBr>
                    <a:lnBlToTr w="12700" cmpd="sng">
                      <a:noFill/>
                      <a:prstDash val="solid"/>
                    </a:lnBlToTr>
                    <a:solidFill>
                      <a:srgbClr val="00BCF2">
                        <a:tint val="20000"/>
                      </a:srgbClr>
                    </a:solidFill>
                  </a:tcPr>
                </a:tc>
                <a:tc>
                  <a:txBody>
                    <a:bodyPr/>
                    <a:lstStyle>
                      <a:lvl1pPr marL="0" algn="l" defTabSz="914363" rtl="0" eaLnBrk="1" latinLnBrk="0" hangingPunct="1">
                        <a:defRPr sz="1800" kern="1200">
                          <a:solidFill>
                            <a:schemeClr val="dk1"/>
                          </a:solidFill>
                          <a:latin typeface="Segoe UI"/>
                        </a:defRPr>
                      </a:lvl1pPr>
                      <a:lvl2pPr marL="457182" algn="l" defTabSz="914363" rtl="0" eaLnBrk="1" latinLnBrk="0" hangingPunct="1">
                        <a:defRPr sz="1800" kern="1200">
                          <a:solidFill>
                            <a:schemeClr val="dk1"/>
                          </a:solidFill>
                          <a:latin typeface="Segoe UI"/>
                        </a:defRPr>
                      </a:lvl2pPr>
                      <a:lvl3pPr marL="914363" algn="l" defTabSz="914363" rtl="0" eaLnBrk="1" latinLnBrk="0" hangingPunct="1">
                        <a:defRPr sz="1800" kern="1200">
                          <a:solidFill>
                            <a:schemeClr val="dk1"/>
                          </a:solidFill>
                          <a:latin typeface="Segoe UI"/>
                        </a:defRPr>
                      </a:lvl3pPr>
                      <a:lvl4pPr marL="1371545" algn="l" defTabSz="914363" rtl="0" eaLnBrk="1" latinLnBrk="0" hangingPunct="1">
                        <a:defRPr sz="1800" kern="1200">
                          <a:solidFill>
                            <a:schemeClr val="dk1"/>
                          </a:solidFill>
                          <a:latin typeface="Segoe UI"/>
                        </a:defRPr>
                      </a:lvl4pPr>
                      <a:lvl5pPr marL="1828727" algn="l" defTabSz="914363" rtl="0" eaLnBrk="1" latinLnBrk="0" hangingPunct="1">
                        <a:defRPr sz="1800" kern="1200">
                          <a:solidFill>
                            <a:schemeClr val="dk1"/>
                          </a:solidFill>
                          <a:latin typeface="Segoe UI"/>
                        </a:defRPr>
                      </a:lvl5pPr>
                      <a:lvl6pPr marL="2285909" algn="l" defTabSz="914363" rtl="0" eaLnBrk="1" latinLnBrk="0" hangingPunct="1">
                        <a:defRPr sz="1800" kern="1200">
                          <a:solidFill>
                            <a:schemeClr val="dk1"/>
                          </a:solidFill>
                          <a:latin typeface="Segoe UI"/>
                        </a:defRPr>
                      </a:lvl6pPr>
                      <a:lvl7pPr marL="2743090" algn="l" defTabSz="914363" rtl="0" eaLnBrk="1" latinLnBrk="0" hangingPunct="1">
                        <a:defRPr sz="1800" kern="1200">
                          <a:solidFill>
                            <a:schemeClr val="dk1"/>
                          </a:solidFill>
                          <a:latin typeface="Segoe UI"/>
                        </a:defRPr>
                      </a:lvl7pPr>
                      <a:lvl8pPr marL="3200272" algn="l" defTabSz="914363" rtl="0" eaLnBrk="1" latinLnBrk="0" hangingPunct="1">
                        <a:defRPr sz="1800" kern="1200">
                          <a:solidFill>
                            <a:schemeClr val="dk1"/>
                          </a:solidFill>
                          <a:latin typeface="Segoe UI"/>
                        </a:defRPr>
                      </a:lvl8pPr>
                      <a:lvl9pPr marL="3657454" algn="l" defTabSz="914363" rtl="0" eaLnBrk="1" latinLnBrk="0" hangingPunct="1">
                        <a:defRPr sz="1800" kern="1200">
                          <a:solidFill>
                            <a:schemeClr val="dk1"/>
                          </a:solidFill>
                          <a:latin typeface="Segoe UI"/>
                        </a:defRPr>
                      </a:lvl9pPr>
                    </a:lstStyle>
                    <a:p>
                      <a:r>
                        <a:rPr lang="en-US" sz="2500" dirty="0">
                          <a:solidFill>
                            <a:schemeClr val="dk1"/>
                          </a:solidFill>
                        </a:rPr>
                        <a:t>3.5 GB</a:t>
                      </a:r>
                      <a:endParaRPr lang="en-US" sz="2500" dirty="0">
                        <a:solidFill>
                          <a:schemeClr val="tx2">
                            <a:lumMod val="75000"/>
                            <a:alpha val="99000"/>
                          </a:schemeClr>
                        </a:solidFill>
                      </a:endParaRPr>
                    </a:p>
                  </a:txBody>
                  <a:tcPr marL="121888" marR="121888" marT="60944" marB="60944" anchor="ctr">
                    <a:lnL>
                      <a:noFill/>
                    </a:lnL>
                    <a:lnR>
                      <a:noFill/>
                    </a:lnR>
                    <a:lnT w="12700" cmpd="sng">
                      <a:solidFill>
                        <a:srgbClr val="00BCF2"/>
                      </a:solidFill>
                    </a:lnT>
                    <a:lnB w="12700" cmpd="sng">
                      <a:solidFill>
                        <a:srgbClr val="00BCF2"/>
                      </a:solidFill>
                    </a:lnB>
                    <a:lnTlToBr w="12700" cmpd="sng">
                      <a:noFill/>
                      <a:prstDash val="solid"/>
                    </a:lnTlToBr>
                    <a:lnBlToTr w="12700" cmpd="sng">
                      <a:noFill/>
                      <a:prstDash val="solid"/>
                    </a:lnBlToTr>
                    <a:solidFill>
                      <a:srgbClr val="00BCF2">
                        <a:tint val="20000"/>
                      </a:srgbClr>
                    </a:solidFill>
                  </a:tcPr>
                </a:tc>
                <a:extLst>
                  <a:ext uri="{0D108BD9-81ED-4DB2-BD59-A6C34878D82A}">
                    <a16:rowId xmlns:a16="http://schemas.microsoft.com/office/drawing/2014/main" val="10001"/>
                  </a:ext>
                </a:extLst>
              </a:tr>
              <a:tr h="398274">
                <a:tc>
                  <a:txBody>
                    <a:bodyPr/>
                    <a:lstStyle>
                      <a:lvl1pPr marL="0" algn="l" defTabSz="914363" rtl="0" eaLnBrk="1" latinLnBrk="0" hangingPunct="1">
                        <a:defRPr sz="1800" kern="1200">
                          <a:solidFill>
                            <a:schemeClr val="dk1"/>
                          </a:solidFill>
                          <a:latin typeface="Segoe UI"/>
                        </a:defRPr>
                      </a:lvl1pPr>
                      <a:lvl2pPr marL="457182" algn="l" defTabSz="914363" rtl="0" eaLnBrk="1" latinLnBrk="0" hangingPunct="1">
                        <a:defRPr sz="1800" kern="1200">
                          <a:solidFill>
                            <a:schemeClr val="dk1"/>
                          </a:solidFill>
                          <a:latin typeface="Segoe UI"/>
                        </a:defRPr>
                      </a:lvl2pPr>
                      <a:lvl3pPr marL="914363" algn="l" defTabSz="914363" rtl="0" eaLnBrk="1" latinLnBrk="0" hangingPunct="1">
                        <a:defRPr sz="1800" kern="1200">
                          <a:solidFill>
                            <a:schemeClr val="dk1"/>
                          </a:solidFill>
                          <a:latin typeface="Segoe UI"/>
                        </a:defRPr>
                      </a:lvl3pPr>
                      <a:lvl4pPr marL="1371545" algn="l" defTabSz="914363" rtl="0" eaLnBrk="1" latinLnBrk="0" hangingPunct="1">
                        <a:defRPr sz="1800" kern="1200">
                          <a:solidFill>
                            <a:schemeClr val="dk1"/>
                          </a:solidFill>
                          <a:latin typeface="Segoe UI"/>
                        </a:defRPr>
                      </a:lvl4pPr>
                      <a:lvl5pPr marL="1828727" algn="l" defTabSz="914363" rtl="0" eaLnBrk="1" latinLnBrk="0" hangingPunct="1">
                        <a:defRPr sz="1800" kern="1200">
                          <a:solidFill>
                            <a:schemeClr val="dk1"/>
                          </a:solidFill>
                          <a:latin typeface="Segoe UI"/>
                        </a:defRPr>
                      </a:lvl5pPr>
                      <a:lvl6pPr marL="2285909" algn="l" defTabSz="914363" rtl="0" eaLnBrk="1" latinLnBrk="0" hangingPunct="1">
                        <a:defRPr sz="1800" kern="1200">
                          <a:solidFill>
                            <a:schemeClr val="dk1"/>
                          </a:solidFill>
                          <a:latin typeface="Segoe UI"/>
                        </a:defRPr>
                      </a:lvl6pPr>
                      <a:lvl7pPr marL="2743090" algn="l" defTabSz="914363" rtl="0" eaLnBrk="1" latinLnBrk="0" hangingPunct="1">
                        <a:defRPr sz="1800" kern="1200">
                          <a:solidFill>
                            <a:schemeClr val="dk1"/>
                          </a:solidFill>
                          <a:latin typeface="Segoe UI"/>
                        </a:defRPr>
                      </a:lvl7pPr>
                      <a:lvl8pPr marL="3200272" algn="l" defTabSz="914363" rtl="0" eaLnBrk="1" latinLnBrk="0" hangingPunct="1">
                        <a:defRPr sz="1800" kern="1200">
                          <a:solidFill>
                            <a:schemeClr val="dk1"/>
                          </a:solidFill>
                          <a:latin typeface="Segoe UI"/>
                        </a:defRPr>
                      </a:lvl8pPr>
                      <a:lvl9pPr marL="3657454" algn="l" defTabSz="914363" rtl="0" eaLnBrk="1" latinLnBrk="0" hangingPunct="1">
                        <a:defRPr sz="1800" kern="1200">
                          <a:solidFill>
                            <a:schemeClr val="dk1"/>
                          </a:solidFill>
                          <a:latin typeface="Segoe UI"/>
                        </a:defRPr>
                      </a:lvl9pPr>
                    </a:lstStyle>
                    <a:p>
                      <a:r>
                        <a:rPr lang="en-US" sz="2500" dirty="0"/>
                        <a:t>D2</a:t>
                      </a:r>
                      <a:r>
                        <a:rPr lang="en-US" altLang="zh-CN" sz="2500" dirty="0"/>
                        <a:t>_V2</a:t>
                      </a:r>
                      <a:endParaRPr lang="en-US" sz="2500" dirty="0">
                        <a:solidFill>
                          <a:schemeClr val="tx2">
                            <a:lumMod val="75000"/>
                            <a:alpha val="99000"/>
                          </a:schemeClr>
                        </a:solidFill>
                      </a:endParaRPr>
                    </a:p>
                  </a:txBody>
                  <a:tcPr marL="121888" marR="121888" marT="60944" marB="60944" anchor="ctr">
                    <a:lnL w="12700" cmpd="sng">
                      <a:solidFill>
                        <a:srgbClr val="00BCF2"/>
                      </a:solidFill>
                    </a:lnL>
                    <a:lnR>
                      <a:noFill/>
                    </a:lnR>
                    <a:lnT w="12700" cmpd="sng">
                      <a:solidFill>
                        <a:srgbClr val="00BCF2"/>
                      </a:solidFill>
                    </a:lnT>
                    <a:lnB w="12700" cmpd="sng">
                      <a:solidFill>
                        <a:srgbClr val="00BCF2"/>
                      </a:solidFill>
                    </a:lnB>
                    <a:lnTlToBr w="12700" cmpd="sng">
                      <a:noFill/>
                      <a:prstDash val="solid"/>
                    </a:lnTlToBr>
                    <a:lnBlToTr w="12700" cmpd="sng">
                      <a:noFill/>
                      <a:prstDash val="solid"/>
                    </a:lnBlToTr>
                    <a:solidFill>
                      <a:srgbClr val="FFFFFF"/>
                    </a:solidFill>
                  </a:tcPr>
                </a:tc>
                <a:tc>
                  <a:txBody>
                    <a:bodyPr/>
                    <a:lstStyle>
                      <a:lvl1pPr marL="0" algn="l" defTabSz="914363" rtl="0" eaLnBrk="1" latinLnBrk="0" hangingPunct="1">
                        <a:defRPr sz="1800" kern="1200">
                          <a:solidFill>
                            <a:schemeClr val="dk1"/>
                          </a:solidFill>
                          <a:latin typeface="Segoe UI"/>
                        </a:defRPr>
                      </a:lvl1pPr>
                      <a:lvl2pPr marL="457182" algn="l" defTabSz="914363" rtl="0" eaLnBrk="1" latinLnBrk="0" hangingPunct="1">
                        <a:defRPr sz="1800" kern="1200">
                          <a:solidFill>
                            <a:schemeClr val="dk1"/>
                          </a:solidFill>
                          <a:latin typeface="Segoe UI"/>
                        </a:defRPr>
                      </a:lvl2pPr>
                      <a:lvl3pPr marL="914363" algn="l" defTabSz="914363" rtl="0" eaLnBrk="1" latinLnBrk="0" hangingPunct="1">
                        <a:defRPr sz="1800" kern="1200">
                          <a:solidFill>
                            <a:schemeClr val="dk1"/>
                          </a:solidFill>
                          <a:latin typeface="Segoe UI"/>
                        </a:defRPr>
                      </a:lvl3pPr>
                      <a:lvl4pPr marL="1371545" algn="l" defTabSz="914363" rtl="0" eaLnBrk="1" latinLnBrk="0" hangingPunct="1">
                        <a:defRPr sz="1800" kern="1200">
                          <a:solidFill>
                            <a:schemeClr val="dk1"/>
                          </a:solidFill>
                          <a:latin typeface="Segoe UI"/>
                        </a:defRPr>
                      </a:lvl4pPr>
                      <a:lvl5pPr marL="1828727" algn="l" defTabSz="914363" rtl="0" eaLnBrk="1" latinLnBrk="0" hangingPunct="1">
                        <a:defRPr sz="1800" kern="1200">
                          <a:solidFill>
                            <a:schemeClr val="dk1"/>
                          </a:solidFill>
                          <a:latin typeface="Segoe UI"/>
                        </a:defRPr>
                      </a:lvl5pPr>
                      <a:lvl6pPr marL="2285909" algn="l" defTabSz="914363" rtl="0" eaLnBrk="1" latinLnBrk="0" hangingPunct="1">
                        <a:defRPr sz="1800" kern="1200">
                          <a:solidFill>
                            <a:schemeClr val="dk1"/>
                          </a:solidFill>
                          <a:latin typeface="Segoe UI"/>
                        </a:defRPr>
                      </a:lvl6pPr>
                      <a:lvl7pPr marL="2743090" algn="l" defTabSz="914363" rtl="0" eaLnBrk="1" latinLnBrk="0" hangingPunct="1">
                        <a:defRPr sz="1800" kern="1200">
                          <a:solidFill>
                            <a:schemeClr val="dk1"/>
                          </a:solidFill>
                          <a:latin typeface="Segoe UI"/>
                        </a:defRPr>
                      </a:lvl7pPr>
                      <a:lvl8pPr marL="3200272" algn="l" defTabSz="914363" rtl="0" eaLnBrk="1" latinLnBrk="0" hangingPunct="1">
                        <a:defRPr sz="1800" kern="1200">
                          <a:solidFill>
                            <a:schemeClr val="dk1"/>
                          </a:solidFill>
                          <a:latin typeface="Segoe UI"/>
                        </a:defRPr>
                      </a:lvl8pPr>
                      <a:lvl9pPr marL="3657454" algn="l" defTabSz="914363" rtl="0" eaLnBrk="1" latinLnBrk="0" hangingPunct="1">
                        <a:defRPr sz="1800" kern="1200">
                          <a:solidFill>
                            <a:schemeClr val="dk1"/>
                          </a:solidFill>
                          <a:latin typeface="Segoe UI"/>
                        </a:defRPr>
                      </a:lvl9pPr>
                    </a:lstStyle>
                    <a:p>
                      <a:r>
                        <a:rPr lang="en-US" sz="2500" dirty="0">
                          <a:solidFill>
                            <a:schemeClr val="dk1"/>
                          </a:solidFill>
                        </a:rPr>
                        <a:t>2</a:t>
                      </a:r>
                      <a:endParaRPr lang="en-US" sz="2500" dirty="0">
                        <a:solidFill>
                          <a:schemeClr val="tx2">
                            <a:lumMod val="75000"/>
                            <a:alpha val="99000"/>
                          </a:schemeClr>
                        </a:solidFill>
                      </a:endParaRPr>
                    </a:p>
                  </a:txBody>
                  <a:tcPr marL="121888" marR="121888" marT="60944" marB="60944" anchor="ctr">
                    <a:lnL>
                      <a:noFill/>
                    </a:lnL>
                    <a:lnR>
                      <a:noFill/>
                    </a:lnR>
                    <a:lnT w="12700" cmpd="sng">
                      <a:solidFill>
                        <a:srgbClr val="00BCF2"/>
                      </a:solidFill>
                    </a:lnT>
                    <a:lnB w="12700" cmpd="sng">
                      <a:solidFill>
                        <a:srgbClr val="00BCF2"/>
                      </a:solidFill>
                    </a:lnB>
                    <a:lnTlToBr w="12700" cmpd="sng">
                      <a:noFill/>
                      <a:prstDash val="solid"/>
                    </a:lnTlToBr>
                    <a:lnBlToTr w="12700" cmpd="sng">
                      <a:noFill/>
                      <a:prstDash val="solid"/>
                    </a:lnBlToTr>
                    <a:solidFill>
                      <a:srgbClr val="FFFFFF"/>
                    </a:solidFill>
                  </a:tcPr>
                </a:tc>
                <a:tc>
                  <a:txBody>
                    <a:bodyPr/>
                    <a:lstStyle>
                      <a:lvl1pPr marL="0" algn="l" defTabSz="914363" rtl="0" eaLnBrk="1" latinLnBrk="0" hangingPunct="1">
                        <a:defRPr sz="1800" kern="1200">
                          <a:solidFill>
                            <a:schemeClr val="dk1"/>
                          </a:solidFill>
                          <a:latin typeface="Segoe UI"/>
                        </a:defRPr>
                      </a:lvl1pPr>
                      <a:lvl2pPr marL="457182" algn="l" defTabSz="914363" rtl="0" eaLnBrk="1" latinLnBrk="0" hangingPunct="1">
                        <a:defRPr sz="1800" kern="1200">
                          <a:solidFill>
                            <a:schemeClr val="dk1"/>
                          </a:solidFill>
                          <a:latin typeface="Segoe UI"/>
                        </a:defRPr>
                      </a:lvl2pPr>
                      <a:lvl3pPr marL="914363" algn="l" defTabSz="914363" rtl="0" eaLnBrk="1" latinLnBrk="0" hangingPunct="1">
                        <a:defRPr sz="1800" kern="1200">
                          <a:solidFill>
                            <a:schemeClr val="dk1"/>
                          </a:solidFill>
                          <a:latin typeface="Segoe UI"/>
                        </a:defRPr>
                      </a:lvl3pPr>
                      <a:lvl4pPr marL="1371545" algn="l" defTabSz="914363" rtl="0" eaLnBrk="1" latinLnBrk="0" hangingPunct="1">
                        <a:defRPr sz="1800" kern="1200">
                          <a:solidFill>
                            <a:schemeClr val="dk1"/>
                          </a:solidFill>
                          <a:latin typeface="Segoe UI"/>
                        </a:defRPr>
                      </a:lvl4pPr>
                      <a:lvl5pPr marL="1828727" algn="l" defTabSz="914363" rtl="0" eaLnBrk="1" latinLnBrk="0" hangingPunct="1">
                        <a:defRPr sz="1800" kern="1200">
                          <a:solidFill>
                            <a:schemeClr val="dk1"/>
                          </a:solidFill>
                          <a:latin typeface="Segoe UI"/>
                        </a:defRPr>
                      </a:lvl5pPr>
                      <a:lvl6pPr marL="2285909" algn="l" defTabSz="914363" rtl="0" eaLnBrk="1" latinLnBrk="0" hangingPunct="1">
                        <a:defRPr sz="1800" kern="1200">
                          <a:solidFill>
                            <a:schemeClr val="dk1"/>
                          </a:solidFill>
                          <a:latin typeface="Segoe UI"/>
                        </a:defRPr>
                      </a:lvl6pPr>
                      <a:lvl7pPr marL="2743090" algn="l" defTabSz="914363" rtl="0" eaLnBrk="1" latinLnBrk="0" hangingPunct="1">
                        <a:defRPr sz="1800" kern="1200">
                          <a:solidFill>
                            <a:schemeClr val="dk1"/>
                          </a:solidFill>
                          <a:latin typeface="Segoe UI"/>
                        </a:defRPr>
                      </a:lvl7pPr>
                      <a:lvl8pPr marL="3200272" algn="l" defTabSz="914363" rtl="0" eaLnBrk="1" latinLnBrk="0" hangingPunct="1">
                        <a:defRPr sz="1800" kern="1200">
                          <a:solidFill>
                            <a:schemeClr val="dk1"/>
                          </a:solidFill>
                          <a:latin typeface="Segoe UI"/>
                        </a:defRPr>
                      </a:lvl8pPr>
                      <a:lvl9pPr marL="3657454" algn="l" defTabSz="914363" rtl="0" eaLnBrk="1" latinLnBrk="0" hangingPunct="1">
                        <a:defRPr sz="1800" kern="1200">
                          <a:solidFill>
                            <a:schemeClr val="dk1"/>
                          </a:solidFill>
                          <a:latin typeface="Segoe UI"/>
                        </a:defRPr>
                      </a:lvl9pPr>
                    </a:lstStyle>
                    <a:p>
                      <a:r>
                        <a:rPr lang="en-US" altLang="zh-CN" sz="2500" dirty="0">
                          <a:solidFill>
                            <a:schemeClr val="dk1"/>
                          </a:solidFill>
                        </a:rPr>
                        <a:t>7 GB</a:t>
                      </a:r>
                      <a:endParaRPr lang="en-US" sz="2500" dirty="0">
                        <a:solidFill>
                          <a:schemeClr val="tx2">
                            <a:lumMod val="75000"/>
                            <a:alpha val="99000"/>
                          </a:schemeClr>
                        </a:solidFill>
                      </a:endParaRPr>
                    </a:p>
                  </a:txBody>
                  <a:tcPr marL="121888" marR="121888" marT="60944" marB="60944" anchor="ctr">
                    <a:lnL>
                      <a:noFill/>
                    </a:lnL>
                    <a:lnR>
                      <a:noFill/>
                    </a:lnR>
                    <a:lnT w="12700" cmpd="sng">
                      <a:solidFill>
                        <a:srgbClr val="00BCF2"/>
                      </a:solidFill>
                    </a:lnT>
                    <a:lnB w="12700" cmpd="sng">
                      <a:solidFill>
                        <a:srgbClr val="00BCF2"/>
                      </a:solid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r h="398274">
                <a:tc>
                  <a:txBody>
                    <a:bodyPr/>
                    <a:lstStyle>
                      <a:lvl1pPr marL="0" algn="l" defTabSz="914363" rtl="0" eaLnBrk="1" latinLnBrk="0" hangingPunct="1">
                        <a:defRPr sz="1800" kern="1200">
                          <a:solidFill>
                            <a:schemeClr val="dk1"/>
                          </a:solidFill>
                          <a:latin typeface="Segoe UI"/>
                        </a:defRPr>
                      </a:lvl1pPr>
                      <a:lvl2pPr marL="457182" algn="l" defTabSz="914363" rtl="0" eaLnBrk="1" latinLnBrk="0" hangingPunct="1">
                        <a:defRPr sz="1800" kern="1200">
                          <a:solidFill>
                            <a:schemeClr val="dk1"/>
                          </a:solidFill>
                          <a:latin typeface="Segoe UI"/>
                        </a:defRPr>
                      </a:lvl2pPr>
                      <a:lvl3pPr marL="914363" algn="l" defTabSz="914363" rtl="0" eaLnBrk="1" latinLnBrk="0" hangingPunct="1">
                        <a:defRPr sz="1800" kern="1200">
                          <a:solidFill>
                            <a:schemeClr val="dk1"/>
                          </a:solidFill>
                          <a:latin typeface="Segoe UI"/>
                        </a:defRPr>
                      </a:lvl3pPr>
                      <a:lvl4pPr marL="1371545" algn="l" defTabSz="914363" rtl="0" eaLnBrk="1" latinLnBrk="0" hangingPunct="1">
                        <a:defRPr sz="1800" kern="1200">
                          <a:solidFill>
                            <a:schemeClr val="dk1"/>
                          </a:solidFill>
                          <a:latin typeface="Segoe UI"/>
                        </a:defRPr>
                      </a:lvl4pPr>
                      <a:lvl5pPr marL="1828727" algn="l" defTabSz="914363" rtl="0" eaLnBrk="1" latinLnBrk="0" hangingPunct="1">
                        <a:defRPr sz="1800" kern="1200">
                          <a:solidFill>
                            <a:schemeClr val="dk1"/>
                          </a:solidFill>
                          <a:latin typeface="Segoe UI"/>
                        </a:defRPr>
                      </a:lvl5pPr>
                      <a:lvl6pPr marL="2285909" algn="l" defTabSz="914363" rtl="0" eaLnBrk="1" latinLnBrk="0" hangingPunct="1">
                        <a:defRPr sz="1800" kern="1200">
                          <a:solidFill>
                            <a:schemeClr val="dk1"/>
                          </a:solidFill>
                          <a:latin typeface="Segoe UI"/>
                        </a:defRPr>
                      </a:lvl6pPr>
                      <a:lvl7pPr marL="2743090" algn="l" defTabSz="914363" rtl="0" eaLnBrk="1" latinLnBrk="0" hangingPunct="1">
                        <a:defRPr sz="1800" kern="1200">
                          <a:solidFill>
                            <a:schemeClr val="dk1"/>
                          </a:solidFill>
                          <a:latin typeface="Segoe UI"/>
                        </a:defRPr>
                      </a:lvl7pPr>
                      <a:lvl8pPr marL="3200272" algn="l" defTabSz="914363" rtl="0" eaLnBrk="1" latinLnBrk="0" hangingPunct="1">
                        <a:defRPr sz="1800" kern="1200">
                          <a:solidFill>
                            <a:schemeClr val="dk1"/>
                          </a:solidFill>
                          <a:latin typeface="Segoe UI"/>
                        </a:defRPr>
                      </a:lvl8pPr>
                      <a:lvl9pPr marL="3657454" algn="l" defTabSz="914363" rtl="0" eaLnBrk="1" latinLnBrk="0" hangingPunct="1">
                        <a:defRPr sz="1800" kern="1200">
                          <a:solidFill>
                            <a:schemeClr val="dk1"/>
                          </a:solidFill>
                          <a:latin typeface="Segoe UI"/>
                        </a:defRPr>
                      </a:lvl9pPr>
                    </a:lstStyle>
                    <a:p>
                      <a:r>
                        <a:rPr lang="en-US" sz="2500" dirty="0"/>
                        <a:t>D3</a:t>
                      </a:r>
                      <a:r>
                        <a:rPr lang="en-US" altLang="zh-CN" sz="2500" dirty="0"/>
                        <a:t>_V2</a:t>
                      </a:r>
                      <a:endParaRPr lang="en-US" sz="2500" dirty="0">
                        <a:solidFill>
                          <a:schemeClr val="tx2">
                            <a:lumMod val="75000"/>
                            <a:alpha val="99000"/>
                          </a:schemeClr>
                        </a:solidFill>
                      </a:endParaRPr>
                    </a:p>
                  </a:txBody>
                  <a:tcPr marL="121888" marR="121888" marT="60944" marB="60944" anchor="ctr">
                    <a:lnL w="12700" cmpd="sng">
                      <a:solidFill>
                        <a:srgbClr val="00BCF2"/>
                      </a:solidFill>
                    </a:lnL>
                    <a:lnR>
                      <a:noFill/>
                    </a:lnR>
                    <a:lnT w="12700" cmpd="sng">
                      <a:solidFill>
                        <a:srgbClr val="00BCF2"/>
                      </a:solidFill>
                    </a:lnT>
                    <a:lnB w="12700" cmpd="sng">
                      <a:solidFill>
                        <a:srgbClr val="00BCF2"/>
                      </a:solidFill>
                    </a:lnB>
                    <a:lnTlToBr w="12700" cmpd="sng">
                      <a:noFill/>
                      <a:prstDash val="solid"/>
                    </a:lnTlToBr>
                    <a:lnBlToTr w="12700" cmpd="sng">
                      <a:noFill/>
                      <a:prstDash val="solid"/>
                    </a:lnBlToTr>
                    <a:solidFill>
                      <a:srgbClr val="00BCF2">
                        <a:tint val="20000"/>
                      </a:srgbClr>
                    </a:solidFill>
                  </a:tcPr>
                </a:tc>
                <a:tc>
                  <a:txBody>
                    <a:bodyPr/>
                    <a:lstStyle>
                      <a:lvl1pPr marL="0" algn="l" defTabSz="914363" rtl="0" eaLnBrk="1" latinLnBrk="0" hangingPunct="1">
                        <a:defRPr sz="1800" kern="1200">
                          <a:solidFill>
                            <a:schemeClr val="dk1"/>
                          </a:solidFill>
                          <a:latin typeface="Segoe UI"/>
                        </a:defRPr>
                      </a:lvl1pPr>
                      <a:lvl2pPr marL="457182" algn="l" defTabSz="914363" rtl="0" eaLnBrk="1" latinLnBrk="0" hangingPunct="1">
                        <a:defRPr sz="1800" kern="1200">
                          <a:solidFill>
                            <a:schemeClr val="dk1"/>
                          </a:solidFill>
                          <a:latin typeface="Segoe UI"/>
                        </a:defRPr>
                      </a:lvl2pPr>
                      <a:lvl3pPr marL="914363" algn="l" defTabSz="914363" rtl="0" eaLnBrk="1" latinLnBrk="0" hangingPunct="1">
                        <a:defRPr sz="1800" kern="1200">
                          <a:solidFill>
                            <a:schemeClr val="dk1"/>
                          </a:solidFill>
                          <a:latin typeface="Segoe UI"/>
                        </a:defRPr>
                      </a:lvl3pPr>
                      <a:lvl4pPr marL="1371545" algn="l" defTabSz="914363" rtl="0" eaLnBrk="1" latinLnBrk="0" hangingPunct="1">
                        <a:defRPr sz="1800" kern="1200">
                          <a:solidFill>
                            <a:schemeClr val="dk1"/>
                          </a:solidFill>
                          <a:latin typeface="Segoe UI"/>
                        </a:defRPr>
                      </a:lvl4pPr>
                      <a:lvl5pPr marL="1828727" algn="l" defTabSz="914363" rtl="0" eaLnBrk="1" latinLnBrk="0" hangingPunct="1">
                        <a:defRPr sz="1800" kern="1200">
                          <a:solidFill>
                            <a:schemeClr val="dk1"/>
                          </a:solidFill>
                          <a:latin typeface="Segoe UI"/>
                        </a:defRPr>
                      </a:lvl5pPr>
                      <a:lvl6pPr marL="2285909" algn="l" defTabSz="914363" rtl="0" eaLnBrk="1" latinLnBrk="0" hangingPunct="1">
                        <a:defRPr sz="1800" kern="1200">
                          <a:solidFill>
                            <a:schemeClr val="dk1"/>
                          </a:solidFill>
                          <a:latin typeface="Segoe UI"/>
                        </a:defRPr>
                      </a:lvl6pPr>
                      <a:lvl7pPr marL="2743090" algn="l" defTabSz="914363" rtl="0" eaLnBrk="1" latinLnBrk="0" hangingPunct="1">
                        <a:defRPr sz="1800" kern="1200">
                          <a:solidFill>
                            <a:schemeClr val="dk1"/>
                          </a:solidFill>
                          <a:latin typeface="Segoe UI"/>
                        </a:defRPr>
                      </a:lvl7pPr>
                      <a:lvl8pPr marL="3200272" algn="l" defTabSz="914363" rtl="0" eaLnBrk="1" latinLnBrk="0" hangingPunct="1">
                        <a:defRPr sz="1800" kern="1200">
                          <a:solidFill>
                            <a:schemeClr val="dk1"/>
                          </a:solidFill>
                          <a:latin typeface="Segoe UI"/>
                        </a:defRPr>
                      </a:lvl8pPr>
                      <a:lvl9pPr marL="3657454" algn="l" defTabSz="914363" rtl="0" eaLnBrk="1" latinLnBrk="0" hangingPunct="1">
                        <a:defRPr sz="1800" kern="1200">
                          <a:solidFill>
                            <a:schemeClr val="dk1"/>
                          </a:solidFill>
                          <a:latin typeface="Segoe UI"/>
                        </a:defRPr>
                      </a:lvl9pPr>
                    </a:lstStyle>
                    <a:p>
                      <a:r>
                        <a:rPr lang="en-US" sz="2500" dirty="0">
                          <a:solidFill>
                            <a:schemeClr val="dk1"/>
                          </a:solidFill>
                        </a:rPr>
                        <a:t>4</a:t>
                      </a:r>
                      <a:endParaRPr lang="en-US" sz="2500" dirty="0">
                        <a:solidFill>
                          <a:schemeClr val="tx2">
                            <a:lumMod val="75000"/>
                            <a:alpha val="99000"/>
                          </a:schemeClr>
                        </a:solidFill>
                      </a:endParaRPr>
                    </a:p>
                  </a:txBody>
                  <a:tcPr marL="121888" marR="121888" marT="60944" marB="60944" anchor="ctr">
                    <a:lnL>
                      <a:noFill/>
                    </a:lnL>
                    <a:lnR>
                      <a:noFill/>
                    </a:lnR>
                    <a:lnT w="12700" cmpd="sng">
                      <a:solidFill>
                        <a:srgbClr val="00BCF2"/>
                      </a:solidFill>
                    </a:lnT>
                    <a:lnB w="12700" cmpd="sng">
                      <a:solidFill>
                        <a:srgbClr val="00BCF2"/>
                      </a:solidFill>
                    </a:lnB>
                    <a:lnTlToBr w="12700" cmpd="sng">
                      <a:noFill/>
                      <a:prstDash val="solid"/>
                    </a:lnTlToBr>
                    <a:lnBlToTr w="12700" cmpd="sng">
                      <a:noFill/>
                      <a:prstDash val="solid"/>
                    </a:lnBlToTr>
                    <a:solidFill>
                      <a:srgbClr val="00BCF2">
                        <a:tint val="20000"/>
                      </a:srgbClr>
                    </a:solidFill>
                  </a:tcPr>
                </a:tc>
                <a:tc>
                  <a:txBody>
                    <a:bodyPr/>
                    <a:lstStyle>
                      <a:lvl1pPr marL="0" algn="l" defTabSz="914363" rtl="0" eaLnBrk="1" latinLnBrk="0" hangingPunct="1">
                        <a:defRPr sz="1800" kern="1200">
                          <a:solidFill>
                            <a:schemeClr val="dk1"/>
                          </a:solidFill>
                          <a:latin typeface="Segoe UI"/>
                        </a:defRPr>
                      </a:lvl1pPr>
                      <a:lvl2pPr marL="457182" algn="l" defTabSz="914363" rtl="0" eaLnBrk="1" latinLnBrk="0" hangingPunct="1">
                        <a:defRPr sz="1800" kern="1200">
                          <a:solidFill>
                            <a:schemeClr val="dk1"/>
                          </a:solidFill>
                          <a:latin typeface="Segoe UI"/>
                        </a:defRPr>
                      </a:lvl2pPr>
                      <a:lvl3pPr marL="914363" algn="l" defTabSz="914363" rtl="0" eaLnBrk="1" latinLnBrk="0" hangingPunct="1">
                        <a:defRPr sz="1800" kern="1200">
                          <a:solidFill>
                            <a:schemeClr val="dk1"/>
                          </a:solidFill>
                          <a:latin typeface="Segoe UI"/>
                        </a:defRPr>
                      </a:lvl3pPr>
                      <a:lvl4pPr marL="1371545" algn="l" defTabSz="914363" rtl="0" eaLnBrk="1" latinLnBrk="0" hangingPunct="1">
                        <a:defRPr sz="1800" kern="1200">
                          <a:solidFill>
                            <a:schemeClr val="dk1"/>
                          </a:solidFill>
                          <a:latin typeface="Segoe UI"/>
                        </a:defRPr>
                      </a:lvl4pPr>
                      <a:lvl5pPr marL="1828727" algn="l" defTabSz="914363" rtl="0" eaLnBrk="1" latinLnBrk="0" hangingPunct="1">
                        <a:defRPr sz="1800" kern="1200">
                          <a:solidFill>
                            <a:schemeClr val="dk1"/>
                          </a:solidFill>
                          <a:latin typeface="Segoe UI"/>
                        </a:defRPr>
                      </a:lvl5pPr>
                      <a:lvl6pPr marL="2285909" algn="l" defTabSz="914363" rtl="0" eaLnBrk="1" latinLnBrk="0" hangingPunct="1">
                        <a:defRPr sz="1800" kern="1200">
                          <a:solidFill>
                            <a:schemeClr val="dk1"/>
                          </a:solidFill>
                          <a:latin typeface="Segoe UI"/>
                        </a:defRPr>
                      </a:lvl6pPr>
                      <a:lvl7pPr marL="2743090" algn="l" defTabSz="914363" rtl="0" eaLnBrk="1" latinLnBrk="0" hangingPunct="1">
                        <a:defRPr sz="1800" kern="1200">
                          <a:solidFill>
                            <a:schemeClr val="dk1"/>
                          </a:solidFill>
                          <a:latin typeface="Segoe UI"/>
                        </a:defRPr>
                      </a:lvl7pPr>
                      <a:lvl8pPr marL="3200272" algn="l" defTabSz="914363" rtl="0" eaLnBrk="1" latinLnBrk="0" hangingPunct="1">
                        <a:defRPr sz="1800" kern="1200">
                          <a:solidFill>
                            <a:schemeClr val="dk1"/>
                          </a:solidFill>
                          <a:latin typeface="Segoe UI"/>
                        </a:defRPr>
                      </a:lvl8pPr>
                      <a:lvl9pPr marL="3657454" algn="l" defTabSz="914363" rtl="0" eaLnBrk="1" latinLnBrk="0" hangingPunct="1">
                        <a:defRPr sz="1800" kern="1200">
                          <a:solidFill>
                            <a:schemeClr val="dk1"/>
                          </a:solidFill>
                          <a:latin typeface="Segoe UI"/>
                        </a:defRPr>
                      </a:lvl9pPr>
                    </a:lstStyle>
                    <a:p>
                      <a:r>
                        <a:rPr lang="en-US" altLang="zh-CN" sz="2500" dirty="0">
                          <a:solidFill>
                            <a:schemeClr val="dk1"/>
                          </a:solidFill>
                        </a:rPr>
                        <a:t>14 GB</a:t>
                      </a:r>
                      <a:endParaRPr lang="en-US" sz="2500" dirty="0">
                        <a:solidFill>
                          <a:schemeClr val="tx2">
                            <a:lumMod val="75000"/>
                            <a:alpha val="99000"/>
                          </a:schemeClr>
                        </a:solidFill>
                      </a:endParaRPr>
                    </a:p>
                  </a:txBody>
                  <a:tcPr marL="121888" marR="121888" marT="60944" marB="60944" anchor="ctr">
                    <a:lnL>
                      <a:noFill/>
                    </a:lnL>
                    <a:lnR>
                      <a:noFill/>
                    </a:lnR>
                    <a:lnT w="12700" cmpd="sng">
                      <a:solidFill>
                        <a:srgbClr val="00BCF2"/>
                      </a:solidFill>
                    </a:lnT>
                    <a:lnB w="12700" cmpd="sng">
                      <a:solidFill>
                        <a:srgbClr val="00BCF2"/>
                      </a:solidFill>
                    </a:lnB>
                    <a:lnTlToBr w="12700" cmpd="sng">
                      <a:noFill/>
                      <a:prstDash val="solid"/>
                    </a:lnTlToBr>
                    <a:lnBlToTr w="12700" cmpd="sng">
                      <a:noFill/>
                      <a:prstDash val="solid"/>
                    </a:lnBlToTr>
                    <a:solidFill>
                      <a:srgbClr val="00BCF2">
                        <a:tint val="20000"/>
                      </a:srgbClr>
                    </a:solidFill>
                  </a:tcPr>
                </a:tc>
                <a:extLst>
                  <a:ext uri="{0D108BD9-81ED-4DB2-BD59-A6C34878D82A}">
                    <a16:rowId xmlns:a16="http://schemas.microsoft.com/office/drawing/2014/main" val="10003"/>
                  </a:ext>
                </a:extLst>
              </a:tr>
              <a:tr h="398274">
                <a:tc>
                  <a:txBody>
                    <a:bodyPr/>
                    <a:lstStyle>
                      <a:lvl1pPr marL="0" algn="l" defTabSz="914363" rtl="0" eaLnBrk="1" latinLnBrk="0" hangingPunct="1">
                        <a:defRPr sz="1800" kern="1200">
                          <a:solidFill>
                            <a:schemeClr val="dk1"/>
                          </a:solidFill>
                          <a:latin typeface="Segoe UI"/>
                        </a:defRPr>
                      </a:lvl1pPr>
                      <a:lvl2pPr marL="457182" algn="l" defTabSz="914363" rtl="0" eaLnBrk="1" latinLnBrk="0" hangingPunct="1">
                        <a:defRPr sz="1800" kern="1200">
                          <a:solidFill>
                            <a:schemeClr val="dk1"/>
                          </a:solidFill>
                          <a:latin typeface="Segoe UI"/>
                        </a:defRPr>
                      </a:lvl2pPr>
                      <a:lvl3pPr marL="914363" algn="l" defTabSz="914363" rtl="0" eaLnBrk="1" latinLnBrk="0" hangingPunct="1">
                        <a:defRPr sz="1800" kern="1200">
                          <a:solidFill>
                            <a:schemeClr val="dk1"/>
                          </a:solidFill>
                          <a:latin typeface="Segoe UI"/>
                        </a:defRPr>
                      </a:lvl3pPr>
                      <a:lvl4pPr marL="1371545" algn="l" defTabSz="914363" rtl="0" eaLnBrk="1" latinLnBrk="0" hangingPunct="1">
                        <a:defRPr sz="1800" kern="1200">
                          <a:solidFill>
                            <a:schemeClr val="dk1"/>
                          </a:solidFill>
                          <a:latin typeface="Segoe UI"/>
                        </a:defRPr>
                      </a:lvl4pPr>
                      <a:lvl5pPr marL="1828727" algn="l" defTabSz="914363" rtl="0" eaLnBrk="1" latinLnBrk="0" hangingPunct="1">
                        <a:defRPr sz="1800" kern="1200">
                          <a:solidFill>
                            <a:schemeClr val="dk1"/>
                          </a:solidFill>
                          <a:latin typeface="Segoe UI"/>
                        </a:defRPr>
                      </a:lvl5pPr>
                      <a:lvl6pPr marL="2285909" algn="l" defTabSz="914363" rtl="0" eaLnBrk="1" latinLnBrk="0" hangingPunct="1">
                        <a:defRPr sz="1800" kern="1200">
                          <a:solidFill>
                            <a:schemeClr val="dk1"/>
                          </a:solidFill>
                          <a:latin typeface="Segoe UI"/>
                        </a:defRPr>
                      </a:lvl6pPr>
                      <a:lvl7pPr marL="2743090" algn="l" defTabSz="914363" rtl="0" eaLnBrk="1" latinLnBrk="0" hangingPunct="1">
                        <a:defRPr sz="1800" kern="1200">
                          <a:solidFill>
                            <a:schemeClr val="dk1"/>
                          </a:solidFill>
                          <a:latin typeface="Segoe UI"/>
                        </a:defRPr>
                      </a:lvl7pPr>
                      <a:lvl8pPr marL="3200272" algn="l" defTabSz="914363" rtl="0" eaLnBrk="1" latinLnBrk="0" hangingPunct="1">
                        <a:defRPr sz="1800" kern="1200">
                          <a:solidFill>
                            <a:schemeClr val="dk1"/>
                          </a:solidFill>
                          <a:latin typeface="Segoe UI"/>
                        </a:defRPr>
                      </a:lvl8pPr>
                      <a:lvl9pPr marL="3657454" algn="l" defTabSz="914363" rtl="0" eaLnBrk="1" latinLnBrk="0" hangingPunct="1">
                        <a:defRPr sz="1800" kern="1200">
                          <a:solidFill>
                            <a:schemeClr val="dk1"/>
                          </a:solidFill>
                          <a:latin typeface="Segoe UI"/>
                        </a:defRPr>
                      </a:lvl9pPr>
                    </a:lstStyle>
                    <a:p>
                      <a:r>
                        <a:rPr lang="en-US" sz="2500" dirty="0"/>
                        <a:t>D4</a:t>
                      </a:r>
                      <a:r>
                        <a:rPr lang="en-US" altLang="zh-CN" sz="2500" dirty="0"/>
                        <a:t>_V2</a:t>
                      </a:r>
                      <a:endParaRPr lang="en-US" sz="2500" dirty="0">
                        <a:solidFill>
                          <a:schemeClr val="tx2">
                            <a:lumMod val="75000"/>
                            <a:alpha val="99000"/>
                          </a:schemeClr>
                        </a:solidFill>
                      </a:endParaRPr>
                    </a:p>
                  </a:txBody>
                  <a:tcPr marL="121888" marR="121888" marT="60944" marB="60944" anchor="ctr">
                    <a:lnL w="12700" cmpd="sng">
                      <a:solidFill>
                        <a:srgbClr val="00BCF2"/>
                      </a:solidFill>
                    </a:lnL>
                    <a:lnR>
                      <a:noFill/>
                    </a:lnR>
                    <a:lnT w="12700" cmpd="sng">
                      <a:solidFill>
                        <a:srgbClr val="00BCF2"/>
                      </a:solidFill>
                    </a:lnT>
                    <a:lnB w="12700" cmpd="sng">
                      <a:solidFill>
                        <a:srgbClr val="00BCF2"/>
                      </a:solidFill>
                    </a:lnB>
                    <a:lnTlToBr w="12700" cmpd="sng">
                      <a:noFill/>
                      <a:prstDash val="solid"/>
                    </a:lnTlToBr>
                    <a:lnBlToTr w="12700" cmpd="sng">
                      <a:noFill/>
                      <a:prstDash val="solid"/>
                    </a:lnBlToTr>
                    <a:solidFill>
                      <a:srgbClr val="FFFFFF"/>
                    </a:solidFill>
                  </a:tcPr>
                </a:tc>
                <a:tc>
                  <a:txBody>
                    <a:bodyPr/>
                    <a:lstStyle>
                      <a:lvl1pPr marL="0" algn="l" defTabSz="914363" rtl="0" eaLnBrk="1" latinLnBrk="0" hangingPunct="1">
                        <a:defRPr sz="1800" kern="1200">
                          <a:solidFill>
                            <a:schemeClr val="dk1"/>
                          </a:solidFill>
                          <a:latin typeface="Segoe UI"/>
                        </a:defRPr>
                      </a:lvl1pPr>
                      <a:lvl2pPr marL="457182" algn="l" defTabSz="914363" rtl="0" eaLnBrk="1" latinLnBrk="0" hangingPunct="1">
                        <a:defRPr sz="1800" kern="1200">
                          <a:solidFill>
                            <a:schemeClr val="dk1"/>
                          </a:solidFill>
                          <a:latin typeface="Segoe UI"/>
                        </a:defRPr>
                      </a:lvl2pPr>
                      <a:lvl3pPr marL="914363" algn="l" defTabSz="914363" rtl="0" eaLnBrk="1" latinLnBrk="0" hangingPunct="1">
                        <a:defRPr sz="1800" kern="1200">
                          <a:solidFill>
                            <a:schemeClr val="dk1"/>
                          </a:solidFill>
                          <a:latin typeface="Segoe UI"/>
                        </a:defRPr>
                      </a:lvl3pPr>
                      <a:lvl4pPr marL="1371545" algn="l" defTabSz="914363" rtl="0" eaLnBrk="1" latinLnBrk="0" hangingPunct="1">
                        <a:defRPr sz="1800" kern="1200">
                          <a:solidFill>
                            <a:schemeClr val="dk1"/>
                          </a:solidFill>
                          <a:latin typeface="Segoe UI"/>
                        </a:defRPr>
                      </a:lvl4pPr>
                      <a:lvl5pPr marL="1828727" algn="l" defTabSz="914363" rtl="0" eaLnBrk="1" latinLnBrk="0" hangingPunct="1">
                        <a:defRPr sz="1800" kern="1200">
                          <a:solidFill>
                            <a:schemeClr val="dk1"/>
                          </a:solidFill>
                          <a:latin typeface="Segoe UI"/>
                        </a:defRPr>
                      </a:lvl5pPr>
                      <a:lvl6pPr marL="2285909" algn="l" defTabSz="914363" rtl="0" eaLnBrk="1" latinLnBrk="0" hangingPunct="1">
                        <a:defRPr sz="1800" kern="1200">
                          <a:solidFill>
                            <a:schemeClr val="dk1"/>
                          </a:solidFill>
                          <a:latin typeface="Segoe UI"/>
                        </a:defRPr>
                      </a:lvl6pPr>
                      <a:lvl7pPr marL="2743090" algn="l" defTabSz="914363" rtl="0" eaLnBrk="1" latinLnBrk="0" hangingPunct="1">
                        <a:defRPr sz="1800" kern="1200">
                          <a:solidFill>
                            <a:schemeClr val="dk1"/>
                          </a:solidFill>
                          <a:latin typeface="Segoe UI"/>
                        </a:defRPr>
                      </a:lvl7pPr>
                      <a:lvl8pPr marL="3200272" algn="l" defTabSz="914363" rtl="0" eaLnBrk="1" latinLnBrk="0" hangingPunct="1">
                        <a:defRPr sz="1800" kern="1200">
                          <a:solidFill>
                            <a:schemeClr val="dk1"/>
                          </a:solidFill>
                          <a:latin typeface="Segoe UI"/>
                        </a:defRPr>
                      </a:lvl8pPr>
                      <a:lvl9pPr marL="3657454" algn="l" defTabSz="914363" rtl="0" eaLnBrk="1" latinLnBrk="0" hangingPunct="1">
                        <a:defRPr sz="1800" kern="1200">
                          <a:solidFill>
                            <a:schemeClr val="dk1"/>
                          </a:solidFill>
                          <a:latin typeface="Segoe UI"/>
                        </a:defRPr>
                      </a:lvl9pPr>
                    </a:lstStyle>
                    <a:p>
                      <a:r>
                        <a:rPr lang="en-US" sz="2500" dirty="0">
                          <a:solidFill>
                            <a:schemeClr val="dk1"/>
                          </a:solidFill>
                        </a:rPr>
                        <a:t>5</a:t>
                      </a:r>
                      <a:endParaRPr lang="en-US" sz="2500" dirty="0">
                        <a:solidFill>
                          <a:schemeClr val="tx2">
                            <a:lumMod val="75000"/>
                            <a:alpha val="99000"/>
                          </a:schemeClr>
                        </a:solidFill>
                      </a:endParaRPr>
                    </a:p>
                  </a:txBody>
                  <a:tcPr marL="121888" marR="121888" marT="60944" marB="60944" anchor="ctr">
                    <a:lnL>
                      <a:noFill/>
                    </a:lnL>
                    <a:lnR>
                      <a:noFill/>
                    </a:lnR>
                    <a:lnT w="12700" cmpd="sng">
                      <a:solidFill>
                        <a:srgbClr val="00BCF2"/>
                      </a:solidFill>
                    </a:lnT>
                    <a:lnB w="12700" cmpd="sng">
                      <a:solidFill>
                        <a:srgbClr val="00BCF2"/>
                      </a:solidFill>
                    </a:lnB>
                    <a:lnTlToBr w="12700" cmpd="sng">
                      <a:noFill/>
                      <a:prstDash val="solid"/>
                    </a:lnTlToBr>
                    <a:lnBlToTr w="12700" cmpd="sng">
                      <a:noFill/>
                      <a:prstDash val="solid"/>
                    </a:lnBlToTr>
                    <a:solidFill>
                      <a:srgbClr val="FFFFFF"/>
                    </a:solidFill>
                  </a:tcPr>
                </a:tc>
                <a:tc>
                  <a:txBody>
                    <a:bodyPr/>
                    <a:lstStyle>
                      <a:lvl1pPr marL="0" algn="l" defTabSz="914363" rtl="0" eaLnBrk="1" latinLnBrk="0" hangingPunct="1">
                        <a:defRPr sz="1800" kern="1200">
                          <a:solidFill>
                            <a:schemeClr val="dk1"/>
                          </a:solidFill>
                          <a:latin typeface="Segoe UI"/>
                        </a:defRPr>
                      </a:lvl1pPr>
                      <a:lvl2pPr marL="457182" algn="l" defTabSz="914363" rtl="0" eaLnBrk="1" latinLnBrk="0" hangingPunct="1">
                        <a:defRPr sz="1800" kern="1200">
                          <a:solidFill>
                            <a:schemeClr val="dk1"/>
                          </a:solidFill>
                          <a:latin typeface="Segoe UI"/>
                        </a:defRPr>
                      </a:lvl2pPr>
                      <a:lvl3pPr marL="914363" algn="l" defTabSz="914363" rtl="0" eaLnBrk="1" latinLnBrk="0" hangingPunct="1">
                        <a:defRPr sz="1800" kern="1200">
                          <a:solidFill>
                            <a:schemeClr val="dk1"/>
                          </a:solidFill>
                          <a:latin typeface="Segoe UI"/>
                        </a:defRPr>
                      </a:lvl3pPr>
                      <a:lvl4pPr marL="1371545" algn="l" defTabSz="914363" rtl="0" eaLnBrk="1" latinLnBrk="0" hangingPunct="1">
                        <a:defRPr sz="1800" kern="1200">
                          <a:solidFill>
                            <a:schemeClr val="dk1"/>
                          </a:solidFill>
                          <a:latin typeface="Segoe UI"/>
                        </a:defRPr>
                      </a:lvl4pPr>
                      <a:lvl5pPr marL="1828727" algn="l" defTabSz="914363" rtl="0" eaLnBrk="1" latinLnBrk="0" hangingPunct="1">
                        <a:defRPr sz="1800" kern="1200">
                          <a:solidFill>
                            <a:schemeClr val="dk1"/>
                          </a:solidFill>
                          <a:latin typeface="Segoe UI"/>
                        </a:defRPr>
                      </a:lvl5pPr>
                      <a:lvl6pPr marL="2285909" algn="l" defTabSz="914363" rtl="0" eaLnBrk="1" latinLnBrk="0" hangingPunct="1">
                        <a:defRPr sz="1800" kern="1200">
                          <a:solidFill>
                            <a:schemeClr val="dk1"/>
                          </a:solidFill>
                          <a:latin typeface="Segoe UI"/>
                        </a:defRPr>
                      </a:lvl6pPr>
                      <a:lvl7pPr marL="2743090" algn="l" defTabSz="914363" rtl="0" eaLnBrk="1" latinLnBrk="0" hangingPunct="1">
                        <a:defRPr sz="1800" kern="1200">
                          <a:solidFill>
                            <a:schemeClr val="dk1"/>
                          </a:solidFill>
                          <a:latin typeface="Segoe UI"/>
                        </a:defRPr>
                      </a:lvl7pPr>
                      <a:lvl8pPr marL="3200272" algn="l" defTabSz="914363" rtl="0" eaLnBrk="1" latinLnBrk="0" hangingPunct="1">
                        <a:defRPr sz="1800" kern="1200">
                          <a:solidFill>
                            <a:schemeClr val="dk1"/>
                          </a:solidFill>
                          <a:latin typeface="Segoe UI"/>
                        </a:defRPr>
                      </a:lvl8pPr>
                      <a:lvl9pPr marL="3657454" algn="l" defTabSz="914363" rtl="0" eaLnBrk="1" latinLnBrk="0" hangingPunct="1">
                        <a:defRPr sz="1800" kern="1200">
                          <a:solidFill>
                            <a:schemeClr val="dk1"/>
                          </a:solidFill>
                          <a:latin typeface="Segoe UI"/>
                        </a:defRPr>
                      </a:lvl9pPr>
                    </a:lstStyle>
                    <a:p>
                      <a:r>
                        <a:rPr lang="en-US" altLang="zh-CN" sz="2500" baseline="0" dirty="0"/>
                        <a:t>28 GB</a:t>
                      </a:r>
                      <a:endParaRPr lang="en-US" sz="2500" dirty="0">
                        <a:solidFill>
                          <a:schemeClr val="tx2">
                            <a:lumMod val="75000"/>
                            <a:alpha val="99000"/>
                          </a:schemeClr>
                        </a:solidFill>
                      </a:endParaRPr>
                    </a:p>
                  </a:txBody>
                  <a:tcPr marL="121888" marR="121888" marT="60944" marB="60944" anchor="ctr">
                    <a:lnL>
                      <a:noFill/>
                    </a:lnL>
                    <a:lnR>
                      <a:noFill/>
                    </a:lnR>
                    <a:lnT w="12700" cmpd="sng">
                      <a:solidFill>
                        <a:srgbClr val="00BCF2"/>
                      </a:solidFill>
                    </a:lnT>
                    <a:lnB w="12700" cmpd="sng">
                      <a:solidFill>
                        <a:srgbClr val="00BCF2"/>
                      </a:solid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4"/>
                  </a:ext>
                </a:extLst>
              </a:tr>
              <a:tr h="513213">
                <a:tc>
                  <a:txBody>
                    <a:bodyPr/>
                    <a:lstStyle>
                      <a:lvl1pPr marL="0" algn="l" defTabSz="914363" rtl="0" eaLnBrk="1" latinLnBrk="0" hangingPunct="1">
                        <a:defRPr sz="1800" kern="1200">
                          <a:solidFill>
                            <a:schemeClr val="dk1"/>
                          </a:solidFill>
                          <a:latin typeface="Segoe UI"/>
                        </a:defRPr>
                      </a:lvl1pPr>
                      <a:lvl2pPr marL="457182" algn="l" defTabSz="914363" rtl="0" eaLnBrk="1" latinLnBrk="0" hangingPunct="1">
                        <a:defRPr sz="1800" kern="1200">
                          <a:solidFill>
                            <a:schemeClr val="dk1"/>
                          </a:solidFill>
                          <a:latin typeface="Segoe UI"/>
                        </a:defRPr>
                      </a:lvl2pPr>
                      <a:lvl3pPr marL="914363" algn="l" defTabSz="914363" rtl="0" eaLnBrk="1" latinLnBrk="0" hangingPunct="1">
                        <a:defRPr sz="1800" kern="1200">
                          <a:solidFill>
                            <a:schemeClr val="dk1"/>
                          </a:solidFill>
                          <a:latin typeface="Segoe UI"/>
                        </a:defRPr>
                      </a:lvl3pPr>
                      <a:lvl4pPr marL="1371545" algn="l" defTabSz="914363" rtl="0" eaLnBrk="1" latinLnBrk="0" hangingPunct="1">
                        <a:defRPr sz="1800" kern="1200">
                          <a:solidFill>
                            <a:schemeClr val="dk1"/>
                          </a:solidFill>
                          <a:latin typeface="Segoe UI"/>
                        </a:defRPr>
                      </a:lvl4pPr>
                      <a:lvl5pPr marL="1828727" algn="l" defTabSz="914363" rtl="0" eaLnBrk="1" latinLnBrk="0" hangingPunct="1">
                        <a:defRPr sz="1800" kern="1200">
                          <a:solidFill>
                            <a:schemeClr val="dk1"/>
                          </a:solidFill>
                          <a:latin typeface="Segoe UI"/>
                        </a:defRPr>
                      </a:lvl5pPr>
                      <a:lvl6pPr marL="2285909" algn="l" defTabSz="914363" rtl="0" eaLnBrk="1" latinLnBrk="0" hangingPunct="1">
                        <a:defRPr sz="1800" kern="1200">
                          <a:solidFill>
                            <a:schemeClr val="dk1"/>
                          </a:solidFill>
                          <a:latin typeface="Segoe UI"/>
                        </a:defRPr>
                      </a:lvl6pPr>
                      <a:lvl7pPr marL="2743090" algn="l" defTabSz="914363" rtl="0" eaLnBrk="1" latinLnBrk="0" hangingPunct="1">
                        <a:defRPr sz="1800" kern="1200">
                          <a:solidFill>
                            <a:schemeClr val="dk1"/>
                          </a:solidFill>
                          <a:latin typeface="Segoe UI"/>
                        </a:defRPr>
                      </a:lvl7pPr>
                      <a:lvl8pPr marL="3200272" algn="l" defTabSz="914363" rtl="0" eaLnBrk="1" latinLnBrk="0" hangingPunct="1">
                        <a:defRPr sz="1800" kern="1200">
                          <a:solidFill>
                            <a:schemeClr val="dk1"/>
                          </a:solidFill>
                          <a:latin typeface="Segoe UI"/>
                        </a:defRPr>
                      </a:lvl8pPr>
                      <a:lvl9pPr marL="3657454" algn="l" defTabSz="914363" rtl="0" eaLnBrk="1" latinLnBrk="0" hangingPunct="1">
                        <a:defRPr sz="1800" kern="1200">
                          <a:solidFill>
                            <a:schemeClr val="dk1"/>
                          </a:solidFill>
                          <a:latin typeface="Segoe UI"/>
                        </a:defRPr>
                      </a:lvl9pPr>
                    </a:lstStyle>
                    <a:p>
                      <a:r>
                        <a:rPr lang="en-US" sz="2500" dirty="0"/>
                        <a:t>D11</a:t>
                      </a:r>
                      <a:r>
                        <a:rPr lang="en-US" altLang="zh-CN" sz="2500" dirty="0"/>
                        <a:t>_V2</a:t>
                      </a:r>
                      <a:endParaRPr lang="en-US" sz="2500" dirty="0">
                        <a:solidFill>
                          <a:schemeClr val="tx2">
                            <a:lumMod val="75000"/>
                            <a:alpha val="99000"/>
                          </a:schemeClr>
                        </a:solidFill>
                      </a:endParaRPr>
                    </a:p>
                  </a:txBody>
                  <a:tcPr marL="121888" marR="121888" marT="60944" marB="60944" anchor="ctr">
                    <a:lnL w="12700" cmpd="sng">
                      <a:solidFill>
                        <a:srgbClr val="00BCF2"/>
                      </a:solidFill>
                    </a:lnL>
                    <a:lnR>
                      <a:noFill/>
                    </a:lnR>
                    <a:lnT w="12700" cmpd="sng">
                      <a:solidFill>
                        <a:srgbClr val="00BCF2"/>
                      </a:solidFill>
                    </a:lnT>
                    <a:lnB w="12700" cmpd="sng">
                      <a:solidFill>
                        <a:srgbClr val="00BCF2"/>
                      </a:solidFill>
                    </a:lnB>
                    <a:lnTlToBr w="12700" cmpd="sng">
                      <a:noFill/>
                      <a:prstDash val="solid"/>
                    </a:lnTlToBr>
                    <a:lnBlToTr w="12700" cmpd="sng">
                      <a:noFill/>
                      <a:prstDash val="solid"/>
                    </a:lnBlToTr>
                    <a:solidFill>
                      <a:srgbClr val="00BCF2">
                        <a:tint val="20000"/>
                      </a:srgbClr>
                    </a:solidFill>
                  </a:tcPr>
                </a:tc>
                <a:tc>
                  <a:txBody>
                    <a:bodyPr/>
                    <a:lstStyle>
                      <a:lvl1pPr marL="0" algn="l" defTabSz="914363" rtl="0" eaLnBrk="1" latinLnBrk="0" hangingPunct="1">
                        <a:defRPr sz="1800" kern="1200">
                          <a:solidFill>
                            <a:schemeClr val="dk1"/>
                          </a:solidFill>
                          <a:latin typeface="Segoe UI"/>
                        </a:defRPr>
                      </a:lvl1pPr>
                      <a:lvl2pPr marL="457182" algn="l" defTabSz="914363" rtl="0" eaLnBrk="1" latinLnBrk="0" hangingPunct="1">
                        <a:defRPr sz="1800" kern="1200">
                          <a:solidFill>
                            <a:schemeClr val="dk1"/>
                          </a:solidFill>
                          <a:latin typeface="Segoe UI"/>
                        </a:defRPr>
                      </a:lvl2pPr>
                      <a:lvl3pPr marL="914363" algn="l" defTabSz="914363" rtl="0" eaLnBrk="1" latinLnBrk="0" hangingPunct="1">
                        <a:defRPr sz="1800" kern="1200">
                          <a:solidFill>
                            <a:schemeClr val="dk1"/>
                          </a:solidFill>
                          <a:latin typeface="Segoe UI"/>
                        </a:defRPr>
                      </a:lvl3pPr>
                      <a:lvl4pPr marL="1371545" algn="l" defTabSz="914363" rtl="0" eaLnBrk="1" latinLnBrk="0" hangingPunct="1">
                        <a:defRPr sz="1800" kern="1200">
                          <a:solidFill>
                            <a:schemeClr val="dk1"/>
                          </a:solidFill>
                          <a:latin typeface="Segoe UI"/>
                        </a:defRPr>
                      </a:lvl4pPr>
                      <a:lvl5pPr marL="1828727" algn="l" defTabSz="914363" rtl="0" eaLnBrk="1" latinLnBrk="0" hangingPunct="1">
                        <a:defRPr sz="1800" kern="1200">
                          <a:solidFill>
                            <a:schemeClr val="dk1"/>
                          </a:solidFill>
                          <a:latin typeface="Segoe UI"/>
                        </a:defRPr>
                      </a:lvl5pPr>
                      <a:lvl6pPr marL="2285909" algn="l" defTabSz="914363" rtl="0" eaLnBrk="1" latinLnBrk="0" hangingPunct="1">
                        <a:defRPr sz="1800" kern="1200">
                          <a:solidFill>
                            <a:schemeClr val="dk1"/>
                          </a:solidFill>
                          <a:latin typeface="Segoe UI"/>
                        </a:defRPr>
                      </a:lvl6pPr>
                      <a:lvl7pPr marL="2743090" algn="l" defTabSz="914363" rtl="0" eaLnBrk="1" latinLnBrk="0" hangingPunct="1">
                        <a:defRPr sz="1800" kern="1200">
                          <a:solidFill>
                            <a:schemeClr val="dk1"/>
                          </a:solidFill>
                          <a:latin typeface="Segoe UI"/>
                        </a:defRPr>
                      </a:lvl7pPr>
                      <a:lvl8pPr marL="3200272" algn="l" defTabSz="914363" rtl="0" eaLnBrk="1" latinLnBrk="0" hangingPunct="1">
                        <a:defRPr sz="1800" kern="1200">
                          <a:solidFill>
                            <a:schemeClr val="dk1"/>
                          </a:solidFill>
                          <a:latin typeface="Segoe UI"/>
                        </a:defRPr>
                      </a:lvl8pPr>
                      <a:lvl9pPr marL="3657454" algn="l" defTabSz="914363" rtl="0" eaLnBrk="1" latinLnBrk="0" hangingPunct="1">
                        <a:defRPr sz="1800" kern="1200">
                          <a:solidFill>
                            <a:schemeClr val="dk1"/>
                          </a:solidFill>
                          <a:latin typeface="Segoe UI"/>
                        </a:defRPr>
                      </a:lvl9pPr>
                    </a:lstStyle>
                    <a:p>
                      <a:r>
                        <a:rPr lang="en-US" sz="2500" dirty="0">
                          <a:solidFill>
                            <a:schemeClr val="dk1"/>
                          </a:solidFill>
                        </a:rPr>
                        <a:t>2</a:t>
                      </a:r>
                      <a:endParaRPr lang="en-US" sz="2500" dirty="0">
                        <a:solidFill>
                          <a:schemeClr val="tx2">
                            <a:lumMod val="75000"/>
                            <a:alpha val="99000"/>
                          </a:schemeClr>
                        </a:solidFill>
                      </a:endParaRPr>
                    </a:p>
                  </a:txBody>
                  <a:tcPr marL="121888" marR="121888" marT="60944" marB="60944" anchor="ctr">
                    <a:lnL>
                      <a:noFill/>
                    </a:lnL>
                    <a:lnR>
                      <a:noFill/>
                    </a:lnR>
                    <a:lnT w="12700" cmpd="sng">
                      <a:solidFill>
                        <a:srgbClr val="00BCF2"/>
                      </a:solidFill>
                    </a:lnT>
                    <a:lnB w="12700" cmpd="sng">
                      <a:solidFill>
                        <a:srgbClr val="00BCF2"/>
                      </a:solidFill>
                    </a:lnB>
                    <a:lnTlToBr w="12700" cmpd="sng">
                      <a:noFill/>
                      <a:prstDash val="solid"/>
                    </a:lnTlToBr>
                    <a:lnBlToTr w="12700" cmpd="sng">
                      <a:noFill/>
                      <a:prstDash val="solid"/>
                    </a:lnBlToTr>
                    <a:solidFill>
                      <a:srgbClr val="00BCF2">
                        <a:tint val="20000"/>
                      </a:srgbClr>
                    </a:solidFill>
                  </a:tcPr>
                </a:tc>
                <a:tc>
                  <a:txBody>
                    <a:bodyPr/>
                    <a:lstStyle>
                      <a:lvl1pPr marL="0" algn="l" defTabSz="914363" rtl="0" eaLnBrk="1" latinLnBrk="0" hangingPunct="1">
                        <a:defRPr sz="1800" kern="1200">
                          <a:solidFill>
                            <a:schemeClr val="dk1"/>
                          </a:solidFill>
                          <a:latin typeface="Segoe UI"/>
                        </a:defRPr>
                      </a:lvl1pPr>
                      <a:lvl2pPr marL="457182" algn="l" defTabSz="914363" rtl="0" eaLnBrk="1" latinLnBrk="0" hangingPunct="1">
                        <a:defRPr sz="1800" kern="1200">
                          <a:solidFill>
                            <a:schemeClr val="dk1"/>
                          </a:solidFill>
                          <a:latin typeface="Segoe UI"/>
                        </a:defRPr>
                      </a:lvl2pPr>
                      <a:lvl3pPr marL="914363" algn="l" defTabSz="914363" rtl="0" eaLnBrk="1" latinLnBrk="0" hangingPunct="1">
                        <a:defRPr sz="1800" kern="1200">
                          <a:solidFill>
                            <a:schemeClr val="dk1"/>
                          </a:solidFill>
                          <a:latin typeface="Segoe UI"/>
                        </a:defRPr>
                      </a:lvl3pPr>
                      <a:lvl4pPr marL="1371545" algn="l" defTabSz="914363" rtl="0" eaLnBrk="1" latinLnBrk="0" hangingPunct="1">
                        <a:defRPr sz="1800" kern="1200">
                          <a:solidFill>
                            <a:schemeClr val="dk1"/>
                          </a:solidFill>
                          <a:latin typeface="Segoe UI"/>
                        </a:defRPr>
                      </a:lvl4pPr>
                      <a:lvl5pPr marL="1828727" algn="l" defTabSz="914363" rtl="0" eaLnBrk="1" latinLnBrk="0" hangingPunct="1">
                        <a:defRPr sz="1800" kern="1200">
                          <a:solidFill>
                            <a:schemeClr val="dk1"/>
                          </a:solidFill>
                          <a:latin typeface="Segoe UI"/>
                        </a:defRPr>
                      </a:lvl5pPr>
                      <a:lvl6pPr marL="2285909" algn="l" defTabSz="914363" rtl="0" eaLnBrk="1" latinLnBrk="0" hangingPunct="1">
                        <a:defRPr sz="1800" kern="1200">
                          <a:solidFill>
                            <a:schemeClr val="dk1"/>
                          </a:solidFill>
                          <a:latin typeface="Segoe UI"/>
                        </a:defRPr>
                      </a:lvl6pPr>
                      <a:lvl7pPr marL="2743090" algn="l" defTabSz="914363" rtl="0" eaLnBrk="1" latinLnBrk="0" hangingPunct="1">
                        <a:defRPr sz="1800" kern="1200">
                          <a:solidFill>
                            <a:schemeClr val="dk1"/>
                          </a:solidFill>
                          <a:latin typeface="Segoe UI"/>
                        </a:defRPr>
                      </a:lvl7pPr>
                      <a:lvl8pPr marL="3200272" algn="l" defTabSz="914363" rtl="0" eaLnBrk="1" latinLnBrk="0" hangingPunct="1">
                        <a:defRPr sz="1800" kern="1200">
                          <a:solidFill>
                            <a:schemeClr val="dk1"/>
                          </a:solidFill>
                          <a:latin typeface="Segoe UI"/>
                        </a:defRPr>
                      </a:lvl8pPr>
                      <a:lvl9pPr marL="3657454" algn="l" defTabSz="914363" rtl="0" eaLnBrk="1" latinLnBrk="0" hangingPunct="1">
                        <a:defRPr sz="1800" kern="1200">
                          <a:solidFill>
                            <a:schemeClr val="dk1"/>
                          </a:solidFill>
                          <a:latin typeface="Segoe UI"/>
                        </a:defRPr>
                      </a:lvl9pPr>
                    </a:lstStyle>
                    <a:p>
                      <a:r>
                        <a:rPr lang="en-US" sz="2500" dirty="0"/>
                        <a:t>14 GB</a:t>
                      </a:r>
                      <a:endParaRPr lang="en-US" sz="2500" dirty="0">
                        <a:solidFill>
                          <a:schemeClr val="tx2">
                            <a:lumMod val="75000"/>
                            <a:alpha val="99000"/>
                          </a:schemeClr>
                        </a:solidFill>
                      </a:endParaRPr>
                    </a:p>
                  </a:txBody>
                  <a:tcPr marL="121888" marR="121888" marT="60944" marB="60944" anchor="ctr">
                    <a:lnL>
                      <a:noFill/>
                    </a:lnL>
                    <a:lnR>
                      <a:noFill/>
                    </a:lnR>
                    <a:lnT w="12700" cmpd="sng">
                      <a:solidFill>
                        <a:srgbClr val="00BCF2"/>
                      </a:solidFill>
                    </a:lnT>
                    <a:lnB w="12700" cmpd="sng">
                      <a:solidFill>
                        <a:srgbClr val="00BCF2"/>
                      </a:solidFill>
                    </a:lnB>
                    <a:lnTlToBr w="12700" cmpd="sng">
                      <a:noFill/>
                      <a:prstDash val="solid"/>
                    </a:lnTlToBr>
                    <a:lnBlToTr w="12700" cmpd="sng">
                      <a:noFill/>
                      <a:prstDash val="solid"/>
                    </a:lnBlToTr>
                    <a:solidFill>
                      <a:srgbClr val="00BCF2">
                        <a:tint val="20000"/>
                      </a:srgbClr>
                    </a:solidFill>
                  </a:tcPr>
                </a:tc>
                <a:extLst>
                  <a:ext uri="{0D108BD9-81ED-4DB2-BD59-A6C34878D82A}">
                    <a16:rowId xmlns:a16="http://schemas.microsoft.com/office/drawing/2014/main" val="10005"/>
                  </a:ext>
                </a:extLst>
              </a:tr>
              <a:tr h="398274">
                <a:tc>
                  <a:txBody>
                    <a:bodyPr/>
                    <a:lstStyle>
                      <a:lvl1pPr marL="0" algn="l" defTabSz="914363" rtl="0" eaLnBrk="1" latinLnBrk="0" hangingPunct="1">
                        <a:defRPr sz="1800" kern="1200">
                          <a:solidFill>
                            <a:schemeClr val="dk1"/>
                          </a:solidFill>
                          <a:latin typeface="Segoe UI"/>
                        </a:defRPr>
                      </a:lvl1pPr>
                      <a:lvl2pPr marL="457182" algn="l" defTabSz="914363" rtl="0" eaLnBrk="1" latinLnBrk="0" hangingPunct="1">
                        <a:defRPr sz="1800" kern="1200">
                          <a:solidFill>
                            <a:schemeClr val="dk1"/>
                          </a:solidFill>
                          <a:latin typeface="Segoe UI"/>
                        </a:defRPr>
                      </a:lvl2pPr>
                      <a:lvl3pPr marL="914363" algn="l" defTabSz="914363" rtl="0" eaLnBrk="1" latinLnBrk="0" hangingPunct="1">
                        <a:defRPr sz="1800" kern="1200">
                          <a:solidFill>
                            <a:schemeClr val="dk1"/>
                          </a:solidFill>
                          <a:latin typeface="Segoe UI"/>
                        </a:defRPr>
                      </a:lvl3pPr>
                      <a:lvl4pPr marL="1371545" algn="l" defTabSz="914363" rtl="0" eaLnBrk="1" latinLnBrk="0" hangingPunct="1">
                        <a:defRPr sz="1800" kern="1200">
                          <a:solidFill>
                            <a:schemeClr val="dk1"/>
                          </a:solidFill>
                          <a:latin typeface="Segoe UI"/>
                        </a:defRPr>
                      </a:lvl4pPr>
                      <a:lvl5pPr marL="1828727" algn="l" defTabSz="914363" rtl="0" eaLnBrk="1" latinLnBrk="0" hangingPunct="1">
                        <a:defRPr sz="1800" kern="1200">
                          <a:solidFill>
                            <a:schemeClr val="dk1"/>
                          </a:solidFill>
                          <a:latin typeface="Segoe UI"/>
                        </a:defRPr>
                      </a:lvl5pPr>
                      <a:lvl6pPr marL="2285909" algn="l" defTabSz="914363" rtl="0" eaLnBrk="1" latinLnBrk="0" hangingPunct="1">
                        <a:defRPr sz="1800" kern="1200">
                          <a:solidFill>
                            <a:schemeClr val="dk1"/>
                          </a:solidFill>
                          <a:latin typeface="Segoe UI"/>
                        </a:defRPr>
                      </a:lvl6pPr>
                      <a:lvl7pPr marL="2743090" algn="l" defTabSz="914363" rtl="0" eaLnBrk="1" latinLnBrk="0" hangingPunct="1">
                        <a:defRPr sz="1800" kern="1200">
                          <a:solidFill>
                            <a:schemeClr val="dk1"/>
                          </a:solidFill>
                          <a:latin typeface="Segoe UI"/>
                        </a:defRPr>
                      </a:lvl7pPr>
                      <a:lvl8pPr marL="3200272" algn="l" defTabSz="914363" rtl="0" eaLnBrk="1" latinLnBrk="0" hangingPunct="1">
                        <a:defRPr sz="1800" kern="1200">
                          <a:solidFill>
                            <a:schemeClr val="dk1"/>
                          </a:solidFill>
                          <a:latin typeface="Segoe UI"/>
                        </a:defRPr>
                      </a:lvl8pPr>
                      <a:lvl9pPr marL="3657454" algn="l" defTabSz="914363" rtl="0" eaLnBrk="1" latinLnBrk="0" hangingPunct="1">
                        <a:defRPr sz="1800" kern="1200">
                          <a:solidFill>
                            <a:schemeClr val="dk1"/>
                          </a:solidFill>
                          <a:latin typeface="Segoe UI"/>
                        </a:defRPr>
                      </a:lvl9pPr>
                    </a:lstStyle>
                    <a:p>
                      <a:r>
                        <a:rPr lang="en-US" sz="2500" kern="1200" dirty="0">
                          <a:solidFill>
                            <a:schemeClr val="dk1"/>
                          </a:solidFill>
                          <a:latin typeface="+mn-lt"/>
                          <a:ea typeface="+mn-ea"/>
                          <a:cs typeface="+mn-cs"/>
                        </a:rPr>
                        <a:t>D12</a:t>
                      </a:r>
                      <a:r>
                        <a:rPr lang="en-US" altLang="zh-CN" sz="2500" dirty="0"/>
                        <a:t>_V2</a:t>
                      </a:r>
                      <a:endParaRPr lang="en-US" sz="2500" kern="1200" dirty="0">
                        <a:solidFill>
                          <a:schemeClr val="dk1"/>
                        </a:solidFill>
                        <a:latin typeface="+mn-lt"/>
                        <a:ea typeface="+mn-ea"/>
                        <a:cs typeface="+mn-cs"/>
                      </a:endParaRPr>
                    </a:p>
                  </a:txBody>
                  <a:tcPr marL="121888" marR="121888" marT="60944" marB="60944" anchor="ctr">
                    <a:lnL w="12700" cmpd="sng">
                      <a:solidFill>
                        <a:srgbClr val="00BCF2"/>
                      </a:solidFill>
                    </a:lnL>
                    <a:lnR>
                      <a:noFill/>
                    </a:lnR>
                    <a:lnT w="12700" cmpd="sng">
                      <a:solidFill>
                        <a:srgbClr val="00BCF2"/>
                      </a:solidFill>
                    </a:lnT>
                    <a:lnB w="12700" cmpd="sng">
                      <a:solidFill>
                        <a:srgbClr val="00BCF2"/>
                      </a:solidFill>
                    </a:lnB>
                    <a:lnTlToBr w="12700" cmpd="sng">
                      <a:noFill/>
                      <a:prstDash val="solid"/>
                    </a:lnTlToBr>
                    <a:lnBlToTr w="12700" cmpd="sng">
                      <a:noFill/>
                      <a:prstDash val="solid"/>
                    </a:lnBlToTr>
                    <a:solidFill>
                      <a:srgbClr val="FFFFFF"/>
                    </a:solidFill>
                  </a:tcPr>
                </a:tc>
                <a:tc>
                  <a:txBody>
                    <a:bodyPr/>
                    <a:lstStyle>
                      <a:lvl1pPr marL="0" algn="l" defTabSz="914363" rtl="0" eaLnBrk="1" latinLnBrk="0" hangingPunct="1">
                        <a:defRPr sz="1800" kern="1200">
                          <a:solidFill>
                            <a:schemeClr val="dk1"/>
                          </a:solidFill>
                          <a:latin typeface="Segoe UI"/>
                        </a:defRPr>
                      </a:lvl1pPr>
                      <a:lvl2pPr marL="457182" algn="l" defTabSz="914363" rtl="0" eaLnBrk="1" latinLnBrk="0" hangingPunct="1">
                        <a:defRPr sz="1800" kern="1200">
                          <a:solidFill>
                            <a:schemeClr val="dk1"/>
                          </a:solidFill>
                          <a:latin typeface="Segoe UI"/>
                        </a:defRPr>
                      </a:lvl2pPr>
                      <a:lvl3pPr marL="914363" algn="l" defTabSz="914363" rtl="0" eaLnBrk="1" latinLnBrk="0" hangingPunct="1">
                        <a:defRPr sz="1800" kern="1200">
                          <a:solidFill>
                            <a:schemeClr val="dk1"/>
                          </a:solidFill>
                          <a:latin typeface="Segoe UI"/>
                        </a:defRPr>
                      </a:lvl3pPr>
                      <a:lvl4pPr marL="1371545" algn="l" defTabSz="914363" rtl="0" eaLnBrk="1" latinLnBrk="0" hangingPunct="1">
                        <a:defRPr sz="1800" kern="1200">
                          <a:solidFill>
                            <a:schemeClr val="dk1"/>
                          </a:solidFill>
                          <a:latin typeface="Segoe UI"/>
                        </a:defRPr>
                      </a:lvl4pPr>
                      <a:lvl5pPr marL="1828727" algn="l" defTabSz="914363" rtl="0" eaLnBrk="1" latinLnBrk="0" hangingPunct="1">
                        <a:defRPr sz="1800" kern="1200">
                          <a:solidFill>
                            <a:schemeClr val="dk1"/>
                          </a:solidFill>
                          <a:latin typeface="Segoe UI"/>
                        </a:defRPr>
                      </a:lvl5pPr>
                      <a:lvl6pPr marL="2285909" algn="l" defTabSz="914363" rtl="0" eaLnBrk="1" latinLnBrk="0" hangingPunct="1">
                        <a:defRPr sz="1800" kern="1200">
                          <a:solidFill>
                            <a:schemeClr val="dk1"/>
                          </a:solidFill>
                          <a:latin typeface="Segoe UI"/>
                        </a:defRPr>
                      </a:lvl6pPr>
                      <a:lvl7pPr marL="2743090" algn="l" defTabSz="914363" rtl="0" eaLnBrk="1" latinLnBrk="0" hangingPunct="1">
                        <a:defRPr sz="1800" kern="1200">
                          <a:solidFill>
                            <a:schemeClr val="dk1"/>
                          </a:solidFill>
                          <a:latin typeface="Segoe UI"/>
                        </a:defRPr>
                      </a:lvl7pPr>
                      <a:lvl8pPr marL="3200272" algn="l" defTabSz="914363" rtl="0" eaLnBrk="1" latinLnBrk="0" hangingPunct="1">
                        <a:defRPr sz="1800" kern="1200">
                          <a:solidFill>
                            <a:schemeClr val="dk1"/>
                          </a:solidFill>
                          <a:latin typeface="Segoe UI"/>
                        </a:defRPr>
                      </a:lvl8pPr>
                      <a:lvl9pPr marL="3657454" algn="l" defTabSz="914363" rtl="0" eaLnBrk="1" latinLnBrk="0" hangingPunct="1">
                        <a:defRPr sz="1800" kern="1200">
                          <a:solidFill>
                            <a:schemeClr val="dk1"/>
                          </a:solidFill>
                          <a:latin typeface="Segoe UI"/>
                        </a:defRPr>
                      </a:lvl9pPr>
                    </a:lstStyle>
                    <a:p>
                      <a:r>
                        <a:rPr lang="en-US" sz="2500" kern="1200" dirty="0">
                          <a:solidFill>
                            <a:schemeClr val="dk1"/>
                          </a:solidFill>
                          <a:latin typeface="+mn-lt"/>
                          <a:ea typeface="+mn-ea"/>
                          <a:cs typeface="+mn-cs"/>
                        </a:rPr>
                        <a:t>4</a:t>
                      </a:r>
                    </a:p>
                  </a:txBody>
                  <a:tcPr marL="121888" marR="121888" marT="60944" marB="60944" anchor="ctr">
                    <a:lnL>
                      <a:noFill/>
                    </a:lnL>
                    <a:lnR>
                      <a:noFill/>
                    </a:lnR>
                    <a:lnT w="12700" cmpd="sng">
                      <a:solidFill>
                        <a:srgbClr val="00BCF2"/>
                      </a:solidFill>
                    </a:lnT>
                    <a:lnB w="12700" cmpd="sng">
                      <a:solidFill>
                        <a:srgbClr val="00BCF2"/>
                      </a:solidFill>
                    </a:lnB>
                    <a:lnTlToBr w="12700" cmpd="sng">
                      <a:noFill/>
                      <a:prstDash val="solid"/>
                    </a:lnTlToBr>
                    <a:lnBlToTr w="12700" cmpd="sng">
                      <a:noFill/>
                      <a:prstDash val="solid"/>
                    </a:lnBlToTr>
                    <a:solidFill>
                      <a:srgbClr val="FFFFFF"/>
                    </a:solidFill>
                  </a:tcPr>
                </a:tc>
                <a:tc>
                  <a:txBody>
                    <a:bodyPr/>
                    <a:lstStyle>
                      <a:lvl1pPr marL="0" algn="l" defTabSz="914363" rtl="0" eaLnBrk="1" latinLnBrk="0" hangingPunct="1">
                        <a:defRPr sz="1800" kern="1200">
                          <a:solidFill>
                            <a:schemeClr val="dk1"/>
                          </a:solidFill>
                          <a:latin typeface="Segoe UI"/>
                        </a:defRPr>
                      </a:lvl1pPr>
                      <a:lvl2pPr marL="457182" algn="l" defTabSz="914363" rtl="0" eaLnBrk="1" latinLnBrk="0" hangingPunct="1">
                        <a:defRPr sz="1800" kern="1200">
                          <a:solidFill>
                            <a:schemeClr val="dk1"/>
                          </a:solidFill>
                          <a:latin typeface="Segoe UI"/>
                        </a:defRPr>
                      </a:lvl2pPr>
                      <a:lvl3pPr marL="914363" algn="l" defTabSz="914363" rtl="0" eaLnBrk="1" latinLnBrk="0" hangingPunct="1">
                        <a:defRPr sz="1800" kern="1200">
                          <a:solidFill>
                            <a:schemeClr val="dk1"/>
                          </a:solidFill>
                          <a:latin typeface="Segoe UI"/>
                        </a:defRPr>
                      </a:lvl3pPr>
                      <a:lvl4pPr marL="1371545" algn="l" defTabSz="914363" rtl="0" eaLnBrk="1" latinLnBrk="0" hangingPunct="1">
                        <a:defRPr sz="1800" kern="1200">
                          <a:solidFill>
                            <a:schemeClr val="dk1"/>
                          </a:solidFill>
                          <a:latin typeface="Segoe UI"/>
                        </a:defRPr>
                      </a:lvl4pPr>
                      <a:lvl5pPr marL="1828727" algn="l" defTabSz="914363" rtl="0" eaLnBrk="1" latinLnBrk="0" hangingPunct="1">
                        <a:defRPr sz="1800" kern="1200">
                          <a:solidFill>
                            <a:schemeClr val="dk1"/>
                          </a:solidFill>
                          <a:latin typeface="Segoe UI"/>
                        </a:defRPr>
                      </a:lvl5pPr>
                      <a:lvl6pPr marL="2285909" algn="l" defTabSz="914363" rtl="0" eaLnBrk="1" latinLnBrk="0" hangingPunct="1">
                        <a:defRPr sz="1800" kern="1200">
                          <a:solidFill>
                            <a:schemeClr val="dk1"/>
                          </a:solidFill>
                          <a:latin typeface="Segoe UI"/>
                        </a:defRPr>
                      </a:lvl6pPr>
                      <a:lvl7pPr marL="2743090" algn="l" defTabSz="914363" rtl="0" eaLnBrk="1" latinLnBrk="0" hangingPunct="1">
                        <a:defRPr sz="1800" kern="1200">
                          <a:solidFill>
                            <a:schemeClr val="dk1"/>
                          </a:solidFill>
                          <a:latin typeface="Segoe UI"/>
                        </a:defRPr>
                      </a:lvl7pPr>
                      <a:lvl8pPr marL="3200272" algn="l" defTabSz="914363" rtl="0" eaLnBrk="1" latinLnBrk="0" hangingPunct="1">
                        <a:defRPr sz="1800" kern="1200">
                          <a:solidFill>
                            <a:schemeClr val="dk1"/>
                          </a:solidFill>
                          <a:latin typeface="Segoe UI"/>
                        </a:defRPr>
                      </a:lvl8pPr>
                      <a:lvl9pPr marL="3657454" algn="l" defTabSz="914363" rtl="0" eaLnBrk="1" latinLnBrk="0" hangingPunct="1">
                        <a:defRPr sz="1800" kern="1200">
                          <a:solidFill>
                            <a:schemeClr val="dk1"/>
                          </a:solidFill>
                          <a:latin typeface="Segoe UI"/>
                        </a:defRPr>
                      </a:lvl9pPr>
                    </a:lstStyle>
                    <a:p>
                      <a:r>
                        <a:rPr lang="en-US" sz="2500" kern="1200" dirty="0">
                          <a:solidFill>
                            <a:schemeClr val="dk1"/>
                          </a:solidFill>
                          <a:latin typeface="+mn-lt"/>
                          <a:ea typeface="+mn-ea"/>
                          <a:cs typeface="+mn-cs"/>
                        </a:rPr>
                        <a:t>28</a:t>
                      </a:r>
                      <a:r>
                        <a:rPr lang="en-US" sz="2500" kern="1200" baseline="0" dirty="0">
                          <a:solidFill>
                            <a:schemeClr val="dk1"/>
                          </a:solidFill>
                          <a:latin typeface="+mn-lt"/>
                          <a:ea typeface="+mn-ea"/>
                          <a:cs typeface="+mn-cs"/>
                        </a:rPr>
                        <a:t> </a:t>
                      </a:r>
                      <a:r>
                        <a:rPr lang="en-US" sz="2500" kern="1200" dirty="0">
                          <a:solidFill>
                            <a:schemeClr val="dk1"/>
                          </a:solidFill>
                          <a:latin typeface="+mn-lt"/>
                          <a:ea typeface="+mn-ea"/>
                          <a:cs typeface="+mn-cs"/>
                        </a:rPr>
                        <a:t>GB</a:t>
                      </a:r>
                    </a:p>
                  </a:txBody>
                  <a:tcPr marL="121888" marR="121888" marT="60944" marB="60944" anchor="ctr">
                    <a:lnL>
                      <a:noFill/>
                    </a:lnL>
                    <a:lnR>
                      <a:noFill/>
                    </a:lnR>
                    <a:lnT w="12700" cmpd="sng">
                      <a:solidFill>
                        <a:srgbClr val="00BCF2"/>
                      </a:solidFill>
                    </a:lnT>
                    <a:lnB w="12700" cmpd="sng">
                      <a:solidFill>
                        <a:srgbClr val="00BCF2"/>
                      </a:solid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6"/>
                  </a:ext>
                </a:extLst>
              </a:tr>
              <a:tr h="398274">
                <a:tc>
                  <a:txBody>
                    <a:bodyPr/>
                    <a:lstStyle>
                      <a:lvl1pPr marL="0" algn="l" defTabSz="914363" rtl="0" eaLnBrk="1" latinLnBrk="0" hangingPunct="1">
                        <a:defRPr sz="1800" kern="1200">
                          <a:solidFill>
                            <a:schemeClr val="dk1"/>
                          </a:solidFill>
                          <a:latin typeface="Segoe UI"/>
                        </a:defRPr>
                      </a:lvl1pPr>
                      <a:lvl2pPr marL="457182" algn="l" defTabSz="914363" rtl="0" eaLnBrk="1" latinLnBrk="0" hangingPunct="1">
                        <a:defRPr sz="1800" kern="1200">
                          <a:solidFill>
                            <a:schemeClr val="dk1"/>
                          </a:solidFill>
                          <a:latin typeface="Segoe UI"/>
                        </a:defRPr>
                      </a:lvl2pPr>
                      <a:lvl3pPr marL="914363" algn="l" defTabSz="914363" rtl="0" eaLnBrk="1" latinLnBrk="0" hangingPunct="1">
                        <a:defRPr sz="1800" kern="1200">
                          <a:solidFill>
                            <a:schemeClr val="dk1"/>
                          </a:solidFill>
                          <a:latin typeface="Segoe UI"/>
                        </a:defRPr>
                      </a:lvl3pPr>
                      <a:lvl4pPr marL="1371545" algn="l" defTabSz="914363" rtl="0" eaLnBrk="1" latinLnBrk="0" hangingPunct="1">
                        <a:defRPr sz="1800" kern="1200">
                          <a:solidFill>
                            <a:schemeClr val="dk1"/>
                          </a:solidFill>
                          <a:latin typeface="Segoe UI"/>
                        </a:defRPr>
                      </a:lvl4pPr>
                      <a:lvl5pPr marL="1828727" algn="l" defTabSz="914363" rtl="0" eaLnBrk="1" latinLnBrk="0" hangingPunct="1">
                        <a:defRPr sz="1800" kern="1200">
                          <a:solidFill>
                            <a:schemeClr val="dk1"/>
                          </a:solidFill>
                          <a:latin typeface="Segoe UI"/>
                        </a:defRPr>
                      </a:lvl5pPr>
                      <a:lvl6pPr marL="2285909" algn="l" defTabSz="914363" rtl="0" eaLnBrk="1" latinLnBrk="0" hangingPunct="1">
                        <a:defRPr sz="1800" kern="1200">
                          <a:solidFill>
                            <a:schemeClr val="dk1"/>
                          </a:solidFill>
                          <a:latin typeface="Segoe UI"/>
                        </a:defRPr>
                      </a:lvl6pPr>
                      <a:lvl7pPr marL="2743090" algn="l" defTabSz="914363" rtl="0" eaLnBrk="1" latinLnBrk="0" hangingPunct="1">
                        <a:defRPr sz="1800" kern="1200">
                          <a:solidFill>
                            <a:schemeClr val="dk1"/>
                          </a:solidFill>
                          <a:latin typeface="Segoe UI"/>
                        </a:defRPr>
                      </a:lvl7pPr>
                      <a:lvl8pPr marL="3200272" algn="l" defTabSz="914363" rtl="0" eaLnBrk="1" latinLnBrk="0" hangingPunct="1">
                        <a:defRPr sz="1800" kern="1200">
                          <a:solidFill>
                            <a:schemeClr val="dk1"/>
                          </a:solidFill>
                          <a:latin typeface="Segoe UI"/>
                        </a:defRPr>
                      </a:lvl8pPr>
                      <a:lvl9pPr marL="3657454" algn="l" defTabSz="914363" rtl="0" eaLnBrk="1" latinLnBrk="0" hangingPunct="1">
                        <a:defRPr sz="1800" kern="1200">
                          <a:solidFill>
                            <a:schemeClr val="dk1"/>
                          </a:solidFill>
                          <a:latin typeface="Segoe UI"/>
                        </a:defRPr>
                      </a:lvl9pPr>
                    </a:lstStyle>
                    <a:p>
                      <a:r>
                        <a:rPr lang="en-US" sz="2500" kern="1200" dirty="0">
                          <a:solidFill>
                            <a:schemeClr val="dk1"/>
                          </a:solidFill>
                          <a:latin typeface="+mn-lt"/>
                          <a:ea typeface="+mn-ea"/>
                          <a:cs typeface="+mn-cs"/>
                        </a:rPr>
                        <a:t>D13</a:t>
                      </a:r>
                      <a:r>
                        <a:rPr lang="en-US" altLang="zh-CN" sz="2500" dirty="0"/>
                        <a:t>_V2</a:t>
                      </a:r>
                      <a:endParaRPr lang="en-US" sz="2500" kern="1200" dirty="0">
                        <a:solidFill>
                          <a:schemeClr val="dk1"/>
                        </a:solidFill>
                        <a:latin typeface="+mn-lt"/>
                        <a:ea typeface="+mn-ea"/>
                        <a:cs typeface="+mn-cs"/>
                      </a:endParaRPr>
                    </a:p>
                  </a:txBody>
                  <a:tcPr marL="121888" marR="121888" marT="60944" marB="60944" anchor="ctr">
                    <a:lnL w="12700" cmpd="sng">
                      <a:solidFill>
                        <a:srgbClr val="00BCF2"/>
                      </a:solidFill>
                    </a:lnL>
                    <a:lnR>
                      <a:noFill/>
                    </a:lnR>
                    <a:lnT w="12700" cmpd="sng">
                      <a:solidFill>
                        <a:srgbClr val="00BCF2"/>
                      </a:solidFill>
                    </a:lnT>
                    <a:lnB w="12700" cmpd="sng">
                      <a:solidFill>
                        <a:srgbClr val="00BCF2"/>
                      </a:solidFill>
                    </a:lnB>
                    <a:lnTlToBr w="12700" cmpd="sng">
                      <a:noFill/>
                      <a:prstDash val="solid"/>
                    </a:lnTlToBr>
                    <a:lnBlToTr w="12700" cmpd="sng">
                      <a:noFill/>
                      <a:prstDash val="solid"/>
                    </a:lnBlToTr>
                    <a:solidFill>
                      <a:srgbClr val="00BCF2">
                        <a:tint val="20000"/>
                      </a:srgbClr>
                    </a:solidFill>
                  </a:tcPr>
                </a:tc>
                <a:tc>
                  <a:txBody>
                    <a:bodyPr/>
                    <a:lstStyle>
                      <a:lvl1pPr marL="0" algn="l" defTabSz="914363" rtl="0" eaLnBrk="1" latinLnBrk="0" hangingPunct="1">
                        <a:defRPr sz="1800" kern="1200">
                          <a:solidFill>
                            <a:schemeClr val="dk1"/>
                          </a:solidFill>
                          <a:latin typeface="Segoe UI"/>
                        </a:defRPr>
                      </a:lvl1pPr>
                      <a:lvl2pPr marL="457182" algn="l" defTabSz="914363" rtl="0" eaLnBrk="1" latinLnBrk="0" hangingPunct="1">
                        <a:defRPr sz="1800" kern="1200">
                          <a:solidFill>
                            <a:schemeClr val="dk1"/>
                          </a:solidFill>
                          <a:latin typeface="Segoe UI"/>
                        </a:defRPr>
                      </a:lvl2pPr>
                      <a:lvl3pPr marL="914363" algn="l" defTabSz="914363" rtl="0" eaLnBrk="1" latinLnBrk="0" hangingPunct="1">
                        <a:defRPr sz="1800" kern="1200">
                          <a:solidFill>
                            <a:schemeClr val="dk1"/>
                          </a:solidFill>
                          <a:latin typeface="Segoe UI"/>
                        </a:defRPr>
                      </a:lvl3pPr>
                      <a:lvl4pPr marL="1371545" algn="l" defTabSz="914363" rtl="0" eaLnBrk="1" latinLnBrk="0" hangingPunct="1">
                        <a:defRPr sz="1800" kern="1200">
                          <a:solidFill>
                            <a:schemeClr val="dk1"/>
                          </a:solidFill>
                          <a:latin typeface="Segoe UI"/>
                        </a:defRPr>
                      </a:lvl4pPr>
                      <a:lvl5pPr marL="1828727" algn="l" defTabSz="914363" rtl="0" eaLnBrk="1" latinLnBrk="0" hangingPunct="1">
                        <a:defRPr sz="1800" kern="1200">
                          <a:solidFill>
                            <a:schemeClr val="dk1"/>
                          </a:solidFill>
                          <a:latin typeface="Segoe UI"/>
                        </a:defRPr>
                      </a:lvl5pPr>
                      <a:lvl6pPr marL="2285909" algn="l" defTabSz="914363" rtl="0" eaLnBrk="1" latinLnBrk="0" hangingPunct="1">
                        <a:defRPr sz="1800" kern="1200">
                          <a:solidFill>
                            <a:schemeClr val="dk1"/>
                          </a:solidFill>
                          <a:latin typeface="Segoe UI"/>
                        </a:defRPr>
                      </a:lvl6pPr>
                      <a:lvl7pPr marL="2743090" algn="l" defTabSz="914363" rtl="0" eaLnBrk="1" latinLnBrk="0" hangingPunct="1">
                        <a:defRPr sz="1800" kern="1200">
                          <a:solidFill>
                            <a:schemeClr val="dk1"/>
                          </a:solidFill>
                          <a:latin typeface="Segoe UI"/>
                        </a:defRPr>
                      </a:lvl7pPr>
                      <a:lvl8pPr marL="3200272" algn="l" defTabSz="914363" rtl="0" eaLnBrk="1" latinLnBrk="0" hangingPunct="1">
                        <a:defRPr sz="1800" kern="1200">
                          <a:solidFill>
                            <a:schemeClr val="dk1"/>
                          </a:solidFill>
                          <a:latin typeface="Segoe UI"/>
                        </a:defRPr>
                      </a:lvl8pPr>
                      <a:lvl9pPr marL="3657454" algn="l" defTabSz="914363" rtl="0" eaLnBrk="1" latinLnBrk="0" hangingPunct="1">
                        <a:defRPr sz="1800" kern="1200">
                          <a:solidFill>
                            <a:schemeClr val="dk1"/>
                          </a:solidFill>
                          <a:latin typeface="Segoe UI"/>
                        </a:defRPr>
                      </a:lvl9pPr>
                    </a:lstStyle>
                    <a:p>
                      <a:r>
                        <a:rPr lang="en-US" sz="2500" kern="1200" dirty="0">
                          <a:solidFill>
                            <a:schemeClr val="dk1"/>
                          </a:solidFill>
                          <a:latin typeface="+mn-lt"/>
                          <a:ea typeface="+mn-ea"/>
                          <a:cs typeface="+mn-cs"/>
                        </a:rPr>
                        <a:t>8</a:t>
                      </a:r>
                    </a:p>
                  </a:txBody>
                  <a:tcPr marL="121888" marR="121888" marT="60944" marB="60944" anchor="ctr">
                    <a:lnL>
                      <a:noFill/>
                    </a:lnL>
                    <a:lnR>
                      <a:noFill/>
                    </a:lnR>
                    <a:lnT w="12700" cmpd="sng">
                      <a:solidFill>
                        <a:srgbClr val="00BCF2"/>
                      </a:solidFill>
                    </a:lnT>
                    <a:lnB w="12700" cmpd="sng">
                      <a:solidFill>
                        <a:srgbClr val="00BCF2"/>
                      </a:solidFill>
                    </a:lnB>
                    <a:lnTlToBr w="12700" cmpd="sng">
                      <a:noFill/>
                      <a:prstDash val="solid"/>
                    </a:lnTlToBr>
                    <a:lnBlToTr w="12700" cmpd="sng">
                      <a:noFill/>
                      <a:prstDash val="solid"/>
                    </a:lnBlToTr>
                    <a:solidFill>
                      <a:srgbClr val="00BCF2">
                        <a:tint val="20000"/>
                      </a:srgbClr>
                    </a:solidFill>
                  </a:tcPr>
                </a:tc>
                <a:tc>
                  <a:txBody>
                    <a:bodyPr/>
                    <a:lstStyle>
                      <a:lvl1pPr marL="0" algn="l" defTabSz="914363" rtl="0" eaLnBrk="1" latinLnBrk="0" hangingPunct="1">
                        <a:defRPr sz="1800" kern="1200">
                          <a:solidFill>
                            <a:schemeClr val="dk1"/>
                          </a:solidFill>
                          <a:latin typeface="Segoe UI"/>
                        </a:defRPr>
                      </a:lvl1pPr>
                      <a:lvl2pPr marL="457182" algn="l" defTabSz="914363" rtl="0" eaLnBrk="1" latinLnBrk="0" hangingPunct="1">
                        <a:defRPr sz="1800" kern="1200">
                          <a:solidFill>
                            <a:schemeClr val="dk1"/>
                          </a:solidFill>
                          <a:latin typeface="Segoe UI"/>
                        </a:defRPr>
                      </a:lvl2pPr>
                      <a:lvl3pPr marL="914363" algn="l" defTabSz="914363" rtl="0" eaLnBrk="1" latinLnBrk="0" hangingPunct="1">
                        <a:defRPr sz="1800" kern="1200">
                          <a:solidFill>
                            <a:schemeClr val="dk1"/>
                          </a:solidFill>
                          <a:latin typeface="Segoe UI"/>
                        </a:defRPr>
                      </a:lvl3pPr>
                      <a:lvl4pPr marL="1371545" algn="l" defTabSz="914363" rtl="0" eaLnBrk="1" latinLnBrk="0" hangingPunct="1">
                        <a:defRPr sz="1800" kern="1200">
                          <a:solidFill>
                            <a:schemeClr val="dk1"/>
                          </a:solidFill>
                          <a:latin typeface="Segoe UI"/>
                        </a:defRPr>
                      </a:lvl4pPr>
                      <a:lvl5pPr marL="1828727" algn="l" defTabSz="914363" rtl="0" eaLnBrk="1" latinLnBrk="0" hangingPunct="1">
                        <a:defRPr sz="1800" kern="1200">
                          <a:solidFill>
                            <a:schemeClr val="dk1"/>
                          </a:solidFill>
                          <a:latin typeface="Segoe UI"/>
                        </a:defRPr>
                      </a:lvl5pPr>
                      <a:lvl6pPr marL="2285909" algn="l" defTabSz="914363" rtl="0" eaLnBrk="1" latinLnBrk="0" hangingPunct="1">
                        <a:defRPr sz="1800" kern="1200">
                          <a:solidFill>
                            <a:schemeClr val="dk1"/>
                          </a:solidFill>
                          <a:latin typeface="Segoe UI"/>
                        </a:defRPr>
                      </a:lvl6pPr>
                      <a:lvl7pPr marL="2743090" algn="l" defTabSz="914363" rtl="0" eaLnBrk="1" latinLnBrk="0" hangingPunct="1">
                        <a:defRPr sz="1800" kern="1200">
                          <a:solidFill>
                            <a:schemeClr val="dk1"/>
                          </a:solidFill>
                          <a:latin typeface="Segoe UI"/>
                        </a:defRPr>
                      </a:lvl7pPr>
                      <a:lvl8pPr marL="3200272" algn="l" defTabSz="914363" rtl="0" eaLnBrk="1" latinLnBrk="0" hangingPunct="1">
                        <a:defRPr sz="1800" kern="1200">
                          <a:solidFill>
                            <a:schemeClr val="dk1"/>
                          </a:solidFill>
                          <a:latin typeface="Segoe UI"/>
                        </a:defRPr>
                      </a:lvl8pPr>
                      <a:lvl9pPr marL="3657454" algn="l" defTabSz="914363" rtl="0" eaLnBrk="1" latinLnBrk="0" hangingPunct="1">
                        <a:defRPr sz="1800" kern="1200">
                          <a:solidFill>
                            <a:schemeClr val="dk1"/>
                          </a:solidFill>
                          <a:latin typeface="Segoe UI"/>
                        </a:defRPr>
                      </a:lvl9pPr>
                    </a:lstStyle>
                    <a:p>
                      <a:r>
                        <a:rPr lang="en-US" sz="2500" kern="1200" dirty="0">
                          <a:solidFill>
                            <a:schemeClr val="dk1"/>
                          </a:solidFill>
                          <a:latin typeface="+mn-lt"/>
                          <a:ea typeface="+mn-ea"/>
                          <a:cs typeface="+mn-cs"/>
                        </a:rPr>
                        <a:t>56 GB</a:t>
                      </a:r>
                    </a:p>
                  </a:txBody>
                  <a:tcPr marL="121888" marR="121888" marT="60944" marB="60944" anchor="ctr">
                    <a:lnL>
                      <a:noFill/>
                    </a:lnL>
                    <a:lnR>
                      <a:noFill/>
                    </a:lnR>
                    <a:lnT w="12700" cmpd="sng">
                      <a:solidFill>
                        <a:srgbClr val="00BCF2"/>
                      </a:solidFill>
                    </a:lnT>
                    <a:lnB w="12700" cmpd="sng">
                      <a:solidFill>
                        <a:srgbClr val="00BCF2"/>
                      </a:solidFill>
                    </a:lnB>
                    <a:lnTlToBr w="12700" cmpd="sng">
                      <a:noFill/>
                      <a:prstDash val="solid"/>
                    </a:lnTlToBr>
                    <a:lnBlToTr w="12700" cmpd="sng">
                      <a:noFill/>
                      <a:prstDash val="solid"/>
                    </a:lnBlToTr>
                    <a:solidFill>
                      <a:srgbClr val="00BCF2">
                        <a:tint val="20000"/>
                      </a:srgbClr>
                    </a:solidFill>
                  </a:tcPr>
                </a:tc>
                <a:extLst>
                  <a:ext uri="{0D108BD9-81ED-4DB2-BD59-A6C34878D82A}">
                    <a16:rowId xmlns:a16="http://schemas.microsoft.com/office/drawing/2014/main" val="10007"/>
                  </a:ext>
                </a:extLst>
              </a:tr>
              <a:tr h="398274">
                <a:tc>
                  <a:txBody>
                    <a:bodyPr/>
                    <a:lstStyle>
                      <a:lvl1pPr marL="0" algn="l" defTabSz="914363" rtl="0" eaLnBrk="1" latinLnBrk="0" hangingPunct="1">
                        <a:defRPr sz="1800" kern="1200">
                          <a:solidFill>
                            <a:schemeClr val="dk1"/>
                          </a:solidFill>
                          <a:latin typeface="Segoe UI"/>
                        </a:defRPr>
                      </a:lvl1pPr>
                      <a:lvl2pPr marL="457182" algn="l" defTabSz="914363" rtl="0" eaLnBrk="1" latinLnBrk="0" hangingPunct="1">
                        <a:defRPr sz="1800" kern="1200">
                          <a:solidFill>
                            <a:schemeClr val="dk1"/>
                          </a:solidFill>
                          <a:latin typeface="Segoe UI"/>
                        </a:defRPr>
                      </a:lvl2pPr>
                      <a:lvl3pPr marL="914363" algn="l" defTabSz="914363" rtl="0" eaLnBrk="1" latinLnBrk="0" hangingPunct="1">
                        <a:defRPr sz="1800" kern="1200">
                          <a:solidFill>
                            <a:schemeClr val="dk1"/>
                          </a:solidFill>
                          <a:latin typeface="Segoe UI"/>
                        </a:defRPr>
                      </a:lvl3pPr>
                      <a:lvl4pPr marL="1371545" algn="l" defTabSz="914363" rtl="0" eaLnBrk="1" latinLnBrk="0" hangingPunct="1">
                        <a:defRPr sz="1800" kern="1200">
                          <a:solidFill>
                            <a:schemeClr val="dk1"/>
                          </a:solidFill>
                          <a:latin typeface="Segoe UI"/>
                        </a:defRPr>
                      </a:lvl4pPr>
                      <a:lvl5pPr marL="1828727" algn="l" defTabSz="914363" rtl="0" eaLnBrk="1" latinLnBrk="0" hangingPunct="1">
                        <a:defRPr sz="1800" kern="1200">
                          <a:solidFill>
                            <a:schemeClr val="dk1"/>
                          </a:solidFill>
                          <a:latin typeface="Segoe UI"/>
                        </a:defRPr>
                      </a:lvl5pPr>
                      <a:lvl6pPr marL="2285909" algn="l" defTabSz="914363" rtl="0" eaLnBrk="1" latinLnBrk="0" hangingPunct="1">
                        <a:defRPr sz="1800" kern="1200">
                          <a:solidFill>
                            <a:schemeClr val="dk1"/>
                          </a:solidFill>
                          <a:latin typeface="Segoe UI"/>
                        </a:defRPr>
                      </a:lvl6pPr>
                      <a:lvl7pPr marL="2743090" algn="l" defTabSz="914363" rtl="0" eaLnBrk="1" latinLnBrk="0" hangingPunct="1">
                        <a:defRPr sz="1800" kern="1200">
                          <a:solidFill>
                            <a:schemeClr val="dk1"/>
                          </a:solidFill>
                          <a:latin typeface="Segoe UI"/>
                        </a:defRPr>
                      </a:lvl7pPr>
                      <a:lvl8pPr marL="3200272" algn="l" defTabSz="914363" rtl="0" eaLnBrk="1" latinLnBrk="0" hangingPunct="1">
                        <a:defRPr sz="1800" kern="1200">
                          <a:solidFill>
                            <a:schemeClr val="dk1"/>
                          </a:solidFill>
                          <a:latin typeface="Segoe UI"/>
                        </a:defRPr>
                      </a:lvl8pPr>
                      <a:lvl9pPr marL="3657454" algn="l" defTabSz="914363" rtl="0" eaLnBrk="1" latinLnBrk="0" hangingPunct="1">
                        <a:defRPr sz="1800" kern="1200">
                          <a:solidFill>
                            <a:schemeClr val="dk1"/>
                          </a:solidFill>
                          <a:latin typeface="Segoe UI"/>
                        </a:defRPr>
                      </a:lvl9pPr>
                    </a:lstStyle>
                    <a:p>
                      <a:r>
                        <a:rPr lang="en-US" sz="2500" kern="1200" dirty="0">
                          <a:solidFill>
                            <a:schemeClr val="dk1"/>
                          </a:solidFill>
                          <a:latin typeface="+mn-lt"/>
                          <a:ea typeface="+mn-ea"/>
                          <a:cs typeface="+mn-cs"/>
                        </a:rPr>
                        <a:t>D14</a:t>
                      </a:r>
                      <a:r>
                        <a:rPr lang="en-US" altLang="zh-CN" sz="2500" dirty="0"/>
                        <a:t>_V2</a:t>
                      </a:r>
                      <a:endParaRPr lang="en-US" sz="2500" kern="1200" dirty="0">
                        <a:solidFill>
                          <a:schemeClr val="dk1"/>
                        </a:solidFill>
                        <a:latin typeface="+mn-lt"/>
                        <a:ea typeface="+mn-ea"/>
                        <a:cs typeface="+mn-cs"/>
                      </a:endParaRPr>
                    </a:p>
                  </a:txBody>
                  <a:tcPr marL="121888" marR="121888" marT="60944" marB="60944" anchor="ctr">
                    <a:lnL w="12700" cmpd="sng">
                      <a:solidFill>
                        <a:srgbClr val="00BCF2"/>
                      </a:solidFill>
                    </a:lnL>
                    <a:lnR>
                      <a:noFill/>
                    </a:lnR>
                    <a:lnT w="12700" cmpd="sng">
                      <a:solidFill>
                        <a:srgbClr val="00BCF2"/>
                      </a:solidFill>
                    </a:lnT>
                    <a:lnB w="12700" cmpd="sng">
                      <a:solidFill>
                        <a:srgbClr val="00BCF2"/>
                      </a:solidFill>
                    </a:lnB>
                    <a:lnTlToBr w="12700" cmpd="sng">
                      <a:noFill/>
                      <a:prstDash val="solid"/>
                    </a:lnTlToBr>
                    <a:lnBlToTr w="12700" cmpd="sng">
                      <a:noFill/>
                      <a:prstDash val="solid"/>
                    </a:lnBlToTr>
                    <a:solidFill>
                      <a:srgbClr val="FFFFFF"/>
                    </a:solidFill>
                  </a:tcPr>
                </a:tc>
                <a:tc>
                  <a:txBody>
                    <a:bodyPr/>
                    <a:lstStyle>
                      <a:lvl1pPr marL="0" algn="l" defTabSz="914363" rtl="0" eaLnBrk="1" latinLnBrk="0" hangingPunct="1">
                        <a:defRPr sz="1800" kern="1200">
                          <a:solidFill>
                            <a:schemeClr val="dk1"/>
                          </a:solidFill>
                          <a:latin typeface="Segoe UI"/>
                        </a:defRPr>
                      </a:lvl1pPr>
                      <a:lvl2pPr marL="457182" algn="l" defTabSz="914363" rtl="0" eaLnBrk="1" latinLnBrk="0" hangingPunct="1">
                        <a:defRPr sz="1800" kern="1200">
                          <a:solidFill>
                            <a:schemeClr val="dk1"/>
                          </a:solidFill>
                          <a:latin typeface="Segoe UI"/>
                        </a:defRPr>
                      </a:lvl2pPr>
                      <a:lvl3pPr marL="914363" algn="l" defTabSz="914363" rtl="0" eaLnBrk="1" latinLnBrk="0" hangingPunct="1">
                        <a:defRPr sz="1800" kern="1200">
                          <a:solidFill>
                            <a:schemeClr val="dk1"/>
                          </a:solidFill>
                          <a:latin typeface="Segoe UI"/>
                        </a:defRPr>
                      </a:lvl3pPr>
                      <a:lvl4pPr marL="1371545" algn="l" defTabSz="914363" rtl="0" eaLnBrk="1" latinLnBrk="0" hangingPunct="1">
                        <a:defRPr sz="1800" kern="1200">
                          <a:solidFill>
                            <a:schemeClr val="dk1"/>
                          </a:solidFill>
                          <a:latin typeface="Segoe UI"/>
                        </a:defRPr>
                      </a:lvl4pPr>
                      <a:lvl5pPr marL="1828727" algn="l" defTabSz="914363" rtl="0" eaLnBrk="1" latinLnBrk="0" hangingPunct="1">
                        <a:defRPr sz="1800" kern="1200">
                          <a:solidFill>
                            <a:schemeClr val="dk1"/>
                          </a:solidFill>
                          <a:latin typeface="Segoe UI"/>
                        </a:defRPr>
                      </a:lvl5pPr>
                      <a:lvl6pPr marL="2285909" algn="l" defTabSz="914363" rtl="0" eaLnBrk="1" latinLnBrk="0" hangingPunct="1">
                        <a:defRPr sz="1800" kern="1200">
                          <a:solidFill>
                            <a:schemeClr val="dk1"/>
                          </a:solidFill>
                          <a:latin typeface="Segoe UI"/>
                        </a:defRPr>
                      </a:lvl6pPr>
                      <a:lvl7pPr marL="2743090" algn="l" defTabSz="914363" rtl="0" eaLnBrk="1" latinLnBrk="0" hangingPunct="1">
                        <a:defRPr sz="1800" kern="1200">
                          <a:solidFill>
                            <a:schemeClr val="dk1"/>
                          </a:solidFill>
                          <a:latin typeface="Segoe UI"/>
                        </a:defRPr>
                      </a:lvl7pPr>
                      <a:lvl8pPr marL="3200272" algn="l" defTabSz="914363" rtl="0" eaLnBrk="1" latinLnBrk="0" hangingPunct="1">
                        <a:defRPr sz="1800" kern="1200">
                          <a:solidFill>
                            <a:schemeClr val="dk1"/>
                          </a:solidFill>
                          <a:latin typeface="Segoe UI"/>
                        </a:defRPr>
                      </a:lvl8pPr>
                      <a:lvl9pPr marL="3657454" algn="l" defTabSz="914363" rtl="0" eaLnBrk="1" latinLnBrk="0" hangingPunct="1">
                        <a:defRPr sz="1800" kern="1200">
                          <a:solidFill>
                            <a:schemeClr val="dk1"/>
                          </a:solidFill>
                          <a:latin typeface="Segoe UI"/>
                        </a:defRPr>
                      </a:lvl9pPr>
                    </a:lstStyle>
                    <a:p>
                      <a:r>
                        <a:rPr lang="en-US" sz="2500" kern="1200" dirty="0">
                          <a:solidFill>
                            <a:schemeClr val="dk1"/>
                          </a:solidFill>
                          <a:latin typeface="+mn-lt"/>
                          <a:ea typeface="+mn-ea"/>
                          <a:cs typeface="+mn-cs"/>
                        </a:rPr>
                        <a:t>16</a:t>
                      </a:r>
                    </a:p>
                  </a:txBody>
                  <a:tcPr marL="121888" marR="121888" marT="60944" marB="60944" anchor="ctr">
                    <a:lnL>
                      <a:noFill/>
                    </a:lnL>
                    <a:lnR>
                      <a:noFill/>
                    </a:lnR>
                    <a:lnT w="12700" cmpd="sng">
                      <a:solidFill>
                        <a:srgbClr val="00BCF2"/>
                      </a:solidFill>
                    </a:lnT>
                    <a:lnB w="12700" cmpd="sng">
                      <a:solidFill>
                        <a:srgbClr val="00BCF2"/>
                      </a:solidFill>
                    </a:lnB>
                    <a:lnTlToBr w="12700" cmpd="sng">
                      <a:noFill/>
                      <a:prstDash val="solid"/>
                    </a:lnTlToBr>
                    <a:lnBlToTr w="12700" cmpd="sng">
                      <a:noFill/>
                      <a:prstDash val="solid"/>
                    </a:lnBlToTr>
                    <a:solidFill>
                      <a:srgbClr val="FFFFFF"/>
                    </a:solidFill>
                  </a:tcPr>
                </a:tc>
                <a:tc>
                  <a:txBody>
                    <a:bodyPr/>
                    <a:lstStyle>
                      <a:lvl1pPr marL="0" algn="l" defTabSz="914363" rtl="0" eaLnBrk="1" latinLnBrk="0" hangingPunct="1">
                        <a:defRPr sz="1800" kern="1200">
                          <a:solidFill>
                            <a:schemeClr val="dk1"/>
                          </a:solidFill>
                          <a:latin typeface="Segoe UI"/>
                        </a:defRPr>
                      </a:lvl1pPr>
                      <a:lvl2pPr marL="457182" algn="l" defTabSz="914363" rtl="0" eaLnBrk="1" latinLnBrk="0" hangingPunct="1">
                        <a:defRPr sz="1800" kern="1200">
                          <a:solidFill>
                            <a:schemeClr val="dk1"/>
                          </a:solidFill>
                          <a:latin typeface="Segoe UI"/>
                        </a:defRPr>
                      </a:lvl2pPr>
                      <a:lvl3pPr marL="914363" algn="l" defTabSz="914363" rtl="0" eaLnBrk="1" latinLnBrk="0" hangingPunct="1">
                        <a:defRPr sz="1800" kern="1200">
                          <a:solidFill>
                            <a:schemeClr val="dk1"/>
                          </a:solidFill>
                          <a:latin typeface="Segoe UI"/>
                        </a:defRPr>
                      </a:lvl3pPr>
                      <a:lvl4pPr marL="1371545" algn="l" defTabSz="914363" rtl="0" eaLnBrk="1" latinLnBrk="0" hangingPunct="1">
                        <a:defRPr sz="1800" kern="1200">
                          <a:solidFill>
                            <a:schemeClr val="dk1"/>
                          </a:solidFill>
                          <a:latin typeface="Segoe UI"/>
                        </a:defRPr>
                      </a:lvl4pPr>
                      <a:lvl5pPr marL="1828727" algn="l" defTabSz="914363" rtl="0" eaLnBrk="1" latinLnBrk="0" hangingPunct="1">
                        <a:defRPr sz="1800" kern="1200">
                          <a:solidFill>
                            <a:schemeClr val="dk1"/>
                          </a:solidFill>
                          <a:latin typeface="Segoe UI"/>
                        </a:defRPr>
                      </a:lvl5pPr>
                      <a:lvl6pPr marL="2285909" algn="l" defTabSz="914363" rtl="0" eaLnBrk="1" latinLnBrk="0" hangingPunct="1">
                        <a:defRPr sz="1800" kern="1200">
                          <a:solidFill>
                            <a:schemeClr val="dk1"/>
                          </a:solidFill>
                          <a:latin typeface="Segoe UI"/>
                        </a:defRPr>
                      </a:lvl6pPr>
                      <a:lvl7pPr marL="2743090" algn="l" defTabSz="914363" rtl="0" eaLnBrk="1" latinLnBrk="0" hangingPunct="1">
                        <a:defRPr sz="1800" kern="1200">
                          <a:solidFill>
                            <a:schemeClr val="dk1"/>
                          </a:solidFill>
                          <a:latin typeface="Segoe UI"/>
                        </a:defRPr>
                      </a:lvl7pPr>
                      <a:lvl8pPr marL="3200272" algn="l" defTabSz="914363" rtl="0" eaLnBrk="1" latinLnBrk="0" hangingPunct="1">
                        <a:defRPr sz="1800" kern="1200">
                          <a:solidFill>
                            <a:schemeClr val="dk1"/>
                          </a:solidFill>
                          <a:latin typeface="Segoe UI"/>
                        </a:defRPr>
                      </a:lvl8pPr>
                      <a:lvl9pPr marL="3657454" algn="l" defTabSz="914363" rtl="0" eaLnBrk="1" latinLnBrk="0" hangingPunct="1">
                        <a:defRPr sz="1800" kern="1200">
                          <a:solidFill>
                            <a:schemeClr val="dk1"/>
                          </a:solidFill>
                          <a:latin typeface="Segoe UI"/>
                        </a:defRPr>
                      </a:lvl9pPr>
                    </a:lstStyle>
                    <a:p>
                      <a:r>
                        <a:rPr lang="en-US" sz="2500" kern="1200" dirty="0">
                          <a:solidFill>
                            <a:schemeClr val="dk1"/>
                          </a:solidFill>
                          <a:latin typeface="+mn-lt"/>
                          <a:ea typeface="+mn-ea"/>
                          <a:cs typeface="+mn-cs"/>
                        </a:rPr>
                        <a:t>112</a:t>
                      </a:r>
                      <a:r>
                        <a:rPr lang="en-US" sz="2500" kern="1200" baseline="0" dirty="0">
                          <a:solidFill>
                            <a:schemeClr val="dk1"/>
                          </a:solidFill>
                          <a:latin typeface="+mn-lt"/>
                          <a:ea typeface="+mn-ea"/>
                          <a:cs typeface="+mn-cs"/>
                        </a:rPr>
                        <a:t> GB</a:t>
                      </a:r>
                      <a:endParaRPr lang="en-US" sz="2500" kern="1200" dirty="0">
                        <a:solidFill>
                          <a:schemeClr val="dk1"/>
                        </a:solidFill>
                        <a:latin typeface="+mn-lt"/>
                        <a:ea typeface="+mn-ea"/>
                        <a:cs typeface="+mn-cs"/>
                      </a:endParaRPr>
                    </a:p>
                  </a:txBody>
                  <a:tcPr marL="121888" marR="121888" marT="60944" marB="60944" anchor="ctr">
                    <a:lnL>
                      <a:noFill/>
                    </a:lnL>
                    <a:lnR>
                      <a:noFill/>
                    </a:lnR>
                    <a:lnT w="12700" cmpd="sng">
                      <a:solidFill>
                        <a:srgbClr val="00BCF2"/>
                      </a:solidFill>
                    </a:lnT>
                    <a:lnB w="12700" cmpd="sng">
                      <a:solidFill>
                        <a:srgbClr val="00BCF2"/>
                      </a:solid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3367375758"/>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文本占位符 2"/>
          <p:cNvSpPr>
            <a:spLocks noGrp="1"/>
          </p:cNvSpPr>
          <p:nvPr>
            <p:ph type="body" sz="quarter" idx="11"/>
          </p:nvPr>
        </p:nvSpPr>
        <p:spPr>
          <a:xfrm>
            <a:off x="3473804" y="3607713"/>
            <a:ext cx="6945312" cy="861774"/>
          </a:xfrm>
        </p:spPr>
        <p:txBody>
          <a:bodyPr/>
          <a:lstStyle/>
          <a:p>
            <a:r>
              <a:rPr lang="en-US" altLang="zh-CN" dirty="0"/>
              <a:t>Introduce Azure Cloud Service</a:t>
            </a:r>
            <a:endParaRPr lang="zh-CN" altLang="en-US" dirty="0"/>
          </a:p>
        </p:txBody>
      </p:sp>
    </p:spTree>
    <p:extLst>
      <p:ext uri="{BB962C8B-B14F-4D97-AF65-F5344CB8AC3E}">
        <p14:creationId xmlns:p14="http://schemas.microsoft.com/office/powerpoint/2010/main" val="832526129"/>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2"/>
            </p:custDataLst>
            <p:extLst>
              <p:ext uri="{D42A27DB-BD31-4B8C-83A1-F6EECF244321}">
                <p14:modId xmlns:p14="http://schemas.microsoft.com/office/powerpoint/2010/main" val="1008513204"/>
              </p:ext>
            </p:ext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43112" name="think-cell Slide" r:id="rId7" imgW="270" imgH="270" progId="TCLayout.ActiveDocument.1">
                  <p:embed/>
                </p:oleObj>
              </mc:Choice>
              <mc:Fallback>
                <p:oleObj name="think-cell Slide" r:id="rId7" imgW="270" imgH="270" progId="TCLayout.ActiveDocument.1">
                  <p:embed/>
                  <p:pic>
                    <p:nvPicPr>
                      <p:cNvPr id="0" name=""/>
                      <p:cNvPicPr/>
                      <p:nvPr/>
                    </p:nvPicPr>
                    <p:blipFill>
                      <a:blip r:embed="rId8"/>
                      <a:stretch>
                        <a:fillRect/>
                      </a:stretch>
                    </p:blipFill>
                    <p:spPr>
                      <a:xfrm>
                        <a:off x="0" y="0"/>
                        <a:ext cx="158750" cy="158750"/>
                      </a:xfrm>
                      <a:prstGeom prst="rect">
                        <a:avLst/>
                      </a:prstGeom>
                    </p:spPr>
                  </p:pic>
                </p:oleObj>
              </mc:Fallback>
            </mc:AlternateContent>
          </a:graphicData>
        </a:graphic>
      </p:graphicFrame>
      <p:sp>
        <p:nvSpPr>
          <p:cNvPr id="5" name="Text Placeholder 4"/>
          <p:cNvSpPr>
            <a:spLocks noGrp="1"/>
          </p:cNvSpPr>
          <p:nvPr>
            <p:ph sz="quarter" idx="10"/>
            <p:custDataLst>
              <p:tags r:id="rId3"/>
            </p:custDataLst>
          </p:nvPr>
        </p:nvSpPr>
        <p:spPr>
          <a:xfrm>
            <a:off x="516571" y="1690688"/>
            <a:ext cx="11155681" cy="3139321"/>
          </a:xfrm>
          <a:noFill/>
        </p:spPr>
        <p:txBody>
          <a:bodyPr/>
          <a:lstStyle/>
          <a:p>
            <a:pPr>
              <a:spcBef>
                <a:spcPts val="0"/>
              </a:spcBef>
            </a:pPr>
            <a:r>
              <a:rPr lang="en-US" sz="1200" dirty="0">
                <a:solidFill>
                  <a:schemeClr val="accent6"/>
                </a:solidFill>
              </a:rPr>
              <a:t>&lt;?</a:t>
            </a:r>
            <a:r>
              <a:rPr lang="en-US" sz="1200" dirty="0">
                <a:solidFill>
                  <a:schemeClr val="accent3"/>
                </a:solidFill>
              </a:rPr>
              <a:t>xml</a:t>
            </a:r>
            <a:r>
              <a:rPr lang="en-US" sz="1200" dirty="0">
                <a:solidFill>
                  <a:schemeClr val="accent6"/>
                </a:solidFill>
              </a:rPr>
              <a:t> </a:t>
            </a:r>
            <a:r>
              <a:rPr lang="en-US" sz="1200" dirty="0">
                <a:solidFill>
                  <a:schemeClr val="accent5"/>
                </a:solidFill>
              </a:rPr>
              <a:t>version</a:t>
            </a:r>
            <a:r>
              <a:rPr lang="en-US" sz="1200" dirty="0">
                <a:solidFill>
                  <a:schemeClr val="accent6"/>
                </a:solidFill>
              </a:rPr>
              <a:t>="1.0"?&gt;</a:t>
            </a:r>
          </a:p>
          <a:p>
            <a:pPr>
              <a:spcBef>
                <a:spcPts val="0"/>
              </a:spcBef>
            </a:pPr>
            <a:r>
              <a:rPr lang="en-US" sz="1200" dirty="0">
                <a:solidFill>
                  <a:schemeClr val="accent6"/>
                </a:solidFill>
              </a:rPr>
              <a:t>&lt;</a:t>
            </a:r>
            <a:r>
              <a:rPr lang="en-US" sz="1200" dirty="0">
                <a:solidFill>
                  <a:schemeClr val="accent3"/>
                </a:solidFill>
              </a:rPr>
              <a:t>ServiceConfiguration</a:t>
            </a:r>
            <a:r>
              <a:rPr lang="en-US" sz="1200" dirty="0">
                <a:solidFill>
                  <a:schemeClr val="accent6"/>
                </a:solidFill>
              </a:rPr>
              <a:t> </a:t>
            </a:r>
            <a:r>
              <a:rPr lang="en-US" sz="1200" dirty="0">
                <a:solidFill>
                  <a:schemeClr val="accent5"/>
                </a:solidFill>
              </a:rPr>
              <a:t>serviceName</a:t>
            </a:r>
            <a:r>
              <a:rPr lang="en-US" sz="1200" dirty="0">
                <a:solidFill>
                  <a:schemeClr val="accent6"/>
                </a:solidFill>
              </a:rPr>
              <a:t>="WebDeploy" </a:t>
            </a:r>
            <a:r>
              <a:rPr lang="en-US" sz="1200" dirty="0">
                <a:solidFill>
                  <a:schemeClr val="accent5"/>
                </a:solidFill>
              </a:rPr>
              <a:t>xmlns</a:t>
            </a:r>
            <a:r>
              <a:rPr lang="en-US" sz="1200" dirty="0">
                <a:solidFill>
                  <a:schemeClr val="accent6"/>
                </a:solidFill>
              </a:rPr>
              <a:t>="</a:t>
            </a:r>
            <a:r>
              <a:rPr lang="en-US" sz="1200" dirty="0">
                <a:solidFill>
                  <a:schemeClr val="accent6"/>
                </a:solidFill>
                <a:hlinkClick r:id="rId9"/>
              </a:rPr>
              <a:t>http://schemas.microsoft.com/serviceHosting/2008/10ServiceConfiguration</a:t>
            </a:r>
            <a:r>
              <a:rPr lang="en-US" sz="1200" dirty="0">
                <a:solidFill>
                  <a:schemeClr val="accent6"/>
                </a:solidFill>
              </a:rPr>
              <a:t>"&gt;</a:t>
            </a:r>
          </a:p>
          <a:p>
            <a:pPr>
              <a:spcBef>
                <a:spcPts val="0"/>
              </a:spcBef>
            </a:pPr>
            <a:r>
              <a:rPr lang="en-US" sz="1200" dirty="0">
                <a:solidFill>
                  <a:schemeClr val="accent6"/>
                </a:solidFill>
              </a:rPr>
              <a:t>   &lt;</a:t>
            </a:r>
            <a:r>
              <a:rPr lang="en-US" sz="1200" dirty="0">
                <a:solidFill>
                  <a:schemeClr val="accent3"/>
                </a:solidFill>
              </a:rPr>
              <a:t>Role</a:t>
            </a:r>
            <a:r>
              <a:rPr lang="en-US" sz="1200" dirty="0">
                <a:solidFill>
                  <a:schemeClr val="accent6"/>
                </a:solidFill>
              </a:rPr>
              <a:t> </a:t>
            </a:r>
            <a:r>
              <a:rPr lang="en-US" sz="1200" dirty="0">
                <a:solidFill>
                  <a:schemeClr val="accent5"/>
                </a:solidFill>
              </a:rPr>
              <a:t>name</a:t>
            </a:r>
            <a:r>
              <a:rPr lang="en-US" sz="1200" dirty="0">
                <a:solidFill>
                  <a:schemeClr val="accent6"/>
                </a:solidFill>
              </a:rPr>
              <a:t>="Webux"&gt;</a:t>
            </a:r>
          </a:p>
          <a:p>
            <a:pPr marL="520700">
              <a:spcBef>
                <a:spcPts val="0"/>
              </a:spcBef>
            </a:pPr>
            <a:r>
              <a:rPr lang="en-US" sz="1200" dirty="0">
                <a:solidFill>
                  <a:schemeClr val="accent6"/>
                </a:solidFill>
              </a:rPr>
              <a:t>&lt;</a:t>
            </a:r>
            <a:r>
              <a:rPr lang="en-US" sz="1200" dirty="0">
                <a:solidFill>
                  <a:schemeClr val="accent3"/>
                </a:solidFill>
              </a:rPr>
              <a:t>Instances</a:t>
            </a:r>
            <a:r>
              <a:rPr lang="en-US" sz="1200" dirty="0">
                <a:solidFill>
                  <a:schemeClr val="accent6"/>
                </a:solidFill>
              </a:rPr>
              <a:t> </a:t>
            </a:r>
            <a:r>
              <a:rPr lang="en-US" sz="1200" dirty="0">
                <a:solidFill>
                  <a:schemeClr val="accent5"/>
                </a:solidFill>
              </a:rPr>
              <a:t>count</a:t>
            </a:r>
            <a:r>
              <a:rPr lang="en-US" sz="1200" dirty="0">
                <a:solidFill>
                  <a:schemeClr val="accent6"/>
                </a:solidFill>
              </a:rPr>
              <a:t>="1"/&gt;</a:t>
            </a:r>
          </a:p>
          <a:p>
            <a:pPr marL="520700">
              <a:spcBef>
                <a:spcPts val="0"/>
              </a:spcBef>
            </a:pPr>
            <a:r>
              <a:rPr lang="en-US" sz="1200" dirty="0">
                <a:solidFill>
                  <a:schemeClr val="accent6"/>
                </a:solidFill>
              </a:rPr>
              <a:t>&lt;</a:t>
            </a:r>
            <a:r>
              <a:rPr lang="en-US" sz="1200" dirty="0">
                <a:solidFill>
                  <a:schemeClr val="accent3"/>
                </a:solidFill>
              </a:rPr>
              <a:t>ConfigurationSettings</a:t>
            </a:r>
            <a:r>
              <a:rPr lang="en-US" sz="1200" dirty="0">
                <a:solidFill>
                  <a:schemeClr val="accent6"/>
                </a:solidFill>
              </a:rPr>
              <a:t>&gt;</a:t>
            </a:r>
          </a:p>
          <a:p>
            <a:pPr marL="863600">
              <a:spcBef>
                <a:spcPts val="0"/>
              </a:spcBef>
            </a:pPr>
            <a:r>
              <a:rPr lang="en-US" sz="1200" dirty="0">
                <a:solidFill>
                  <a:schemeClr val="accent6"/>
                </a:solidFill>
              </a:rPr>
              <a:t>&lt;</a:t>
            </a:r>
            <a:r>
              <a:rPr lang="en-US" sz="1200" dirty="0">
                <a:solidFill>
                  <a:schemeClr val="accent3"/>
                </a:solidFill>
              </a:rPr>
              <a:t>Setting</a:t>
            </a:r>
            <a:r>
              <a:rPr lang="en-US" sz="1200" dirty="0">
                <a:solidFill>
                  <a:schemeClr val="accent6"/>
                </a:solidFill>
              </a:rPr>
              <a:t> </a:t>
            </a:r>
            <a:r>
              <a:rPr lang="en-US" sz="1200" dirty="0">
                <a:solidFill>
                  <a:schemeClr val="accent5"/>
                </a:solidFill>
              </a:rPr>
              <a:t>name</a:t>
            </a:r>
            <a:r>
              <a:rPr lang="en-US" sz="1200" dirty="0">
                <a:solidFill>
                  <a:schemeClr val="accent6"/>
                </a:solidFill>
              </a:rPr>
              <a:t>="DiagnosticsConnectionString" </a:t>
            </a:r>
            <a:r>
              <a:rPr lang="en-US" sz="1200" dirty="0">
                <a:solidFill>
                  <a:schemeClr val="accent5"/>
                </a:solidFill>
              </a:rPr>
              <a:t>value</a:t>
            </a:r>
            <a:r>
              <a:rPr lang="en-US" sz="1200" dirty="0">
                <a:solidFill>
                  <a:schemeClr val="accent6"/>
                </a:solidFill>
              </a:rPr>
              <a:t>="UseDevelopmentStorage=true/&gt;</a:t>
            </a:r>
          </a:p>
          <a:p>
            <a:pPr marL="863600">
              <a:spcBef>
                <a:spcPts val="0"/>
              </a:spcBef>
            </a:pPr>
            <a:r>
              <a:rPr lang="en-US" sz="1200" dirty="0">
                <a:solidFill>
                  <a:schemeClr val="accent6"/>
                </a:solidFill>
              </a:rPr>
              <a:t>&lt;</a:t>
            </a:r>
            <a:r>
              <a:rPr lang="en-US" sz="1200" dirty="0">
                <a:solidFill>
                  <a:schemeClr val="accent3"/>
                </a:solidFill>
              </a:rPr>
              <a:t>Setting</a:t>
            </a:r>
            <a:r>
              <a:rPr lang="en-US" sz="1200" dirty="0">
                <a:solidFill>
                  <a:schemeClr val="accent6"/>
                </a:solidFill>
              </a:rPr>
              <a:t> </a:t>
            </a:r>
            <a:r>
              <a:rPr lang="en-US" sz="1200" dirty="0">
                <a:solidFill>
                  <a:schemeClr val="accent5"/>
                </a:solidFill>
              </a:rPr>
              <a:t>name</a:t>
            </a:r>
            <a:r>
              <a:rPr lang="en-US" sz="1200" dirty="0">
                <a:solidFill>
                  <a:schemeClr val="accent6"/>
                </a:solidFill>
              </a:rPr>
              <a:t>="Microsoft.WindowsAzure.plugins.RemoteAccess.Enabled" </a:t>
            </a:r>
            <a:r>
              <a:rPr lang="en-US" sz="1200" dirty="0">
                <a:solidFill>
                  <a:schemeClr val="accent5"/>
                </a:solidFill>
              </a:rPr>
              <a:t>value</a:t>
            </a:r>
            <a:r>
              <a:rPr lang="en-US" sz="1200" dirty="0">
                <a:solidFill>
                  <a:schemeClr val="accent6"/>
                </a:solidFill>
              </a:rPr>
              <a:t>="True"/&gt;</a:t>
            </a:r>
          </a:p>
          <a:p>
            <a:pPr marL="863600">
              <a:spcBef>
                <a:spcPts val="0"/>
              </a:spcBef>
            </a:pPr>
            <a:r>
              <a:rPr lang="en-US" sz="1200" dirty="0">
                <a:solidFill>
                  <a:schemeClr val="accent6"/>
                </a:solidFill>
              </a:rPr>
              <a:t>&lt;</a:t>
            </a:r>
            <a:r>
              <a:rPr lang="en-US" sz="1200" dirty="0">
                <a:solidFill>
                  <a:schemeClr val="accent3"/>
                </a:solidFill>
              </a:rPr>
              <a:t>Setting</a:t>
            </a:r>
            <a:r>
              <a:rPr lang="en-US" sz="1200" dirty="0">
                <a:solidFill>
                  <a:schemeClr val="accent6"/>
                </a:solidFill>
              </a:rPr>
              <a:t> </a:t>
            </a:r>
            <a:r>
              <a:rPr lang="en-US" sz="1200" dirty="0">
                <a:solidFill>
                  <a:schemeClr val="accent5"/>
                </a:solidFill>
              </a:rPr>
              <a:t>name</a:t>
            </a:r>
            <a:r>
              <a:rPr lang="en-US" sz="1200" dirty="0">
                <a:solidFill>
                  <a:schemeClr val="accent6"/>
                </a:solidFill>
              </a:rPr>
              <a:t>="Microsoft.WindowsAzure.plugins.RemoteAccess.AccountUsername" </a:t>
            </a:r>
            <a:r>
              <a:rPr lang="en-US" sz="1200" dirty="0">
                <a:solidFill>
                  <a:schemeClr val="accent5"/>
                </a:solidFill>
              </a:rPr>
              <a:t>value</a:t>
            </a:r>
            <a:r>
              <a:rPr lang="en-US" sz="1200" dirty="0">
                <a:solidFill>
                  <a:schemeClr val="accent6"/>
                </a:solidFill>
              </a:rPr>
              <a:t>="dunnry"/&gt;</a:t>
            </a:r>
          </a:p>
          <a:p>
            <a:pPr marL="863600">
              <a:spcBef>
                <a:spcPts val="0"/>
              </a:spcBef>
              <a:tabLst>
                <a:tab pos="2971800" algn="l"/>
              </a:tabLst>
            </a:pPr>
            <a:r>
              <a:rPr lang="en-US" sz="1200" dirty="0">
                <a:solidFill>
                  <a:schemeClr val="accent6"/>
                </a:solidFill>
              </a:rPr>
              <a:t>&lt;</a:t>
            </a:r>
            <a:r>
              <a:rPr lang="en-US" sz="1200" dirty="0">
                <a:solidFill>
                  <a:schemeClr val="accent3"/>
                </a:solidFill>
              </a:rPr>
              <a:t>Setting</a:t>
            </a:r>
            <a:r>
              <a:rPr lang="en-US" sz="1200" dirty="0">
                <a:solidFill>
                  <a:schemeClr val="accent6"/>
                </a:solidFill>
              </a:rPr>
              <a:t> </a:t>
            </a:r>
            <a:r>
              <a:rPr lang="en-US" sz="1200" dirty="0">
                <a:solidFill>
                  <a:schemeClr val="accent5"/>
                </a:solidFill>
              </a:rPr>
              <a:t>name</a:t>
            </a:r>
            <a:r>
              <a:rPr lang="en-US" sz="1200" dirty="0">
                <a:solidFill>
                  <a:schemeClr val="accent6"/>
                </a:solidFill>
              </a:rPr>
              <a:t>="Microsoft.WindowsAzure.plugins.RemoteAccess.AccountEncryptedPassword" </a:t>
            </a:r>
            <a:r>
              <a:rPr lang="en-US" sz="1200" dirty="0">
                <a:solidFill>
                  <a:schemeClr val="accent5"/>
                </a:solidFill>
              </a:rPr>
              <a:t>value</a:t>
            </a:r>
            <a:r>
              <a:rPr lang="en-US" sz="1200" dirty="0">
                <a:solidFill>
                  <a:schemeClr val="accent6"/>
                </a:solidFill>
              </a:rPr>
              <a:t>="MIIBrAYJKoZIhvcNAQcDoIIB"/&gt;</a:t>
            </a:r>
          </a:p>
          <a:p>
            <a:pPr marL="863600">
              <a:spcBef>
                <a:spcPts val="0"/>
              </a:spcBef>
            </a:pPr>
            <a:r>
              <a:rPr lang="en-US" sz="1200" dirty="0">
                <a:solidFill>
                  <a:schemeClr val="accent6"/>
                </a:solidFill>
              </a:rPr>
              <a:t>&lt;</a:t>
            </a:r>
            <a:r>
              <a:rPr lang="en-US" sz="1200" dirty="0">
                <a:solidFill>
                  <a:schemeClr val="accent3"/>
                </a:solidFill>
              </a:rPr>
              <a:t>Setting</a:t>
            </a:r>
            <a:r>
              <a:rPr lang="en-US" sz="1200" dirty="0">
                <a:solidFill>
                  <a:schemeClr val="accent6"/>
                </a:solidFill>
              </a:rPr>
              <a:t> </a:t>
            </a:r>
            <a:r>
              <a:rPr lang="en-US" sz="1200" dirty="0">
                <a:solidFill>
                  <a:schemeClr val="accent5"/>
                </a:solidFill>
              </a:rPr>
              <a:t>name</a:t>
            </a:r>
            <a:r>
              <a:rPr lang="en-US" sz="1200" dirty="0">
                <a:solidFill>
                  <a:schemeClr val="accent6"/>
                </a:solidFill>
              </a:rPr>
              <a:t>="Microsoft.WindowsAzure.plugins.RemoteAccess.AccountExpiration" </a:t>
            </a:r>
            <a:r>
              <a:rPr lang="en-US" sz="1200" dirty="0">
                <a:solidFill>
                  <a:schemeClr val="accent5"/>
                </a:solidFill>
              </a:rPr>
              <a:t>value</a:t>
            </a:r>
            <a:r>
              <a:rPr lang="en-US" sz="1200" dirty="0">
                <a:solidFill>
                  <a:schemeClr val="accent6"/>
                </a:solidFill>
              </a:rPr>
              <a:t>="2010-12-23T23:59:59.0000000-07"/&gt;</a:t>
            </a:r>
          </a:p>
          <a:p>
            <a:pPr marL="863600">
              <a:spcBef>
                <a:spcPts val="0"/>
              </a:spcBef>
            </a:pPr>
            <a:r>
              <a:rPr lang="en-US" sz="1200" dirty="0">
                <a:solidFill>
                  <a:schemeClr val="accent6"/>
                </a:solidFill>
              </a:rPr>
              <a:t>&lt;</a:t>
            </a:r>
            <a:r>
              <a:rPr lang="en-US" sz="1200" dirty="0">
                <a:solidFill>
                  <a:schemeClr val="accent3"/>
                </a:solidFill>
              </a:rPr>
              <a:t>Setting</a:t>
            </a:r>
            <a:r>
              <a:rPr lang="en-US" sz="1200" dirty="0">
                <a:solidFill>
                  <a:schemeClr val="accent6"/>
                </a:solidFill>
              </a:rPr>
              <a:t> </a:t>
            </a:r>
            <a:r>
              <a:rPr lang="en-US" sz="1200" dirty="0">
                <a:solidFill>
                  <a:schemeClr val="accent5"/>
                </a:solidFill>
              </a:rPr>
              <a:t>name</a:t>
            </a:r>
            <a:r>
              <a:rPr lang="en-US" sz="1200" dirty="0">
                <a:solidFill>
                  <a:schemeClr val="accent6"/>
                </a:solidFill>
              </a:rPr>
              <a:t>="Microsoft.Windows Azure.Plugins.RemoteForwarder.Enabled" </a:t>
            </a:r>
            <a:r>
              <a:rPr lang="en-US" sz="1200" dirty="0">
                <a:solidFill>
                  <a:schemeClr val="accent5"/>
                </a:solidFill>
              </a:rPr>
              <a:t>value</a:t>
            </a:r>
            <a:r>
              <a:rPr lang="en-US" sz="1200" dirty="0">
                <a:solidFill>
                  <a:schemeClr val="accent6"/>
                </a:solidFill>
              </a:rPr>
              <a:t>="True"/&gt;</a:t>
            </a:r>
          </a:p>
          <a:p>
            <a:pPr marL="228600">
              <a:spcBef>
                <a:spcPts val="0"/>
              </a:spcBef>
            </a:pPr>
            <a:r>
              <a:rPr lang="en-US" sz="1200" dirty="0">
                <a:solidFill>
                  <a:schemeClr val="accent6"/>
                </a:solidFill>
              </a:rPr>
              <a:t>&lt;</a:t>
            </a:r>
            <a:r>
              <a:rPr lang="en-US" sz="1200" dirty="0">
                <a:solidFill>
                  <a:schemeClr val="accent3"/>
                </a:solidFill>
              </a:rPr>
              <a:t>ConfigurationSettings</a:t>
            </a:r>
            <a:r>
              <a:rPr lang="en-US" sz="1200" dirty="0">
                <a:solidFill>
                  <a:schemeClr val="accent6"/>
                </a:solidFill>
              </a:rPr>
              <a:t>&gt;</a:t>
            </a:r>
          </a:p>
          <a:p>
            <a:pPr marL="228600">
              <a:spcBef>
                <a:spcPts val="0"/>
              </a:spcBef>
            </a:pPr>
            <a:r>
              <a:rPr lang="en-US" sz="1200" dirty="0">
                <a:solidFill>
                  <a:schemeClr val="accent6"/>
                </a:solidFill>
              </a:rPr>
              <a:t>&lt;</a:t>
            </a:r>
            <a:r>
              <a:rPr lang="en-US" sz="1200" dirty="0">
                <a:solidFill>
                  <a:schemeClr val="accent3"/>
                </a:solidFill>
              </a:rPr>
              <a:t>Certificate</a:t>
            </a:r>
            <a:r>
              <a:rPr lang="en-US" sz="1200" dirty="0">
                <a:solidFill>
                  <a:schemeClr val="accent6"/>
                </a:solidFill>
              </a:rPr>
              <a:t>&gt;</a:t>
            </a:r>
          </a:p>
          <a:p>
            <a:pPr marL="863600">
              <a:spcBef>
                <a:spcPts val="0"/>
              </a:spcBef>
            </a:pPr>
            <a:r>
              <a:rPr lang="en-US" sz="1200" dirty="0">
                <a:solidFill>
                  <a:schemeClr val="accent6"/>
                </a:solidFill>
              </a:rPr>
              <a:t>&lt;</a:t>
            </a:r>
            <a:r>
              <a:rPr lang="en-US" sz="1200" dirty="0">
                <a:solidFill>
                  <a:schemeClr val="accent3"/>
                </a:solidFill>
              </a:rPr>
              <a:t>Certificates</a:t>
            </a:r>
            <a:r>
              <a:rPr lang="en-US" sz="1200" dirty="0">
                <a:solidFill>
                  <a:schemeClr val="accent6"/>
                </a:solidFill>
              </a:rPr>
              <a:t> </a:t>
            </a:r>
            <a:r>
              <a:rPr lang="en-US" sz="1200" dirty="0">
                <a:solidFill>
                  <a:schemeClr val="accent5"/>
                </a:solidFill>
              </a:rPr>
              <a:t>name</a:t>
            </a:r>
            <a:r>
              <a:rPr lang="en-US" sz="1200" dirty="0">
                <a:solidFill>
                  <a:schemeClr val="accent6"/>
                </a:solidFill>
              </a:rPr>
              <a:t>="Microsoft.WindowsAzure.Plugins.remoteAccess.PasswordEncryption" </a:t>
            </a:r>
            <a:r>
              <a:rPr lang="en-US" sz="1200" dirty="0">
                <a:solidFill>
                  <a:schemeClr val="accent5"/>
                </a:solidFill>
              </a:rPr>
              <a:t>thumbprint</a:t>
            </a:r>
            <a:r>
              <a:rPr lang="en-US" sz="1200" dirty="0">
                <a:solidFill>
                  <a:schemeClr val="accent6"/>
                </a:solidFill>
              </a:rPr>
              <a:t>="D6BE55AC439FAC6CBEBAF"/&gt;</a:t>
            </a:r>
          </a:p>
          <a:p>
            <a:pPr marL="228600">
              <a:spcBef>
                <a:spcPts val="0"/>
              </a:spcBef>
            </a:pPr>
            <a:r>
              <a:rPr lang="en-US" sz="1200" dirty="0">
                <a:solidFill>
                  <a:schemeClr val="accent6"/>
                </a:solidFill>
              </a:rPr>
              <a:t>&lt;/</a:t>
            </a:r>
            <a:r>
              <a:rPr lang="en-US" sz="1200" dirty="0">
                <a:solidFill>
                  <a:schemeClr val="accent3"/>
                </a:solidFill>
              </a:rPr>
              <a:t>Certificate</a:t>
            </a:r>
            <a:r>
              <a:rPr lang="en-US" sz="1200" dirty="0">
                <a:solidFill>
                  <a:schemeClr val="accent6"/>
                </a:solidFill>
              </a:rPr>
              <a:t>&gt;</a:t>
            </a:r>
          </a:p>
          <a:p>
            <a:pPr marL="114300">
              <a:spcBef>
                <a:spcPts val="0"/>
              </a:spcBef>
            </a:pPr>
            <a:r>
              <a:rPr lang="en-US" sz="1200" dirty="0">
                <a:solidFill>
                  <a:schemeClr val="accent6"/>
                </a:solidFill>
              </a:rPr>
              <a:t>&lt;/</a:t>
            </a:r>
            <a:r>
              <a:rPr lang="en-US" sz="1200" dirty="0">
                <a:solidFill>
                  <a:schemeClr val="accent3"/>
                </a:solidFill>
              </a:rPr>
              <a:t>Role</a:t>
            </a:r>
            <a:r>
              <a:rPr lang="en-US" sz="1200" dirty="0">
                <a:solidFill>
                  <a:schemeClr val="accent6"/>
                </a:solidFill>
              </a:rPr>
              <a:t>&gt;</a:t>
            </a:r>
          </a:p>
          <a:p>
            <a:pPr>
              <a:spcBef>
                <a:spcPts val="0"/>
              </a:spcBef>
            </a:pPr>
            <a:r>
              <a:rPr lang="en-US" sz="1200" dirty="0">
                <a:solidFill>
                  <a:schemeClr val="accent6"/>
                </a:solidFill>
              </a:rPr>
              <a:t>&lt;/</a:t>
            </a:r>
            <a:r>
              <a:rPr lang="en-US" sz="1200" dirty="0">
                <a:solidFill>
                  <a:schemeClr val="accent3"/>
                </a:solidFill>
              </a:rPr>
              <a:t>ServiceConfiguration</a:t>
            </a:r>
            <a:r>
              <a:rPr lang="en-US" sz="1200" dirty="0">
                <a:solidFill>
                  <a:schemeClr val="accent6"/>
                </a:solidFill>
              </a:rPr>
              <a:t>&gt; </a:t>
            </a:r>
          </a:p>
        </p:txBody>
      </p:sp>
      <p:sp>
        <p:nvSpPr>
          <p:cNvPr id="4" name="Title 3"/>
          <p:cNvSpPr>
            <a:spLocks noGrp="1"/>
          </p:cNvSpPr>
          <p:nvPr>
            <p:ph type="title"/>
            <p:custDataLst>
              <p:tags r:id="rId4"/>
            </p:custDataLst>
          </p:nvPr>
        </p:nvSpPr>
        <p:spPr/>
        <p:txBody>
          <a:bodyPr/>
          <a:lstStyle/>
          <a:p>
            <a:r>
              <a:rPr lang="en-US" dirty="0">
                <a:cs typeface="Segoe UI"/>
              </a:rPr>
              <a:t>Service Configuration</a:t>
            </a:r>
          </a:p>
        </p:txBody>
      </p:sp>
    </p:spTree>
    <p:extLst>
      <p:ext uri="{BB962C8B-B14F-4D97-AF65-F5344CB8AC3E}">
        <p14:creationId xmlns:p14="http://schemas.microsoft.com/office/powerpoint/2010/main" val="85843519"/>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p:custDataLst>
              <p:tags r:id="rId2"/>
            </p:custDataLst>
            <p:extLst>
              <p:ext uri="{D42A27DB-BD31-4B8C-83A1-F6EECF244321}">
                <p14:modId xmlns:p14="http://schemas.microsoft.com/office/powerpoint/2010/main" val="2929748168"/>
              </p:ext>
            </p:ext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42088" name="think-cell Slide" r:id="rId7" imgW="270" imgH="270" progId="TCLayout.ActiveDocument.1">
                  <p:embed/>
                </p:oleObj>
              </mc:Choice>
              <mc:Fallback>
                <p:oleObj name="think-cell Slide" r:id="rId7" imgW="270" imgH="270" progId="TCLayout.ActiveDocument.1">
                  <p:embed/>
                  <p:pic>
                    <p:nvPicPr>
                      <p:cNvPr id="0" name=""/>
                      <p:cNvPicPr/>
                      <p:nvPr/>
                    </p:nvPicPr>
                    <p:blipFill>
                      <a:blip r:embed="rId8"/>
                      <a:stretch>
                        <a:fillRect/>
                      </a:stretch>
                    </p:blipFill>
                    <p:spPr>
                      <a:xfrm>
                        <a:off x="0" y="0"/>
                        <a:ext cx="158750" cy="158750"/>
                      </a:xfrm>
                      <a:prstGeom prst="rect">
                        <a:avLst/>
                      </a:prstGeom>
                    </p:spPr>
                  </p:pic>
                </p:oleObj>
              </mc:Fallback>
            </mc:AlternateContent>
          </a:graphicData>
        </a:graphic>
      </p:graphicFrame>
      <p:sp>
        <p:nvSpPr>
          <p:cNvPr id="2" name="Title 1"/>
          <p:cNvSpPr>
            <a:spLocks noGrp="1"/>
          </p:cNvSpPr>
          <p:nvPr>
            <p:ph type="title"/>
            <p:custDataLst>
              <p:tags r:id="rId3"/>
            </p:custDataLst>
          </p:nvPr>
        </p:nvSpPr>
        <p:spPr/>
        <p:txBody>
          <a:bodyPr/>
          <a:lstStyle/>
          <a:p>
            <a:r>
              <a:rPr lang="en-US" dirty="0">
                <a:cs typeface="Segoe UI"/>
              </a:rPr>
              <a:t>Service Definition</a:t>
            </a:r>
          </a:p>
        </p:txBody>
      </p:sp>
      <p:sp>
        <p:nvSpPr>
          <p:cNvPr id="3" name="Content Placeholder 2"/>
          <p:cNvSpPr>
            <a:spLocks noGrp="1"/>
          </p:cNvSpPr>
          <p:nvPr>
            <p:ph sz="quarter" idx="10"/>
            <p:custDataLst>
              <p:tags r:id="rId4"/>
            </p:custDataLst>
          </p:nvPr>
        </p:nvSpPr>
        <p:spPr>
          <a:xfrm>
            <a:off x="516571" y="1690688"/>
            <a:ext cx="11346877" cy="4524315"/>
          </a:xfrm>
          <a:noFill/>
        </p:spPr>
        <p:txBody>
          <a:bodyPr/>
          <a:lstStyle/>
          <a:p>
            <a:pPr lvl="0">
              <a:spcBef>
                <a:spcPts val="0"/>
              </a:spcBef>
            </a:pPr>
            <a:r>
              <a:rPr lang="en-US" sz="1400" dirty="0">
                <a:ln>
                  <a:solidFill>
                    <a:srgbClr val="FFFFFF">
                      <a:alpha val="0"/>
                    </a:srgbClr>
                  </a:solidFill>
                </a:ln>
                <a:solidFill>
                  <a:schemeClr val="accent6"/>
                </a:solidFill>
              </a:rPr>
              <a:t>&lt;?</a:t>
            </a:r>
            <a:r>
              <a:rPr lang="en-US" sz="1400" dirty="0">
                <a:ln>
                  <a:solidFill>
                    <a:srgbClr val="FFFFFF">
                      <a:alpha val="0"/>
                    </a:srgbClr>
                  </a:solidFill>
                </a:ln>
                <a:solidFill>
                  <a:schemeClr val="accent3"/>
                </a:solidFill>
              </a:rPr>
              <a:t>xml</a:t>
            </a:r>
            <a:r>
              <a:rPr lang="en-US" sz="1400" dirty="0">
                <a:ln>
                  <a:solidFill>
                    <a:srgbClr val="FFFFFF">
                      <a:alpha val="0"/>
                    </a:srgbClr>
                  </a:solidFill>
                </a:ln>
                <a:solidFill>
                  <a:schemeClr val="accent6"/>
                </a:solidFill>
              </a:rPr>
              <a:t> </a:t>
            </a:r>
            <a:r>
              <a:rPr lang="en-US" sz="1400" dirty="0">
                <a:ln>
                  <a:solidFill>
                    <a:srgbClr val="FFFFFF">
                      <a:alpha val="0"/>
                    </a:srgbClr>
                  </a:solidFill>
                </a:ln>
                <a:solidFill>
                  <a:schemeClr val="accent5"/>
                </a:solidFill>
              </a:rPr>
              <a:t>version</a:t>
            </a:r>
            <a:r>
              <a:rPr lang="en-US" sz="1400" dirty="0">
                <a:ln>
                  <a:solidFill>
                    <a:srgbClr val="FFFFFF">
                      <a:alpha val="0"/>
                    </a:srgbClr>
                  </a:solidFill>
                </a:ln>
                <a:solidFill>
                  <a:schemeClr val="accent6"/>
                </a:solidFill>
              </a:rPr>
              <a:t>="1.0" </a:t>
            </a:r>
            <a:r>
              <a:rPr lang="en-US" sz="1400" dirty="0">
                <a:ln>
                  <a:solidFill>
                    <a:srgbClr val="FFFFFF">
                      <a:alpha val="0"/>
                    </a:srgbClr>
                  </a:solidFill>
                </a:ln>
                <a:solidFill>
                  <a:schemeClr val="accent5"/>
                </a:solidFill>
              </a:rPr>
              <a:t>encoding</a:t>
            </a:r>
            <a:r>
              <a:rPr lang="en-US" sz="1400" dirty="0">
                <a:ln>
                  <a:solidFill>
                    <a:srgbClr val="FFFFFF">
                      <a:alpha val="0"/>
                    </a:srgbClr>
                  </a:solidFill>
                </a:ln>
                <a:solidFill>
                  <a:schemeClr val="accent6"/>
                </a:solidFill>
              </a:rPr>
              <a:t>="utf-8"?&gt;</a:t>
            </a:r>
          </a:p>
          <a:p>
            <a:pPr lvl="0">
              <a:spcBef>
                <a:spcPts val="0"/>
              </a:spcBef>
            </a:pPr>
            <a:r>
              <a:rPr lang="en-US" sz="1400" dirty="0">
                <a:ln>
                  <a:solidFill>
                    <a:srgbClr val="FFFFFF">
                      <a:alpha val="0"/>
                    </a:srgbClr>
                  </a:solidFill>
                </a:ln>
                <a:solidFill>
                  <a:schemeClr val="accent6"/>
                </a:solidFill>
              </a:rPr>
              <a:t>&lt;</a:t>
            </a:r>
            <a:r>
              <a:rPr lang="en-US" sz="1400" dirty="0">
                <a:ln>
                  <a:solidFill>
                    <a:srgbClr val="FFFFFF">
                      <a:alpha val="0"/>
                    </a:srgbClr>
                  </a:solidFill>
                </a:ln>
                <a:solidFill>
                  <a:schemeClr val="accent3"/>
                </a:solidFill>
              </a:rPr>
              <a:t>ServiceDefinition </a:t>
            </a:r>
            <a:r>
              <a:rPr lang="en-US" sz="1400" dirty="0">
                <a:ln>
                  <a:solidFill>
                    <a:srgbClr val="FFFFFF">
                      <a:alpha val="0"/>
                    </a:srgbClr>
                  </a:solidFill>
                </a:ln>
                <a:solidFill>
                  <a:schemeClr val="accent5"/>
                </a:solidFill>
              </a:rPr>
              <a:t>name</a:t>
            </a:r>
            <a:r>
              <a:rPr lang="en-US" sz="1400" dirty="0">
                <a:ln>
                  <a:solidFill>
                    <a:srgbClr val="FFFFFF">
                      <a:alpha val="0"/>
                    </a:srgbClr>
                  </a:solidFill>
                </a:ln>
                <a:solidFill>
                  <a:schemeClr val="accent6"/>
                </a:solidFill>
              </a:rPr>
              <a:t>="WebDeploy" </a:t>
            </a:r>
            <a:r>
              <a:rPr lang="en-US" sz="1400" dirty="0">
                <a:ln>
                  <a:solidFill>
                    <a:srgbClr val="FFFFFF">
                      <a:alpha val="0"/>
                    </a:srgbClr>
                  </a:solidFill>
                </a:ln>
                <a:solidFill>
                  <a:schemeClr val="accent5"/>
                </a:solidFill>
              </a:rPr>
              <a:t>xmlns</a:t>
            </a:r>
            <a:r>
              <a:rPr lang="en-US" sz="1400" dirty="0">
                <a:ln>
                  <a:solidFill>
                    <a:srgbClr val="FFFFFF">
                      <a:alpha val="0"/>
                    </a:srgbClr>
                  </a:solidFill>
                </a:ln>
                <a:solidFill>
                  <a:schemeClr val="accent6"/>
                </a:solidFill>
              </a:rPr>
              <a:t>="</a:t>
            </a:r>
            <a:r>
              <a:rPr lang="en-US" sz="1400" dirty="0">
                <a:ln>
                  <a:solidFill>
                    <a:srgbClr val="FFFFFF">
                      <a:alpha val="0"/>
                    </a:srgbClr>
                  </a:solidFill>
                </a:ln>
                <a:solidFill>
                  <a:schemeClr val="accent6"/>
                </a:solidFill>
                <a:hlinkClick r:id="rId9"/>
              </a:rPr>
              <a:t>http://schemas.microsoft.com/ServiceHosting/2008/10/ServiceDefinition</a:t>
            </a:r>
            <a:r>
              <a:rPr lang="en-US" sz="1400" dirty="0">
                <a:ln>
                  <a:solidFill>
                    <a:srgbClr val="FFFFFF">
                      <a:alpha val="0"/>
                    </a:srgbClr>
                  </a:solidFill>
                </a:ln>
                <a:solidFill>
                  <a:schemeClr val="accent6"/>
                </a:solidFill>
              </a:rPr>
              <a:t>"&gt;</a:t>
            </a:r>
          </a:p>
          <a:p>
            <a:pPr lvl="1">
              <a:spcBef>
                <a:spcPts val="0"/>
              </a:spcBef>
            </a:pPr>
            <a:r>
              <a:rPr lang="en-US" sz="1400" dirty="0">
                <a:ln>
                  <a:solidFill>
                    <a:srgbClr val="FFFFFF">
                      <a:alpha val="0"/>
                    </a:srgbClr>
                  </a:solidFill>
                </a:ln>
                <a:solidFill>
                  <a:schemeClr val="accent6"/>
                </a:solidFill>
              </a:rPr>
              <a:t>&lt;</a:t>
            </a:r>
            <a:r>
              <a:rPr lang="en-US" sz="1400" dirty="0">
                <a:ln>
                  <a:solidFill>
                    <a:srgbClr val="FFFFFF">
                      <a:alpha val="0"/>
                    </a:srgbClr>
                  </a:solidFill>
                </a:ln>
                <a:solidFill>
                  <a:schemeClr val="accent3"/>
                </a:solidFill>
              </a:rPr>
              <a:t>WebRole </a:t>
            </a:r>
            <a:r>
              <a:rPr lang="en-US" sz="1400" dirty="0">
                <a:ln>
                  <a:solidFill>
                    <a:srgbClr val="FFFFFF">
                      <a:alpha val="0"/>
                    </a:srgbClr>
                  </a:solidFill>
                </a:ln>
                <a:solidFill>
                  <a:schemeClr val="accent5"/>
                </a:solidFill>
              </a:rPr>
              <a:t>name</a:t>
            </a:r>
            <a:r>
              <a:rPr lang="en-US" sz="1400" dirty="0">
                <a:ln>
                  <a:solidFill>
                    <a:srgbClr val="FFFFFF">
                      <a:alpha val="0"/>
                    </a:srgbClr>
                  </a:solidFill>
                </a:ln>
                <a:solidFill>
                  <a:schemeClr val="accent6"/>
                </a:solidFill>
              </a:rPr>
              <a:t>="WebUX"&gt;</a:t>
            </a:r>
          </a:p>
          <a:p>
            <a:pPr lvl="2">
              <a:spcBef>
                <a:spcPts val="0"/>
              </a:spcBef>
            </a:pPr>
            <a:r>
              <a:rPr lang="en-US" sz="1400" dirty="0">
                <a:ln>
                  <a:solidFill>
                    <a:srgbClr val="FFFFFF">
                      <a:alpha val="0"/>
                    </a:srgbClr>
                  </a:solidFill>
                </a:ln>
                <a:solidFill>
                  <a:schemeClr val="accent6"/>
                </a:solidFill>
              </a:rPr>
              <a:t>&lt;</a:t>
            </a:r>
            <a:r>
              <a:rPr lang="en-US" sz="1400" dirty="0">
                <a:ln>
                  <a:solidFill>
                    <a:srgbClr val="FFFFFF">
                      <a:alpha val="0"/>
                    </a:srgbClr>
                  </a:solidFill>
                </a:ln>
                <a:solidFill>
                  <a:schemeClr val="accent3"/>
                </a:solidFill>
              </a:rPr>
              <a:t>Startup</a:t>
            </a:r>
            <a:r>
              <a:rPr lang="en-US" sz="1400" dirty="0">
                <a:ln>
                  <a:solidFill>
                    <a:srgbClr val="FFFFFF">
                      <a:alpha val="0"/>
                    </a:srgbClr>
                  </a:solidFill>
                </a:ln>
                <a:solidFill>
                  <a:schemeClr val="accent6"/>
                </a:solidFill>
              </a:rPr>
              <a:t>&gt;</a:t>
            </a:r>
          </a:p>
          <a:p>
            <a:pPr lvl="3">
              <a:spcBef>
                <a:spcPts val="0"/>
              </a:spcBef>
            </a:pPr>
            <a:r>
              <a:rPr lang="en-US" sz="1400" dirty="0">
                <a:ln>
                  <a:solidFill>
                    <a:srgbClr val="FFFFFF">
                      <a:alpha val="0"/>
                    </a:srgbClr>
                  </a:solidFill>
                </a:ln>
                <a:solidFill>
                  <a:schemeClr val="accent6"/>
                </a:solidFill>
              </a:rPr>
              <a:t>&lt;</a:t>
            </a:r>
            <a:r>
              <a:rPr lang="en-US" sz="1400" dirty="0">
                <a:ln>
                  <a:solidFill>
                    <a:srgbClr val="FFFFFF">
                      <a:alpha val="0"/>
                    </a:srgbClr>
                  </a:solidFill>
                </a:ln>
                <a:solidFill>
                  <a:schemeClr val="accent3"/>
                </a:solidFill>
              </a:rPr>
              <a:t>Task</a:t>
            </a:r>
            <a:r>
              <a:rPr lang="en-US" sz="1400" dirty="0">
                <a:ln>
                  <a:solidFill>
                    <a:srgbClr val="FFFFFF">
                      <a:alpha val="0"/>
                    </a:srgbClr>
                  </a:solidFill>
                </a:ln>
                <a:solidFill>
                  <a:schemeClr val="accent6"/>
                </a:solidFill>
              </a:rPr>
              <a:t> </a:t>
            </a:r>
            <a:r>
              <a:rPr lang="en-US" sz="1400" dirty="0">
                <a:ln>
                  <a:solidFill>
                    <a:srgbClr val="FFFFFF">
                      <a:alpha val="0"/>
                    </a:srgbClr>
                  </a:solidFill>
                </a:ln>
                <a:solidFill>
                  <a:schemeClr val="accent5"/>
                </a:solidFill>
              </a:rPr>
              <a:t>commandLine</a:t>
            </a:r>
            <a:r>
              <a:rPr lang="en-US" sz="1400" dirty="0">
                <a:ln>
                  <a:solidFill>
                    <a:srgbClr val="FFFFFF">
                      <a:alpha val="0"/>
                    </a:srgbClr>
                  </a:solidFill>
                </a:ln>
                <a:solidFill>
                  <a:schemeClr val="accent6"/>
                </a:solidFill>
              </a:rPr>
              <a:t>="..\Startup\EnableWebAdmin.cmd" </a:t>
            </a:r>
            <a:r>
              <a:rPr lang="en-US" sz="1400" dirty="0">
                <a:ln>
                  <a:solidFill>
                    <a:srgbClr val="FFFFFF">
                      <a:alpha val="0"/>
                    </a:srgbClr>
                  </a:solidFill>
                </a:ln>
                <a:solidFill>
                  <a:schemeClr val="accent5"/>
                </a:solidFill>
              </a:rPr>
              <a:t>executionContext</a:t>
            </a:r>
            <a:r>
              <a:rPr lang="en-US" sz="1400" dirty="0">
                <a:ln>
                  <a:solidFill>
                    <a:srgbClr val="FFFFFF">
                      <a:alpha val="0"/>
                    </a:srgbClr>
                  </a:solidFill>
                </a:ln>
                <a:solidFill>
                  <a:schemeClr val="accent6"/>
                </a:solidFill>
              </a:rPr>
              <a:t>="elevated" </a:t>
            </a:r>
            <a:r>
              <a:rPr lang="en-US" sz="1400" dirty="0">
                <a:ln>
                  <a:solidFill>
                    <a:srgbClr val="FFFFFF">
                      <a:alpha val="0"/>
                    </a:srgbClr>
                  </a:solidFill>
                </a:ln>
                <a:solidFill>
                  <a:schemeClr val="accent5"/>
                </a:solidFill>
              </a:rPr>
              <a:t>taskType</a:t>
            </a:r>
            <a:r>
              <a:rPr lang="en-US" sz="1400" dirty="0">
                <a:ln>
                  <a:solidFill>
                    <a:srgbClr val="FFFFFF">
                      <a:alpha val="0"/>
                    </a:srgbClr>
                  </a:solidFill>
                </a:ln>
                <a:solidFill>
                  <a:schemeClr val="accent6"/>
                </a:solidFill>
              </a:rPr>
              <a:t>="simple" /&gt;</a:t>
            </a:r>
          </a:p>
          <a:p>
            <a:pPr lvl="2">
              <a:spcBef>
                <a:spcPts val="0"/>
              </a:spcBef>
            </a:pPr>
            <a:r>
              <a:rPr lang="en-US" sz="1400" dirty="0">
                <a:ln>
                  <a:solidFill>
                    <a:srgbClr val="FFFFFF">
                      <a:alpha val="0"/>
                    </a:srgbClr>
                  </a:solidFill>
                </a:ln>
                <a:solidFill>
                  <a:schemeClr val="accent6"/>
                </a:solidFill>
              </a:rPr>
              <a:t>&lt;/</a:t>
            </a:r>
            <a:r>
              <a:rPr lang="en-US" sz="1400" dirty="0">
                <a:ln>
                  <a:solidFill>
                    <a:srgbClr val="FFFFFF">
                      <a:alpha val="0"/>
                    </a:srgbClr>
                  </a:solidFill>
                </a:ln>
                <a:solidFill>
                  <a:schemeClr val="accent3"/>
                </a:solidFill>
              </a:rPr>
              <a:t>Startup</a:t>
            </a:r>
            <a:r>
              <a:rPr lang="en-US" sz="1400" dirty="0">
                <a:ln>
                  <a:solidFill>
                    <a:srgbClr val="FFFFFF">
                      <a:alpha val="0"/>
                    </a:srgbClr>
                  </a:solidFill>
                </a:ln>
                <a:solidFill>
                  <a:schemeClr val="accent6"/>
                </a:solidFill>
              </a:rPr>
              <a:t>&gt;</a:t>
            </a:r>
          </a:p>
          <a:p>
            <a:pPr lvl="2">
              <a:spcBef>
                <a:spcPts val="0"/>
              </a:spcBef>
            </a:pPr>
            <a:r>
              <a:rPr lang="en-US" sz="1400" dirty="0">
                <a:ln>
                  <a:solidFill>
                    <a:srgbClr val="FFFFFF">
                      <a:alpha val="0"/>
                    </a:srgbClr>
                  </a:solidFill>
                </a:ln>
                <a:solidFill>
                  <a:schemeClr val="accent6"/>
                </a:solidFill>
              </a:rPr>
              <a:t>&lt;</a:t>
            </a:r>
            <a:r>
              <a:rPr lang="en-US" sz="1400" dirty="0">
                <a:ln>
                  <a:solidFill>
                    <a:srgbClr val="FFFFFF">
                      <a:alpha val="0"/>
                    </a:srgbClr>
                  </a:solidFill>
                </a:ln>
                <a:solidFill>
                  <a:schemeClr val="accent3"/>
                </a:solidFill>
              </a:rPr>
              <a:t>Imports</a:t>
            </a:r>
            <a:r>
              <a:rPr lang="en-US" sz="1400" dirty="0">
                <a:ln>
                  <a:solidFill>
                    <a:srgbClr val="FFFFFF">
                      <a:alpha val="0"/>
                    </a:srgbClr>
                  </a:solidFill>
                </a:ln>
                <a:solidFill>
                  <a:schemeClr val="accent6"/>
                </a:solidFill>
              </a:rPr>
              <a:t>&gt;</a:t>
            </a:r>
          </a:p>
          <a:p>
            <a:pPr lvl="3">
              <a:spcBef>
                <a:spcPts val="0"/>
              </a:spcBef>
            </a:pPr>
            <a:r>
              <a:rPr lang="en-US" sz="1400" dirty="0">
                <a:ln>
                  <a:solidFill>
                    <a:srgbClr val="FFFFFF">
                      <a:alpha val="0"/>
                    </a:srgbClr>
                  </a:solidFill>
                </a:ln>
                <a:solidFill>
                  <a:schemeClr val="accent6"/>
                </a:solidFill>
              </a:rPr>
              <a:t>&lt;</a:t>
            </a:r>
            <a:r>
              <a:rPr lang="en-US" sz="1400" dirty="0">
                <a:ln>
                  <a:solidFill>
                    <a:srgbClr val="FFFFFF">
                      <a:alpha val="0"/>
                    </a:srgbClr>
                  </a:solidFill>
                </a:ln>
                <a:solidFill>
                  <a:schemeClr val="accent3"/>
                </a:solidFill>
              </a:rPr>
              <a:t>Import</a:t>
            </a:r>
            <a:r>
              <a:rPr lang="en-US" sz="1400" dirty="0">
                <a:ln>
                  <a:solidFill>
                    <a:srgbClr val="FFFFFF">
                      <a:alpha val="0"/>
                    </a:srgbClr>
                  </a:solidFill>
                </a:ln>
                <a:solidFill>
                  <a:schemeClr val="accent6"/>
                </a:solidFill>
              </a:rPr>
              <a:t> </a:t>
            </a:r>
            <a:r>
              <a:rPr lang="en-US" sz="1400" dirty="0">
                <a:ln>
                  <a:solidFill>
                    <a:srgbClr val="FFFFFF">
                      <a:alpha val="0"/>
                    </a:srgbClr>
                  </a:solidFill>
                </a:ln>
                <a:solidFill>
                  <a:schemeClr val="accent5"/>
                </a:solidFill>
              </a:rPr>
              <a:t>moduleName</a:t>
            </a:r>
            <a:r>
              <a:rPr lang="en-US" sz="1400" dirty="0">
                <a:ln>
                  <a:solidFill>
                    <a:srgbClr val="FFFFFF">
                      <a:alpha val="0"/>
                    </a:srgbClr>
                  </a:solidFill>
                </a:ln>
                <a:solidFill>
                  <a:schemeClr val="accent6"/>
                </a:solidFill>
              </a:rPr>
              <a:t>="RemoteAccess" /&gt;</a:t>
            </a:r>
          </a:p>
          <a:p>
            <a:pPr lvl="3">
              <a:spcBef>
                <a:spcPts val="0"/>
              </a:spcBef>
            </a:pPr>
            <a:r>
              <a:rPr lang="en-US" sz="1400" dirty="0">
                <a:ln>
                  <a:solidFill>
                    <a:srgbClr val="FFFFFF">
                      <a:alpha val="0"/>
                    </a:srgbClr>
                  </a:solidFill>
                </a:ln>
                <a:solidFill>
                  <a:schemeClr val="accent6"/>
                </a:solidFill>
              </a:rPr>
              <a:t>&lt;</a:t>
            </a:r>
            <a:r>
              <a:rPr lang="en-US" sz="1400" dirty="0">
                <a:ln>
                  <a:solidFill>
                    <a:srgbClr val="FFFFFF">
                      <a:alpha val="0"/>
                    </a:srgbClr>
                  </a:solidFill>
                </a:ln>
                <a:solidFill>
                  <a:schemeClr val="accent3"/>
                </a:solidFill>
              </a:rPr>
              <a:t>Import</a:t>
            </a:r>
            <a:r>
              <a:rPr lang="en-US" sz="1400" dirty="0">
                <a:ln>
                  <a:solidFill>
                    <a:srgbClr val="FFFFFF">
                      <a:alpha val="0"/>
                    </a:srgbClr>
                  </a:solidFill>
                </a:ln>
                <a:solidFill>
                  <a:schemeClr val="accent6"/>
                </a:solidFill>
              </a:rPr>
              <a:t> </a:t>
            </a:r>
            <a:r>
              <a:rPr lang="en-US" sz="1400" dirty="0">
                <a:ln>
                  <a:solidFill>
                    <a:srgbClr val="FFFFFF">
                      <a:alpha val="0"/>
                    </a:srgbClr>
                  </a:solidFill>
                </a:ln>
                <a:solidFill>
                  <a:schemeClr val="accent5"/>
                </a:solidFill>
              </a:rPr>
              <a:t>moduleName</a:t>
            </a:r>
            <a:r>
              <a:rPr lang="en-US" sz="1400" dirty="0">
                <a:ln>
                  <a:solidFill>
                    <a:srgbClr val="FFFFFF">
                      <a:alpha val="0"/>
                    </a:srgbClr>
                  </a:solidFill>
                </a:ln>
                <a:solidFill>
                  <a:schemeClr val="accent6"/>
                </a:solidFill>
              </a:rPr>
              <a:t>="RemoteForwarder"/&gt;</a:t>
            </a:r>
          </a:p>
          <a:p>
            <a:pPr lvl="2">
              <a:spcBef>
                <a:spcPts val="0"/>
              </a:spcBef>
            </a:pPr>
            <a:r>
              <a:rPr lang="en-US" sz="1400" dirty="0">
                <a:ln>
                  <a:solidFill>
                    <a:srgbClr val="FFFFFF">
                      <a:alpha val="0"/>
                    </a:srgbClr>
                  </a:solidFill>
                </a:ln>
                <a:solidFill>
                  <a:schemeClr val="accent6"/>
                </a:solidFill>
              </a:rPr>
              <a:t>&lt;/</a:t>
            </a:r>
            <a:r>
              <a:rPr lang="en-US" sz="1400" dirty="0">
                <a:ln>
                  <a:solidFill>
                    <a:srgbClr val="FFFFFF">
                      <a:alpha val="0"/>
                    </a:srgbClr>
                  </a:solidFill>
                </a:ln>
                <a:solidFill>
                  <a:schemeClr val="accent3"/>
                </a:solidFill>
              </a:rPr>
              <a:t>Imports</a:t>
            </a:r>
            <a:r>
              <a:rPr lang="en-US" sz="1400" dirty="0">
                <a:ln>
                  <a:solidFill>
                    <a:srgbClr val="FFFFFF">
                      <a:alpha val="0"/>
                    </a:srgbClr>
                  </a:solidFill>
                </a:ln>
                <a:solidFill>
                  <a:schemeClr val="accent6"/>
                </a:solidFill>
              </a:rPr>
              <a:t>&gt;</a:t>
            </a:r>
          </a:p>
          <a:p>
            <a:pPr lvl="2">
              <a:spcBef>
                <a:spcPts val="0"/>
              </a:spcBef>
            </a:pPr>
            <a:r>
              <a:rPr lang="en-US" sz="1400" dirty="0">
                <a:ln>
                  <a:solidFill>
                    <a:srgbClr val="FFFFFF">
                      <a:alpha val="0"/>
                    </a:srgbClr>
                  </a:solidFill>
                </a:ln>
                <a:solidFill>
                  <a:schemeClr val="accent6"/>
                </a:solidFill>
              </a:rPr>
              <a:t>&lt;</a:t>
            </a:r>
            <a:r>
              <a:rPr lang="en-US" sz="1400" dirty="0">
                <a:ln>
                  <a:solidFill>
                    <a:srgbClr val="FFFFFF">
                      <a:alpha val="0"/>
                    </a:srgbClr>
                  </a:solidFill>
                </a:ln>
                <a:solidFill>
                  <a:schemeClr val="accent3"/>
                </a:solidFill>
              </a:rPr>
              <a:t>Sites</a:t>
            </a:r>
            <a:r>
              <a:rPr lang="en-US" sz="1400" dirty="0">
                <a:ln>
                  <a:solidFill>
                    <a:srgbClr val="FFFFFF">
                      <a:alpha val="0"/>
                    </a:srgbClr>
                  </a:solidFill>
                </a:ln>
                <a:solidFill>
                  <a:schemeClr val="accent6"/>
                </a:solidFill>
              </a:rPr>
              <a:t>&gt;</a:t>
            </a:r>
          </a:p>
          <a:p>
            <a:pPr lvl="3">
              <a:spcBef>
                <a:spcPts val="0"/>
              </a:spcBef>
            </a:pPr>
            <a:r>
              <a:rPr lang="en-US" sz="1400" dirty="0">
                <a:ln>
                  <a:solidFill>
                    <a:srgbClr val="FFFFFF">
                      <a:alpha val="0"/>
                    </a:srgbClr>
                  </a:solidFill>
                </a:ln>
                <a:solidFill>
                  <a:schemeClr val="accent6"/>
                </a:solidFill>
              </a:rPr>
              <a:t>&lt;</a:t>
            </a:r>
            <a:r>
              <a:rPr lang="en-US" sz="1400" dirty="0">
                <a:ln>
                  <a:solidFill>
                    <a:srgbClr val="FFFFFF">
                      <a:alpha val="0"/>
                    </a:srgbClr>
                  </a:solidFill>
                </a:ln>
                <a:solidFill>
                  <a:schemeClr val="accent3"/>
                </a:solidFill>
              </a:rPr>
              <a:t>Site</a:t>
            </a:r>
            <a:r>
              <a:rPr lang="en-US" sz="1400" dirty="0">
                <a:ln>
                  <a:solidFill>
                    <a:srgbClr val="FFFFFF">
                      <a:alpha val="0"/>
                    </a:srgbClr>
                  </a:solidFill>
                </a:ln>
                <a:solidFill>
                  <a:schemeClr val="accent6"/>
                </a:solidFill>
              </a:rPr>
              <a:t> </a:t>
            </a:r>
            <a:r>
              <a:rPr lang="en-US" sz="1400" dirty="0">
                <a:ln>
                  <a:solidFill>
                    <a:srgbClr val="FFFFFF">
                      <a:alpha val="0"/>
                    </a:srgbClr>
                  </a:solidFill>
                </a:ln>
                <a:solidFill>
                  <a:schemeClr val="accent5"/>
                </a:solidFill>
              </a:rPr>
              <a:t>name</a:t>
            </a:r>
            <a:r>
              <a:rPr lang="en-US" sz="1400" dirty="0">
                <a:ln>
                  <a:solidFill>
                    <a:srgbClr val="FFFFFF">
                      <a:alpha val="0"/>
                    </a:srgbClr>
                  </a:solidFill>
                </a:ln>
                <a:solidFill>
                  <a:schemeClr val="accent6"/>
                </a:solidFill>
              </a:rPr>
              <a:t>="Web"&gt;</a:t>
            </a:r>
          </a:p>
          <a:p>
            <a:pPr lvl="4">
              <a:spcBef>
                <a:spcPts val="0"/>
              </a:spcBef>
            </a:pPr>
            <a:r>
              <a:rPr lang="en-US" sz="1400" dirty="0">
                <a:ln>
                  <a:solidFill>
                    <a:srgbClr val="FFFFFF">
                      <a:alpha val="0"/>
                    </a:srgbClr>
                  </a:solidFill>
                </a:ln>
                <a:solidFill>
                  <a:schemeClr val="accent6"/>
                </a:solidFill>
              </a:rPr>
              <a:t>&lt;</a:t>
            </a:r>
            <a:r>
              <a:rPr lang="en-US" sz="1400" dirty="0">
                <a:ln>
                  <a:solidFill>
                    <a:srgbClr val="FFFFFF">
                      <a:alpha val="0"/>
                    </a:srgbClr>
                  </a:solidFill>
                </a:ln>
                <a:solidFill>
                  <a:schemeClr val="accent3"/>
                </a:solidFill>
              </a:rPr>
              <a:t>Bindings</a:t>
            </a:r>
            <a:r>
              <a:rPr lang="en-US" sz="1400" dirty="0">
                <a:ln>
                  <a:solidFill>
                    <a:srgbClr val="FFFFFF">
                      <a:alpha val="0"/>
                    </a:srgbClr>
                  </a:solidFill>
                </a:ln>
                <a:solidFill>
                  <a:schemeClr val="accent6"/>
                </a:solidFill>
              </a:rPr>
              <a:t>&gt;</a:t>
            </a:r>
          </a:p>
          <a:p>
            <a:pPr lvl="4">
              <a:spcBef>
                <a:spcPts val="0"/>
              </a:spcBef>
            </a:pPr>
            <a:r>
              <a:rPr lang="en-US" sz="1400" dirty="0">
                <a:ln>
                  <a:solidFill>
                    <a:srgbClr val="FFFFFF">
                      <a:alpha val="0"/>
                    </a:srgbClr>
                  </a:solidFill>
                </a:ln>
                <a:solidFill>
                  <a:schemeClr val="accent6"/>
                </a:solidFill>
              </a:rPr>
              <a:t>     </a:t>
            </a:r>
            <a:r>
              <a:rPr lang="en-US" sz="1400" dirty="0">
                <a:ln>
                  <a:solidFill>
                    <a:srgbClr val="FFFFFF">
                      <a:alpha val="0"/>
                    </a:srgbClr>
                  </a:solidFill>
                </a:ln>
                <a:solidFill>
                  <a:schemeClr val="accent6"/>
                </a:solidFill>
                <a:latin typeface="Consolas" pitchFamily="49" charset="0"/>
                <a:cs typeface="Consolas" pitchFamily="49" charset="0"/>
              </a:rPr>
              <a:t>&lt;</a:t>
            </a:r>
            <a:r>
              <a:rPr lang="en-US" sz="1400" dirty="0">
                <a:ln>
                  <a:solidFill>
                    <a:srgbClr val="FFFFFF">
                      <a:alpha val="0"/>
                    </a:srgbClr>
                  </a:solidFill>
                </a:ln>
                <a:solidFill>
                  <a:schemeClr val="accent3"/>
                </a:solidFill>
                <a:latin typeface="Consolas" pitchFamily="49" charset="0"/>
                <a:cs typeface="Consolas" pitchFamily="49" charset="0"/>
              </a:rPr>
              <a:t>Binding</a:t>
            </a:r>
            <a:r>
              <a:rPr lang="en-US" sz="1400" dirty="0">
                <a:ln>
                  <a:solidFill>
                    <a:srgbClr val="FFFFFF">
                      <a:alpha val="0"/>
                    </a:srgbClr>
                  </a:solidFill>
                </a:ln>
                <a:solidFill>
                  <a:schemeClr val="accent6"/>
                </a:solidFill>
                <a:latin typeface="Consolas" pitchFamily="49" charset="0"/>
                <a:cs typeface="Consolas" pitchFamily="49" charset="0"/>
              </a:rPr>
              <a:t> </a:t>
            </a:r>
            <a:r>
              <a:rPr lang="en-US" sz="1400" dirty="0">
                <a:ln>
                  <a:solidFill>
                    <a:srgbClr val="FFFFFF">
                      <a:alpha val="0"/>
                    </a:srgbClr>
                  </a:solidFill>
                </a:ln>
                <a:solidFill>
                  <a:schemeClr val="accent5"/>
                </a:solidFill>
                <a:latin typeface="Consolas" pitchFamily="49" charset="0"/>
                <a:cs typeface="Consolas" pitchFamily="49" charset="0"/>
              </a:rPr>
              <a:t>name</a:t>
            </a:r>
            <a:r>
              <a:rPr lang="en-US" sz="1400" dirty="0">
                <a:ln>
                  <a:solidFill>
                    <a:srgbClr val="FFFFFF">
                      <a:alpha val="0"/>
                    </a:srgbClr>
                  </a:solidFill>
                </a:ln>
                <a:solidFill>
                  <a:schemeClr val="accent6"/>
                </a:solidFill>
                <a:latin typeface="Consolas" pitchFamily="49" charset="0"/>
                <a:cs typeface="Consolas" pitchFamily="49" charset="0"/>
              </a:rPr>
              <a:t>="HttpIn" </a:t>
            </a:r>
            <a:r>
              <a:rPr lang="en-US" sz="1400" dirty="0">
                <a:ln>
                  <a:solidFill>
                    <a:srgbClr val="FFFFFF">
                      <a:alpha val="0"/>
                    </a:srgbClr>
                  </a:solidFill>
                </a:ln>
                <a:solidFill>
                  <a:schemeClr val="accent5"/>
                </a:solidFill>
                <a:latin typeface="Consolas" pitchFamily="49" charset="0"/>
                <a:cs typeface="Consolas" pitchFamily="49" charset="0"/>
              </a:rPr>
              <a:t>endpointName</a:t>
            </a:r>
            <a:r>
              <a:rPr lang="en-US" sz="1400" dirty="0">
                <a:ln>
                  <a:solidFill>
                    <a:srgbClr val="FFFFFF">
                      <a:alpha val="0"/>
                    </a:srgbClr>
                  </a:solidFill>
                </a:ln>
                <a:solidFill>
                  <a:schemeClr val="accent6"/>
                </a:solidFill>
                <a:latin typeface="Consolas" pitchFamily="49" charset="0"/>
                <a:cs typeface="Consolas" pitchFamily="49" charset="0"/>
              </a:rPr>
              <a:t>="HttpIn"/&gt;</a:t>
            </a:r>
          </a:p>
          <a:p>
            <a:pPr lvl="4">
              <a:spcBef>
                <a:spcPts val="0"/>
              </a:spcBef>
            </a:pPr>
            <a:r>
              <a:rPr lang="en-US" sz="1400" dirty="0">
                <a:ln>
                  <a:solidFill>
                    <a:srgbClr val="FFFFFF">
                      <a:alpha val="0"/>
                    </a:srgbClr>
                  </a:solidFill>
                </a:ln>
                <a:solidFill>
                  <a:schemeClr val="accent6"/>
                </a:solidFill>
              </a:rPr>
              <a:t>&lt;/</a:t>
            </a:r>
            <a:r>
              <a:rPr lang="en-US" sz="1400" dirty="0">
                <a:ln>
                  <a:solidFill>
                    <a:srgbClr val="FFFFFF">
                      <a:alpha val="0"/>
                    </a:srgbClr>
                  </a:solidFill>
                </a:ln>
                <a:solidFill>
                  <a:schemeClr val="accent3"/>
                </a:solidFill>
              </a:rPr>
              <a:t>Bindings</a:t>
            </a:r>
            <a:r>
              <a:rPr lang="en-US" sz="1400" dirty="0">
                <a:ln>
                  <a:solidFill>
                    <a:srgbClr val="FFFFFF">
                      <a:alpha val="0"/>
                    </a:srgbClr>
                  </a:solidFill>
                </a:ln>
                <a:solidFill>
                  <a:schemeClr val="accent6"/>
                </a:solidFill>
              </a:rPr>
              <a:t>&gt;</a:t>
            </a:r>
          </a:p>
          <a:p>
            <a:pPr lvl="3">
              <a:spcBef>
                <a:spcPts val="0"/>
              </a:spcBef>
            </a:pPr>
            <a:r>
              <a:rPr lang="en-US" sz="1400" dirty="0">
                <a:ln>
                  <a:solidFill>
                    <a:srgbClr val="FFFFFF">
                      <a:alpha val="0"/>
                    </a:srgbClr>
                  </a:solidFill>
                </a:ln>
                <a:solidFill>
                  <a:schemeClr val="accent6"/>
                </a:solidFill>
              </a:rPr>
              <a:t>&lt;/</a:t>
            </a:r>
            <a:r>
              <a:rPr lang="en-US" sz="1400" dirty="0">
                <a:ln>
                  <a:solidFill>
                    <a:srgbClr val="FFFFFF">
                      <a:alpha val="0"/>
                    </a:srgbClr>
                  </a:solidFill>
                </a:ln>
                <a:solidFill>
                  <a:schemeClr val="accent3"/>
                </a:solidFill>
              </a:rPr>
              <a:t>Site</a:t>
            </a:r>
            <a:r>
              <a:rPr lang="en-US" sz="1400" dirty="0">
                <a:ln>
                  <a:solidFill>
                    <a:srgbClr val="FFFFFF">
                      <a:alpha val="0"/>
                    </a:srgbClr>
                  </a:solidFill>
                </a:ln>
                <a:solidFill>
                  <a:schemeClr val="accent6"/>
                </a:solidFill>
              </a:rPr>
              <a:t>&gt;</a:t>
            </a:r>
          </a:p>
          <a:p>
            <a:pPr lvl="2">
              <a:spcBef>
                <a:spcPts val="0"/>
              </a:spcBef>
            </a:pPr>
            <a:r>
              <a:rPr lang="en-US" sz="1400" dirty="0">
                <a:ln>
                  <a:solidFill>
                    <a:srgbClr val="FFFFFF">
                      <a:alpha val="0"/>
                    </a:srgbClr>
                  </a:solidFill>
                </a:ln>
                <a:solidFill>
                  <a:schemeClr val="accent6"/>
                </a:solidFill>
              </a:rPr>
              <a:t>&lt;/</a:t>
            </a:r>
            <a:r>
              <a:rPr lang="en-US" sz="1400" dirty="0">
                <a:ln>
                  <a:solidFill>
                    <a:srgbClr val="FFFFFF">
                      <a:alpha val="0"/>
                    </a:srgbClr>
                  </a:solidFill>
                </a:ln>
                <a:solidFill>
                  <a:schemeClr val="accent3"/>
                </a:solidFill>
              </a:rPr>
              <a:t>Sites</a:t>
            </a:r>
            <a:r>
              <a:rPr lang="en-US" sz="1400" dirty="0">
                <a:ln>
                  <a:solidFill>
                    <a:srgbClr val="FFFFFF">
                      <a:alpha val="0"/>
                    </a:srgbClr>
                  </a:solidFill>
                </a:ln>
                <a:solidFill>
                  <a:schemeClr val="accent6"/>
                </a:solidFill>
              </a:rPr>
              <a:t>&gt;</a:t>
            </a:r>
          </a:p>
          <a:p>
            <a:pPr lvl="2">
              <a:spcBef>
                <a:spcPts val="0"/>
              </a:spcBef>
            </a:pPr>
            <a:r>
              <a:rPr lang="en-US" sz="1400" dirty="0">
                <a:ln>
                  <a:solidFill>
                    <a:srgbClr val="FFFFFF">
                      <a:alpha val="0"/>
                    </a:srgbClr>
                  </a:solidFill>
                </a:ln>
                <a:solidFill>
                  <a:schemeClr val="accent6"/>
                </a:solidFill>
              </a:rPr>
              <a:t>&lt;</a:t>
            </a:r>
            <a:r>
              <a:rPr lang="en-US" sz="1400" dirty="0">
                <a:ln>
                  <a:solidFill>
                    <a:srgbClr val="FFFFFF">
                      <a:alpha val="0"/>
                    </a:srgbClr>
                  </a:solidFill>
                </a:ln>
                <a:solidFill>
                  <a:schemeClr val="accent3"/>
                </a:solidFill>
              </a:rPr>
              <a:t>Endpoints</a:t>
            </a:r>
            <a:r>
              <a:rPr lang="en-US" sz="1400" dirty="0">
                <a:ln>
                  <a:solidFill>
                    <a:srgbClr val="FFFFFF">
                      <a:alpha val="0"/>
                    </a:srgbClr>
                  </a:solidFill>
                </a:ln>
                <a:solidFill>
                  <a:schemeClr val="accent6"/>
                </a:solidFill>
              </a:rPr>
              <a:t>&gt;</a:t>
            </a:r>
          </a:p>
          <a:p>
            <a:pPr lvl="3">
              <a:spcBef>
                <a:spcPts val="0"/>
              </a:spcBef>
            </a:pPr>
            <a:r>
              <a:rPr lang="en-US" sz="1400" dirty="0">
                <a:ln>
                  <a:solidFill>
                    <a:srgbClr val="FFFFFF">
                      <a:alpha val="0"/>
                    </a:srgbClr>
                  </a:solidFill>
                </a:ln>
                <a:solidFill>
                  <a:schemeClr val="accent6"/>
                </a:solidFill>
              </a:rPr>
              <a:t>&lt;</a:t>
            </a:r>
            <a:r>
              <a:rPr lang="en-US" sz="1400" dirty="0">
                <a:ln>
                  <a:solidFill>
                    <a:srgbClr val="FFFFFF">
                      <a:alpha val="0"/>
                    </a:srgbClr>
                  </a:solidFill>
                </a:ln>
                <a:solidFill>
                  <a:schemeClr val="accent3"/>
                </a:solidFill>
              </a:rPr>
              <a:t>InputEndpoint </a:t>
            </a:r>
            <a:r>
              <a:rPr lang="en-US" sz="1400" dirty="0">
                <a:ln>
                  <a:solidFill>
                    <a:srgbClr val="FFFFFF">
                      <a:alpha val="0"/>
                    </a:srgbClr>
                  </a:solidFill>
                </a:ln>
                <a:solidFill>
                  <a:schemeClr val="accent5"/>
                </a:solidFill>
              </a:rPr>
              <a:t>name</a:t>
            </a:r>
            <a:r>
              <a:rPr lang="en-US" sz="1400" dirty="0">
                <a:ln>
                  <a:solidFill>
                    <a:srgbClr val="FFFFFF">
                      <a:alpha val="0"/>
                    </a:srgbClr>
                  </a:solidFill>
                </a:ln>
                <a:solidFill>
                  <a:schemeClr val="accent6"/>
                </a:solidFill>
              </a:rPr>
              <a:t>="HttpIn" </a:t>
            </a:r>
            <a:r>
              <a:rPr lang="en-US" sz="1400" dirty="0">
                <a:ln>
                  <a:solidFill>
                    <a:srgbClr val="FFFFFF">
                      <a:alpha val="0"/>
                    </a:srgbClr>
                  </a:solidFill>
                </a:ln>
                <a:solidFill>
                  <a:schemeClr val="accent5"/>
                </a:solidFill>
              </a:rPr>
              <a:t>protocol</a:t>
            </a:r>
            <a:r>
              <a:rPr lang="en-US" sz="1400" dirty="0">
                <a:ln>
                  <a:solidFill>
                    <a:srgbClr val="FFFFFF">
                      <a:alpha val="0"/>
                    </a:srgbClr>
                  </a:solidFill>
                </a:ln>
                <a:solidFill>
                  <a:schemeClr val="accent6"/>
                </a:solidFill>
              </a:rPr>
              <a:t>="http" </a:t>
            </a:r>
            <a:r>
              <a:rPr lang="en-US" sz="1400" dirty="0">
                <a:ln>
                  <a:solidFill>
                    <a:srgbClr val="FFFFFF">
                      <a:alpha val="0"/>
                    </a:srgbClr>
                  </a:solidFill>
                </a:ln>
                <a:solidFill>
                  <a:schemeClr val="accent5"/>
                </a:solidFill>
              </a:rPr>
              <a:t>port</a:t>
            </a:r>
            <a:r>
              <a:rPr lang="en-US" sz="1400" dirty="0">
                <a:ln>
                  <a:solidFill>
                    <a:srgbClr val="FFFFFF">
                      <a:alpha val="0"/>
                    </a:srgbClr>
                  </a:solidFill>
                </a:ln>
                <a:solidFill>
                  <a:schemeClr val="accent6"/>
                </a:solidFill>
              </a:rPr>
              <a:t>="80"/&gt;</a:t>
            </a:r>
          </a:p>
          <a:p>
            <a:pPr lvl="3">
              <a:spcBef>
                <a:spcPts val="0"/>
              </a:spcBef>
            </a:pPr>
            <a:r>
              <a:rPr lang="en-US" sz="1400" dirty="0">
                <a:ln>
                  <a:solidFill>
                    <a:srgbClr val="FFFFFF">
                      <a:alpha val="0"/>
                    </a:srgbClr>
                  </a:solidFill>
                </a:ln>
                <a:solidFill>
                  <a:schemeClr val="accent6"/>
                </a:solidFill>
              </a:rPr>
              <a:t>&lt;</a:t>
            </a:r>
            <a:r>
              <a:rPr lang="en-US" sz="1400" dirty="0">
                <a:ln>
                  <a:solidFill>
                    <a:srgbClr val="FFFFFF">
                      <a:alpha val="0"/>
                    </a:srgbClr>
                  </a:solidFill>
                </a:ln>
                <a:solidFill>
                  <a:schemeClr val="accent3"/>
                </a:solidFill>
              </a:rPr>
              <a:t>InputEndpoint </a:t>
            </a:r>
            <a:r>
              <a:rPr lang="en-US" sz="1400" dirty="0">
                <a:ln>
                  <a:solidFill>
                    <a:srgbClr val="FFFFFF">
                      <a:alpha val="0"/>
                    </a:srgbClr>
                  </a:solidFill>
                </a:ln>
                <a:solidFill>
                  <a:schemeClr val="accent5"/>
                </a:solidFill>
              </a:rPr>
              <a:t>name</a:t>
            </a:r>
            <a:r>
              <a:rPr lang="en-US" sz="1400" dirty="0">
                <a:ln>
                  <a:solidFill>
                    <a:srgbClr val="FFFFFF">
                      <a:alpha val="0"/>
                    </a:srgbClr>
                  </a:solidFill>
                </a:ln>
                <a:solidFill>
                  <a:schemeClr val="accent6"/>
                </a:solidFill>
              </a:rPr>
              <a:t>="mgmtsvc" </a:t>
            </a:r>
            <a:r>
              <a:rPr lang="en-US" sz="1400" dirty="0">
                <a:ln>
                  <a:solidFill>
                    <a:srgbClr val="FFFFFF">
                      <a:alpha val="0"/>
                    </a:srgbClr>
                  </a:solidFill>
                </a:ln>
                <a:solidFill>
                  <a:schemeClr val="accent5"/>
                </a:solidFill>
              </a:rPr>
              <a:t>protocol</a:t>
            </a:r>
            <a:r>
              <a:rPr lang="en-US" sz="1400" dirty="0">
                <a:ln>
                  <a:solidFill>
                    <a:srgbClr val="FFFFFF">
                      <a:alpha val="0"/>
                    </a:srgbClr>
                  </a:solidFill>
                </a:ln>
                <a:solidFill>
                  <a:schemeClr val="accent6"/>
                </a:solidFill>
              </a:rPr>
              <a:t>="tcp" </a:t>
            </a:r>
            <a:r>
              <a:rPr lang="en-US" sz="1400" dirty="0">
                <a:ln>
                  <a:solidFill>
                    <a:srgbClr val="FFFFFF">
                      <a:alpha val="0"/>
                    </a:srgbClr>
                  </a:solidFill>
                </a:ln>
                <a:solidFill>
                  <a:schemeClr val="accent5"/>
                </a:solidFill>
              </a:rPr>
              <a:t>port</a:t>
            </a:r>
            <a:r>
              <a:rPr lang="en-US" sz="1400" dirty="0">
                <a:ln>
                  <a:solidFill>
                    <a:srgbClr val="FFFFFF">
                      <a:alpha val="0"/>
                    </a:srgbClr>
                  </a:solidFill>
                </a:ln>
                <a:solidFill>
                  <a:schemeClr val="accent6"/>
                </a:solidFill>
              </a:rPr>
              <a:t>="8172" </a:t>
            </a:r>
            <a:r>
              <a:rPr lang="en-US" sz="1400" dirty="0">
                <a:ln>
                  <a:solidFill>
                    <a:srgbClr val="FFFFFF">
                      <a:alpha val="0"/>
                    </a:srgbClr>
                  </a:solidFill>
                </a:ln>
                <a:solidFill>
                  <a:schemeClr val="accent5">
                    <a:alpha val="99000"/>
                  </a:schemeClr>
                </a:solidFill>
              </a:rPr>
              <a:t>localPort</a:t>
            </a:r>
            <a:r>
              <a:rPr lang="en-US" sz="1400" dirty="0">
                <a:ln>
                  <a:solidFill>
                    <a:srgbClr val="FFFFFF">
                      <a:alpha val="0"/>
                    </a:srgbClr>
                  </a:solidFill>
                </a:ln>
                <a:solidFill>
                  <a:schemeClr val="accent6"/>
                </a:solidFill>
              </a:rPr>
              <a:t>="8712"/&gt;</a:t>
            </a:r>
          </a:p>
          <a:p>
            <a:pPr lvl="2">
              <a:spcBef>
                <a:spcPts val="0"/>
              </a:spcBef>
            </a:pPr>
            <a:r>
              <a:rPr lang="en-US" sz="1400" dirty="0">
                <a:ln>
                  <a:solidFill>
                    <a:srgbClr val="FFFFFF">
                      <a:alpha val="0"/>
                    </a:srgbClr>
                  </a:solidFill>
                </a:ln>
                <a:solidFill>
                  <a:schemeClr val="accent6"/>
                </a:solidFill>
              </a:rPr>
              <a:t>&lt;/</a:t>
            </a:r>
            <a:r>
              <a:rPr lang="en-US" sz="1400" dirty="0">
                <a:ln>
                  <a:solidFill>
                    <a:srgbClr val="FFFFFF">
                      <a:alpha val="0"/>
                    </a:srgbClr>
                  </a:solidFill>
                </a:ln>
                <a:solidFill>
                  <a:schemeClr val="accent3"/>
                </a:solidFill>
              </a:rPr>
              <a:t>Endpoints</a:t>
            </a:r>
            <a:r>
              <a:rPr lang="en-US" sz="1400" dirty="0">
                <a:ln>
                  <a:solidFill>
                    <a:srgbClr val="FFFFFF">
                      <a:alpha val="0"/>
                    </a:srgbClr>
                  </a:solidFill>
                </a:ln>
                <a:solidFill>
                  <a:schemeClr val="accent6"/>
                </a:solidFill>
              </a:rPr>
              <a:t>&gt;</a:t>
            </a:r>
          </a:p>
        </p:txBody>
      </p:sp>
    </p:spTree>
    <p:extLst>
      <p:ext uri="{BB962C8B-B14F-4D97-AF65-F5344CB8AC3E}">
        <p14:creationId xmlns:p14="http://schemas.microsoft.com/office/powerpoint/2010/main" val="1472915283"/>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extLst>
              <p:ext uri="{D42A27DB-BD31-4B8C-83A1-F6EECF244321}">
                <p14:modId xmlns:p14="http://schemas.microsoft.com/office/powerpoint/2010/main" val="2103460267"/>
              </p:ext>
            </p:ext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18590" name="think-cell Slide" r:id="rId7" imgW="270" imgH="270" progId="TCLayout.ActiveDocument.1">
                  <p:embed/>
                </p:oleObj>
              </mc:Choice>
              <mc:Fallback>
                <p:oleObj name="think-cell Slide" r:id="rId7" imgW="270" imgH="270" progId="TCLayout.ActiveDocument.1">
                  <p:embed/>
                  <p:pic>
                    <p:nvPicPr>
                      <p:cNvPr id="0" name=""/>
                      <p:cNvPicPr/>
                      <p:nvPr/>
                    </p:nvPicPr>
                    <p:blipFill>
                      <a:blip r:embed="rId8"/>
                      <a:stretch>
                        <a:fillRect/>
                      </a:stretch>
                    </p:blipFill>
                    <p:spPr>
                      <a:xfrm>
                        <a:off x="0" y="0"/>
                        <a:ext cx="158750" cy="158750"/>
                      </a:xfrm>
                      <a:prstGeom prst="rect">
                        <a:avLst/>
                      </a:prstGeom>
                    </p:spPr>
                  </p:pic>
                </p:oleObj>
              </mc:Fallback>
            </mc:AlternateContent>
          </a:graphicData>
        </a:graphic>
      </p:graphicFrame>
      <p:sp>
        <p:nvSpPr>
          <p:cNvPr id="2" name="Title 1"/>
          <p:cNvSpPr>
            <a:spLocks noGrp="1"/>
          </p:cNvSpPr>
          <p:nvPr>
            <p:ph type="title"/>
            <p:custDataLst>
              <p:tags r:id="rId3"/>
            </p:custDataLst>
          </p:nvPr>
        </p:nvSpPr>
        <p:spPr/>
        <p:txBody>
          <a:bodyPr/>
          <a:lstStyle/>
          <a:p>
            <a:r>
              <a:rPr lang="en-US" dirty="0"/>
              <a:t>Understanding Packaging and Config</a:t>
            </a:r>
          </a:p>
        </p:txBody>
      </p:sp>
      <p:sp>
        <p:nvSpPr>
          <p:cNvPr id="3" name="Content Placeholder 2"/>
          <p:cNvSpPr>
            <a:spLocks noGrp="1"/>
          </p:cNvSpPr>
          <p:nvPr>
            <p:ph sz="quarter" idx="10"/>
            <p:custDataLst>
              <p:tags r:id="rId4"/>
            </p:custDataLst>
          </p:nvPr>
        </p:nvSpPr>
        <p:spPr>
          <a:xfrm>
            <a:off x="519113" y="1463675"/>
            <a:ext cx="11155680" cy="4131900"/>
          </a:xfrm>
        </p:spPr>
        <p:txBody>
          <a:bodyPr/>
          <a:lstStyle/>
          <a:p>
            <a:r>
              <a:rPr lang="en-US" dirty="0">
                <a:solidFill>
                  <a:schemeClr val="accent2">
                    <a:alpha val="99000"/>
                  </a:schemeClr>
                </a:solidFill>
                <a:latin typeface="Segoe UI Light" pitchFamily="34" charset="0"/>
              </a:rPr>
              <a:t>Windows Azure Services are described by two important artifacts:</a:t>
            </a:r>
          </a:p>
          <a:p>
            <a:pPr marL="0" lvl="1"/>
            <a:r>
              <a:rPr lang="en-US" dirty="0">
                <a:latin typeface="Consolas" pitchFamily="49" charset="0"/>
                <a:cs typeface="Consolas" pitchFamily="49" charset="0"/>
              </a:rPr>
              <a:t>Service Definition (*.csdef)</a:t>
            </a:r>
          </a:p>
          <a:p>
            <a:pPr marL="0" lvl="1"/>
            <a:r>
              <a:rPr lang="en-US" dirty="0">
                <a:latin typeface="Consolas" pitchFamily="49" charset="0"/>
                <a:cs typeface="Consolas" pitchFamily="49" charset="0"/>
              </a:rPr>
              <a:t>Service Configuration (*.cscfg)</a:t>
            </a:r>
          </a:p>
          <a:p>
            <a:pPr lvl="1"/>
            <a:endParaRPr lang="en-US" dirty="0">
              <a:latin typeface="Consolas" pitchFamily="49" charset="0"/>
              <a:cs typeface="Consolas" pitchFamily="49" charset="0"/>
            </a:endParaRPr>
          </a:p>
          <a:p>
            <a:r>
              <a:rPr lang="en-US" dirty="0">
                <a:solidFill>
                  <a:schemeClr val="accent2">
                    <a:alpha val="99000"/>
                  </a:schemeClr>
                </a:solidFill>
                <a:latin typeface="Segoe UI Light" pitchFamily="34" charset="0"/>
              </a:rPr>
              <a:t>Your code is zipped and packaged with definition (*.cspkg)</a:t>
            </a:r>
          </a:p>
          <a:p>
            <a:pPr marL="0" lvl="1"/>
            <a:r>
              <a:rPr lang="en-US" dirty="0">
                <a:latin typeface="Consolas" pitchFamily="49" charset="0"/>
                <a:cs typeface="Consolas" pitchFamily="49" charset="0"/>
              </a:rPr>
              <a:t>Encrypted(Zipped(Code + *.csdef)) == *.cspkg</a:t>
            </a:r>
          </a:p>
          <a:p>
            <a:pPr lvl="1"/>
            <a:endParaRPr lang="en-US" dirty="0">
              <a:latin typeface="Consolas" pitchFamily="49" charset="0"/>
              <a:cs typeface="Consolas" pitchFamily="49" charset="0"/>
            </a:endParaRPr>
          </a:p>
          <a:p>
            <a:r>
              <a:rPr lang="en-US" dirty="0">
                <a:solidFill>
                  <a:schemeClr val="accent2">
                    <a:alpha val="99000"/>
                  </a:schemeClr>
                </a:solidFill>
                <a:latin typeface="Segoe UI Light" pitchFamily="34" charset="0"/>
              </a:rPr>
              <a:t>Windows Azure consumes just (*.cspkg + *.cscfg)</a:t>
            </a:r>
          </a:p>
        </p:txBody>
      </p:sp>
    </p:spTree>
    <p:extLst>
      <p:ext uri="{BB962C8B-B14F-4D97-AF65-F5344CB8AC3E}">
        <p14:creationId xmlns:p14="http://schemas.microsoft.com/office/powerpoint/2010/main" val="535905018"/>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文本占位符 2"/>
          <p:cNvSpPr>
            <a:spLocks noGrp="1"/>
          </p:cNvSpPr>
          <p:nvPr>
            <p:ph type="body" sz="quarter" idx="11"/>
          </p:nvPr>
        </p:nvSpPr>
        <p:spPr>
          <a:xfrm>
            <a:off x="3473804" y="3607713"/>
            <a:ext cx="6945312" cy="861774"/>
          </a:xfrm>
        </p:spPr>
        <p:txBody>
          <a:bodyPr/>
          <a:lstStyle/>
          <a:p>
            <a:r>
              <a:rPr lang="en-US" altLang="zh-CN" dirty="0"/>
              <a:t>Deploy Cloud Service</a:t>
            </a:r>
            <a:endParaRPr lang="zh-CN" altLang="en-US" dirty="0"/>
          </a:p>
        </p:txBody>
      </p:sp>
    </p:spTree>
    <p:extLst>
      <p:ext uri="{BB962C8B-B14F-4D97-AF65-F5344CB8AC3E}">
        <p14:creationId xmlns:p14="http://schemas.microsoft.com/office/powerpoint/2010/main" val="1785528537"/>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Cloud Service</a:t>
            </a:r>
            <a:r>
              <a:rPr lang="zh-CN" altLang="en-US" dirty="0"/>
              <a:t>部署和运行过程</a:t>
            </a:r>
          </a:p>
        </p:txBody>
      </p:sp>
      <p:sp>
        <p:nvSpPr>
          <p:cNvPr id="4" name="内容占位符 3"/>
          <p:cNvSpPr>
            <a:spLocks noGrp="1"/>
          </p:cNvSpPr>
          <p:nvPr>
            <p:ph sz="quarter" idx="10"/>
          </p:nvPr>
        </p:nvSpPr>
        <p:spPr>
          <a:xfrm>
            <a:off x="519113" y="1463675"/>
            <a:ext cx="11155680" cy="5509200"/>
          </a:xfrm>
        </p:spPr>
        <p:txBody>
          <a:bodyPr/>
          <a:lstStyle/>
          <a:p>
            <a:pPr marL="514350" indent="-514350">
              <a:buFont typeface="+mj-lt"/>
              <a:buAutoNum type="arabicPeriod"/>
            </a:pPr>
            <a:r>
              <a:rPr lang="en-US" altLang="zh-CN" dirty="0"/>
              <a:t>Azure</a:t>
            </a:r>
            <a:r>
              <a:rPr lang="zh-CN" altLang="en-US" dirty="0"/>
              <a:t>在服务池中选择足够</a:t>
            </a:r>
            <a:r>
              <a:rPr lang="en-US" altLang="zh-CN" dirty="0"/>
              <a:t>CPU/RAM</a:t>
            </a:r>
            <a:r>
              <a:rPr lang="zh-CN" altLang="en-US" dirty="0"/>
              <a:t>的主机</a:t>
            </a:r>
            <a:endParaRPr lang="en-US" altLang="zh-CN" dirty="0"/>
          </a:p>
          <a:p>
            <a:pPr marL="514350" indent="-514350">
              <a:buFont typeface="+mj-lt"/>
              <a:buAutoNum type="arabicPeriod"/>
            </a:pPr>
            <a:r>
              <a:rPr lang="zh-CN" altLang="en-US" dirty="0"/>
              <a:t>将</a:t>
            </a:r>
            <a:r>
              <a:rPr lang="en-US" altLang="zh-CN" dirty="0" err="1"/>
              <a:t>cscfg,csdef</a:t>
            </a:r>
            <a:r>
              <a:rPr lang="zh-CN" altLang="en-US" dirty="0"/>
              <a:t>部署到该</a:t>
            </a:r>
            <a:r>
              <a:rPr lang="en-US" altLang="zh-CN" dirty="0"/>
              <a:t>Guest OS</a:t>
            </a:r>
            <a:r>
              <a:rPr lang="zh-CN" altLang="en-US" dirty="0"/>
              <a:t>，并启动</a:t>
            </a:r>
            <a:endParaRPr lang="en-US" altLang="zh-CN" dirty="0"/>
          </a:p>
          <a:p>
            <a:pPr marL="514350" indent="-514350">
              <a:buFont typeface="+mj-lt"/>
              <a:buAutoNum type="arabicPeriod"/>
            </a:pPr>
            <a:r>
              <a:rPr lang="en-US" altLang="zh-CN" dirty="0"/>
              <a:t>Guest OS</a:t>
            </a:r>
            <a:r>
              <a:rPr lang="zh-CN" altLang="en-US" dirty="0"/>
              <a:t>上有一个</a:t>
            </a:r>
            <a:r>
              <a:rPr lang="en-US" altLang="zh-CN" dirty="0" err="1"/>
              <a:t>WaAppAgent</a:t>
            </a:r>
            <a:r>
              <a:rPr lang="zh-CN" altLang="en-US" dirty="0"/>
              <a:t>的代理，启动</a:t>
            </a:r>
            <a:r>
              <a:rPr lang="en-US" altLang="zh-CN" dirty="0" err="1"/>
              <a:t>WaHostBootstrapper</a:t>
            </a:r>
            <a:r>
              <a:rPr lang="zh-CN" altLang="en-US" dirty="0"/>
              <a:t>的进程</a:t>
            </a:r>
            <a:endParaRPr lang="en-US" altLang="zh-CN" dirty="0"/>
          </a:p>
          <a:p>
            <a:pPr marL="514350" indent="-514350">
              <a:buFont typeface="+mj-lt"/>
              <a:buAutoNum type="arabicPeriod"/>
            </a:pPr>
            <a:r>
              <a:rPr lang="en-US" altLang="zh-CN" dirty="0" err="1"/>
              <a:t>WaHostBootstrapper</a:t>
            </a:r>
            <a:r>
              <a:rPr lang="zh-CN" altLang="en-US" dirty="0"/>
              <a:t>监视启动任务</a:t>
            </a:r>
            <a:endParaRPr lang="en-US" altLang="zh-CN" dirty="0"/>
          </a:p>
          <a:p>
            <a:pPr marL="514350" indent="-514350">
              <a:buFont typeface="+mj-lt"/>
              <a:buAutoNum type="arabicPeriod"/>
            </a:pPr>
            <a:r>
              <a:rPr lang="zh-CN" altLang="en-US" dirty="0"/>
              <a:t>调用</a:t>
            </a:r>
            <a:r>
              <a:rPr lang="en-US" altLang="zh-CN" dirty="0" err="1"/>
              <a:t>RoleEntryPoint</a:t>
            </a:r>
            <a:r>
              <a:rPr lang="zh-CN" altLang="en-US" dirty="0"/>
              <a:t>子类</a:t>
            </a:r>
            <a:endParaRPr lang="en-US" altLang="zh-CN" dirty="0"/>
          </a:p>
          <a:p>
            <a:pPr marL="514350" indent="-514350">
              <a:buFont typeface="+mj-lt"/>
              <a:buAutoNum type="arabicPeriod"/>
            </a:pPr>
            <a:r>
              <a:rPr lang="zh-CN" altLang="en-US" dirty="0"/>
              <a:t>调用</a:t>
            </a:r>
            <a:r>
              <a:rPr lang="en-US" altLang="zh-CN" dirty="0" err="1"/>
              <a:t>OnStart</a:t>
            </a:r>
            <a:r>
              <a:rPr lang="en-US" altLang="zh-CN" dirty="0"/>
              <a:t>()</a:t>
            </a:r>
            <a:r>
              <a:rPr lang="zh-CN" altLang="en-US" dirty="0"/>
              <a:t>，调用</a:t>
            </a:r>
            <a:r>
              <a:rPr lang="en-US" altLang="zh-CN" dirty="0"/>
              <a:t>Run()</a:t>
            </a:r>
            <a:r>
              <a:rPr lang="zh-CN" altLang="en-US" dirty="0"/>
              <a:t>，</a:t>
            </a:r>
            <a:r>
              <a:rPr lang="en-US" altLang="zh-CN" dirty="0"/>
              <a:t>Status</a:t>
            </a:r>
            <a:r>
              <a:rPr lang="zh-CN" altLang="en-US" dirty="0"/>
              <a:t>设置为</a:t>
            </a:r>
            <a:r>
              <a:rPr lang="en-US" altLang="zh-CN" dirty="0"/>
              <a:t>ready</a:t>
            </a:r>
          </a:p>
          <a:p>
            <a:pPr marL="514350" indent="-514350">
              <a:buFont typeface="+mj-lt"/>
              <a:buAutoNum type="arabicPeriod"/>
            </a:pPr>
            <a:r>
              <a:rPr lang="zh-CN" altLang="en-US" dirty="0"/>
              <a:t>如果调用</a:t>
            </a:r>
            <a:r>
              <a:rPr lang="en-US" altLang="zh-CN" dirty="0"/>
              <a:t>Run</a:t>
            </a:r>
            <a:r>
              <a:rPr lang="zh-CN" altLang="en-US" dirty="0"/>
              <a:t>方法退出，</a:t>
            </a:r>
            <a:r>
              <a:rPr lang="en-US" altLang="zh-CN" dirty="0" err="1"/>
              <a:t>OnStop</a:t>
            </a:r>
            <a:r>
              <a:rPr lang="en-US" altLang="zh-CN" dirty="0"/>
              <a:t>()</a:t>
            </a:r>
            <a:r>
              <a:rPr lang="zh-CN" altLang="en-US" dirty="0"/>
              <a:t>方法被调用，实例重启</a:t>
            </a:r>
            <a:endParaRPr lang="en-US" altLang="zh-CN" dirty="0"/>
          </a:p>
          <a:p>
            <a:pPr marL="514350" indent="-514350">
              <a:buFont typeface="+mj-lt"/>
              <a:buAutoNum type="arabicPeriod"/>
            </a:pPr>
            <a:endParaRPr lang="zh-CN" altLang="en-US" dirty="0"/>
          </a:p>
        </p:txBody>
      </p:sp>
    </p:spTree>
    <p:extLst>
      <p:ext uri="{BB962C8B-B14F-4D97-AF65-F5344CB8AC3E}">
        <p14:creationId xmlns:p14="http://schemas.microsoft.com/office/powerpoint/2010/main" val="2610551558"/>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6" name="Object 35" hidden="1"/>
          <p:cNvGraphicFramePr>
            <a:graphicFrameLocks noChangeAspect="1"/>
          </p:cNvGraphicFramePr>
          <p:nvPr>
            <p:custDataLst>
              <p:tags r:id="rId2"/>
            </p:custDataLst>
            <p:extLst>
              <p:ext uri="{D42A27DB-BD31-4B8C-83A1-F6EECF244321}">
                <p14:modId xmlns:p14="http://schemas.microsoft.com/office/powerpoint/2010/main" val="2840967764"/>
              </p:ext>
            </p:ext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38038" name="think-cell Slide" r:id="rId23" imgW="270" imgH="270" progId="TCLayout.ActiveDocument.1">
                  <p:embed/>
                </p:oleObj>
              </mc:Choice>
              <mc:Fallback>
                <p:oleObj name="think-cell Slide" r:id="rId23" imgW="270" imgH="270" progId="TCLayout.ActiveDocument.1">
                  <p:embed/>
                  <p:pic>
                    <p:nvPicPr>
                      <p:cNvPr id="0" name=""/>
                      <p:cNvPicPr/>
                      <p:nvPr/>
                    </p:nvPicPr>
                    <p:blipFill>
                      <a:blip r:embed="rId24"/>
                      <a:stretch>
                        <a:fillRect/>
                      </a:stretch>
                    </p:blipFill>
                    <p:spPr>
                      <a:xfrm>
                        <a:off x="0" y="0"/>
                        <a:ext cx="158750" cy="158750"/>
                      </a:xfrm>
                      <a:prstGeom prst="rect">
                        <a:avLst/>
                      </a:prstGeom>
                    </p:spPr>
                  </p:pic>
                </p:oleObj>
              </mc:Fallback>
            </mc:AlternateContent>
          </a:graphicData>
        </a:graphic>
      </p:graphicFrame>
      <p:sp>
        <p:nvSpPr>
          <p:cNvPr id="3" name="Title 2"/>
          <p:cNvSpPr>
            <a:spLocks noGrp="1"/>
          </p:cNvSpPr>
          <p:nvPr>
            <p:ph type="title"/>
          </p:nvPr>
        </p:nvSpPr>
        <p:spPr/>
        <p:txBody>
          <a:bodyPr/>
          <a:lstStyle/>
          <a:p>
            <a:r>
              <a:rPr lang="en-US" dirty="0"/>
              <a:t>Role Lifecycle</a:t>
            </a:r>
          </a:p>
        </p:txBody>
      </p:sp>
      <p:sp>
        <p:nvSpPr>
          <p:cNvPr id="4" name="Content Placeholder 3"/>
          <p:cNvSpPr>
            <a:spLocks noGrp="1"/>
          </p:cNvSpPr>
          <p:nvPr>
            <p:ph sz="quarter" idx="10"/>
          </p:nvPr>
        </p:nvSpPr>
        <p:spPr>
          <a:xfrm>
            <a:off x="519113" y="1463675"/>
            <a:ext cx="11155680" cy="1138773"/>
          </a:xfrm>
        </p:spPr>
        <p:txBody>
          <a:bodyPr/>
          <a:lstStyle/>
          <a:p>
            <a:r>
              <a:rPr lang="en-US" dirty="0">
                <a:latin typeface="Segoe UI Light" pitchFamily="34" charset="0"/>
              </a:rPr>
              <a:t>All roles may extend RoleEntryPoint</a:t>
            </a:r>
          </a:p>
          <a:p>
            <a:r>
              <a:rPr lang="en-US" dirty="0">
                <a:latin typeface="Segoe UI Light" pitchFamily="34" charset="0"/>
              </a:rPr>
              <a:t>Roles report status via RoleEnvironment</a:t>
            </a:r>
          </a:p>
        </p:txBody>
      </p:sp>
      <p:sp>
        <p:nvSpPr>
          <p:cNvPr id="39" name="Rectangle 38"/>
          <p:cNvSpPr/>
          <p:nvPr>
            <p:custDataLst>
              <p:tags r:id="rId3"/>
            </p:custDataLst>
          </p:nvPr>
        </p:nvSpPr>
        <p:spPr bwMode="auto">
          <a:xfrm>
            <a:off x="5949891" y="3075075"/>
            <a:ext cx="2303012" cy="427481"/>
          </a:xfrm>
          <a:prstGeom prst="rect">
            <a:avLst/>
          </a:prstGeom>
          <a:solidFill>
            <a:schemeClr val="bg2">
              <a:lumMod val="9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a:r>
              <a:rPr lang="en-NZ" sz="2000" dirty="0">
                <a:ln>
                  <a:solidFill>
                    <a:schemeClr val="bg1">
                      <a:alpha val="0"/>
                    </a:schemeClr>
                  </a:solidFill>
                </a:ln>
                <a:solidFill>
                  <a:srgbClr val="595959">
                    <a:alpha val="99000"/>
                  </a:srgbClr>
                </a:solidFill>
              </a:rPr>
              <a:t>StatusCheck</a:t>
            </a:r>
          </a:p>
        </p:txBody>
      </p:sp>
      <p:sp>
        <p:nvSpPr>
          <p:cNvPr id="41" name="Rectangle 40"/>
          <p:cNvSpPr/>
          <p:nvPr>
            <p:custDataLst>
              <p:tags r:id="rId4"/>
            </p:custDataLst>
          </p:nvPr>
        </p:nvSpPr>
        <p:spPr bwMode="auto">
          <a:xfrm>
            <a:off x="5949891" y="3911466"/>
            <a:ext cx="2303012" cy="427481"/>
          </a:xfrm>
          <a:prstGeom prst="rect">
            <a:avLst/>
          </a:prstGeom>
          <a:solidFill>
            <a:schemeClr val="bg2">
              <a:lumMod val="9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a:r>
              <a:rPr lang="en-NZ" sz="2000" dirty="0">
                <a:ln>
                  <a:solidFill>
                    <a:schemeClr val="bg1">
                      <a:alpha val="0"/>
                    </a:schemeClr>
                  </a:solidFill>
                </a:ln>
                <a:solidFill>
                  <a:srgbClr val="595959">
                    <a:alpha val="99000"/>
                  </a:srgbClr>
                </a:solidFill>
              </a:rPr>
              <a:t>StatusCheck</a:t>
            </a:r>
          </a:p>
        </p:txBody>
      </p:sp>
      <p:sp>
        <p:nvSpPr>
          <p:cNvPr id="42" name="Rectangle 41"/>
          <p:cNvSpPr/>
          <p:nvPr>
            <p:custDataLst>
              <p:tags r:id="rId5"/>
            </p:custDataLst>
          </p:nvPr>
        </p:nvSpPr>
        <p:spPr bwMode="auto">
          <a:xfrm>
            <a:off x="5949891" y="5253489"/>
            <a:ext cx="2288497" cy="365760"/>
          </a:xfrm>
          <a:prstGeom prst="rect">
            <a:avLst/>
          </a:prstGeom>
          <a:solidFill>
            <a:schemeClr val="bg2">
              <a:lumMod val="9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a:r>
              <a:rPr lang="en-NZ" sz="2000" dirty="0">
                <a:ln>
                  <a:solidFill>
                    <a:schemeClr val="bg1">
                      <a:alpha val="0"/>
                    </a:schemeClr>
                  </a:solidFill>
                </a:ln>
                <a:solidFill>
                  <a:srgbClr val="595959">
                    <a:alpha val="99000"/>
                  </a:srgbClr>
                </a:solidFill>
              </a:rPr>
              <a:t>StatusCheck</a:t>
            </a:r>
          </a:p>
        </p:txBody>
      </p:sp>
      <p:sp>
        <p:nvSpPr>
          <p:cNvPr id="43" name="Rectangle 42"/>
          <p:cNvSpPr/>
          <p:nvPr>
            <p:custDataLst>
              <p:tags r:id="rId6"/>
            </p:custDataLst>
          </p:nvPr>
        </p:nvSpPr>
        <p:spPr bwMode="auto">
          <a:xfrm>
            <a:off x="5949890" y="5672639"/>
            <a:ext cx="2288497" cy="365760"/>
          </a:xfrm>
          <a:prstGeom prst="rect">
            <a:avLst/>
          </a:prstGeom>
          <a:solidFill>
            <a:schemeClr val="bg2">
              <a:lumMod val="9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a:r>
              <a:rPr lang="en-NZ" sz="2000" dirty="0">
                <a:ln>
                  <a:solidFill>
                    <a:schemeClr val="bg1">
                      <a:alpha val="0"/>
                    </a:schemeClr>
                  </a:solidFill>
                </a:ln>
                <a:solidFill>
                  <a:srgbClr val="595959">
                    <a:alpha val="99000"/>
                  </a:srgbClr>
                </a:solidFill>
              </a:rPr>
              <a:t>Stopping</a:t>
            </a:r>
          </a:p>
        </p:txBody>
      </p:sp>
      <p:sp>
        <p:nvSpPr>
          <p:cNvPr id="44" name="Rectangle 43"/>
          <p:cNvSpPr/>
          <p:nvPr>
            <p:custDataLst>
              <p:tags r:id="rId7"/>
            </p:custDataLst>
          </p:nvPr>
        </p:nvSpPr>
        <p:spPr bwMode="auto">
          <a:xfrm>
            <a:off x="2520612" y="3075075"/>
            <a:ext cx="2844800" cy="829132"/>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a:r>
              <a:rPr lang="en-NZ" sz="2000" dirty="0">
                <a:ln>
                  <a:solidFill>
                    <a:schemeClr val="bg1">
                      <a:alpha val="0"/>
                    </a:schemeClr>
                  </a:solidFill>
                </a:ln>
                <a:solidFill>
                  <a:schemeClr val="bg1">
                    <a:alpha val="99000"/>
                  </a:schemeClr>
                </a:solidFill>
              </a:rPr>
              <a:t>OnStart</a:t>
            </a:r>
          </a:p>
        </p:txBody>
      </p:sp>
      <p:sp>
        <p:nvSpPr>
          <p:cNvPr id="45" name="Rectangle 44"/>
          <p:cNvSpPr/>
          <p:nvPr>
            <p:custDataLst>
              <p:tags r:id="rId8"/>
            </p:custDataLst>
          </p:nvPr>
        </p:nvSpPr>
        <p:spPr bwMode="auto">
          <a:xfrm>
            <a:off x="2520612" y="3901315"/>
            <a:ext cx="2844800" cy="1347807"/>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a:r>
              <a:rPr lang="en-NZ" sz="2000" dirty="0">
                <a:ln>
                  <a:solidFill>
                    <a:schemeClr val="bg1">
                      <a:alpha val="0"/>
                    </a:schemeClr>
                  </a:solidFill>
                </a:ln>
                <a:solidFill>
                  <a:schemeClr val="bg1">
                    <a:alpha val="99000"/>
                  </a:schemeClr>
                </a:solidFill>
              </a:rPr>
              <a:t>Run</a:t>
            </a:r>
          </a:p>
        </p:txBody>
      </p:sp>
      <p:sp>
        <p:nvSpPr>
          <p:cNvPr id="46" name="Rectangle 45"/>
          <p:cNvSpPr/>
          <p:nvPr>
            <p:custDataLst>
              <p:tags r:id="rId9"/>
            </p:custDataLst>
          </p:nvPr>
        </p:nvSpPr>
        <p:spPr bwMode="auto">
          <a:xfrm>
            <a:off x="2520612" y="5246230"/>
            <a:ext cx="2844800" cy="784910"/>
          </a:xfrm>
          <a:prstGeom prst="rect">
            <a:avLst/>
          </a:prstGeom>
          <a:solidFill>
            <a:schemeClr val="accent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a:r>
              <a:rPr lang="en-NZ" sz="2000" dirty="0">
                <a:ln>
                  <a:solidFill>
                    <a:schemeClr val="bg1">
                      <a:alpha val="0"/>
                    </a:schemeClr>
                  </a:solidFill>
                </a:ln>
                <a:solidFill>
                  <a:schemeClr val="bg1">
                    <a:alpha val="99000"/>
                  </a:schemeClr>
                </a:solidFill>
              </a:rPr>
              <a:t>OnStop</a:t>
            </a:r>
          </a:p>
        </p:txBody>
      </p:sp>
      <p:sp>
        <p:nvSpPr>
          <p:cNvPr id="47" name="TextBox 46"/>
          <p:cNvSpPr txBox="1"/>
          <p:nvPr>
            <p:custDataLst>
              <p:tags r:id="rId10"/>
            </p:custDataLst>
          </p:nvPr>
        </p:nvSpPr>
        <p:spPr>
          <a:xfrm flipH="1">
            <a:off x="2520610" y="2736030"/>
            <a:ext cx="2844801" cy="307777"/>
          </a:xfrm>
          <a:prstGeom prst="rect">
            <a:avLst/>
          </a:prstGeom>
          <a:noFill/>
          <a:ln>
            <a:noFill/>
          </a:ln>
          <a:effectLst/>
        </p:spPr>
        <p:txBody>
          <a:bodyPr wrap="square" lIns="0" tIns="0" rIns="0" bIns="0" rtlCol="0">
            <a:spAutoFit/>
          </a:bodyPr>
          <a:lstStyle/>
          <a:p>
            <a:pPr algn="ctr"/>
            <a:r>
              <a:rPr lang="en-NZ" sz="2000" cap="all" dirty="0">
                <a:ln>
                  <a:solidFill>
                    <a:schemeClr val="bg1">
                      <a:alpha val="0"/>
                    </a:schemeClr>
                  </a:solidFill>
                </a:ln>
                <a:solidFill>
                  <a:srgbClr val="595959">
                    <a:alpha val="99000"/>
                  </a:srgbClr>
                </a:solidFill>
              </a:rPr>
              <a:t>Methods</a:t>
            </a:r>
          </a:p>
        </p:txBody>
      </p:sp>
      <p:sp>
        <p:nvSpPr>
          <p:cNvPr id="48" name="Left Brace 47"/>
          <p:cNvSpPr/>
          <p:nvPr>
            <p:custDataLst>
              <p:tags r:id="rId11"/>
            </p:custDataLst>
          </p:nvPr>
        </p:nvSpPr>
        <p:spPr>
          <a:xfrm>
            <a:off x="2144204" y="3082334"/>
            <a:ext cx="365760" cy="2956065"/>
          </a:xfrm>
          <a:prstGeom prst="leftBrace">
            <a:avLst/>
          </a:prstGeom>
          <a:ln w="25400">
            <a:solidFill>
              <a:schemeClr val="accent4"/>
            </a:solidFill>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Z" dirty="0">
              <a:ln>
                <a:solidFill>
                  <a:schemeClr val="bg1">
                    <a:alpha val="0"/>
                  </a:schemeClr>
                </a:solidFill>
              </a:ln>
              <a:solidFill>
                <a:srgbClr val="595959"/>
              </a:solidFill>
            </a:endParaRPr>
          </a:p>
        </p:txBody>
      </p:sp>
      <p:sp>
        <p:nvSpPr>
          <p:cNvPr id="49" name="TextBox 48"/>
          <p:cNvSpPr txBox="1"/>
          <p:nvPr>
            <p:custDataLst>
              <p:tags r:id="rId12"/>
            </p:custDataLst>
          </p:nvPr>
        </p:nvSpPr>
        <p:spPr>
          <a:xfrm flipH="1">
            <a:off x="5949891" y="2736030"/>
            <a:ext cx="2329596" cy="307777"/>
          </a:xfrm>
          <a:prstGeom prst="rect">
            <a:avLst/>
          </a:prstGeom>
          <a:noFill/>
          <a:ln>
            <a:noFill/>
          </a:ln>
          <a:effectLst/>
        </p:spPr>
        <p:txBody>
          <a:bodyPr wrap="square" lIns="0" tIns="0" rIns="0" bIns="0" rtlCol="0">
            <a:spAutoFit/>
          </a:bodyPr>
          <a:lstStyle/>
          <a:p>
            <a:pPr algn="ctr"/>
            <a:r>
              <a:rPr lang="en-NZ" sz="2000" cap="all" dirty="0">
                <a:ln>
                  <a:solidFill>
                    <a:schemeClr val="bg1">
                      <a:alpha val="0"/>
                    </a:schemeClr>
                  </a:solidFill>
                </a:ln>
                <a:solidFill>
                  <a:srgbClr val="595959">
                    <a:alpha val="99000"/>
                  </a:srgbClr>
                </a:solidFill>
              </a:rPr>
              <a:t>Events</a:t>
            </a:r>
          </a:p>
        </p:txBody>
      </p:sp>
      <p:sp>
        <p:nvSpPr>
          <p:cNvPr id="50" name="TextBox 49"/>
          <p:cNvSpPr txBox="1"/>
          <p:nvPr>
            <p:custDataLst>
              <p:tags r:id="rId13"/>
            </p:custDataLst>
          </p:nvPr>
        </p:nvSpPr>
        <p:spPr>
          <a:xfrm flipH="1">
            <a:off x="8238388" y="2736030"/>
            <a:ext cx="1422400" cy="307777"/>
          </a:xfrm>
          <a:prstGeom prst="rect">
            <a:avLst/>
          </a:prstGeom>
          <a:noFill/>
          <a:ln>
            <a:noFill/>
          </a:ln>
          <a:effectLst/>
        </p:spPr>
        <p:txBody>
          <a:bodyPr wrap="square" lIns="0" tIns="0" rIns="0" bIns="0" rtlCol="0">
            <a:spAutoFit/>
          </a:bodyPr>
          <a:lstStyle/>
          <a:p>
            <a:pPr algn="ctr"/>
            <a:r>
              <a:rPr lang="en-NZ" sz="2000" cap="all" dirty="0">
                <a:ln>
                  <a:solidFill>
                    <a:schemeClr val="bg1">
                      <a:alpha val="0"/>
                    </a:schemeClr>
                  </a:solidFill>
                </a:ln>
                <a:solidFill>
                  <a:srgbClr val="595959">
                    <a:alpha val="99000"/>
                  </a:srgbClr>
                </a:solidFill>
              </a:rPr>
              <a:t>Status</a:t>
            </a:r>
          </a:p>
        </p:txBody>
      </p:sp>
      <p:sp>
        <p:nvSpPr>
          <p:cNvPr id="51" name="Left Brace 50"/>
          <p:cNvSpPr/>
          <p:nvPr>
            <p:custDataLst>
              <p:tags r:id="rId14"/>
            </p:custDataLst>
          </p:nvPr>
        </p:nvSpPr>
        <p:spPr>
          <a:xfrm rot="10800000">
            <a:off x="9666516" y="3911465"/>
            <a:ext cx="388375" cy="1344915"/>
          </a:xfrm>
          <a:prstGeom prst="leftBrace">
            <a:avLst>
              <a:gd name="adj1" fmla="val 8333"/>
              <a:gd name="adj2" fmla="val 49207"/>
            </a:avLst>
          </a:prstGeom>
          <a:ln w="25400">
            <a:solidFill>
              <a:schemeClr val="accent4"/>
            </a:solidFill>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Z" dirty="0">
              <a:ln>
                <a:solidFill>
                  <a:schemeClr val="bg1">
                    <a:alpha val="0"/>
                  </a:schemeClr>
                </a:solidFill>
              </a:ln>
            </a:endParaRPr>
          </a:p>
        </p:txBody>
      </p:sp>
      <p:sp>
        <p:nvSpPr>
          <p:cNvPr id="52" name="Right Arrow 51"/>
          <p:cNvSpPr/>
          <p:nvPr>
            <p:custDataLst>
              <p:tags r:id="rId15"/>
            </p:custDataLst>
          </p:nvPr>
        </p:nvSpPr>
        <p:spPr bwMode="auto">
          <a:xfrm rot="5400000">
            <a:off x="3873412" y="4255727"/>
            <a:ext cx="3566160" cy="1204856"/>
          </a:xfrm>
          <a:prstGeom prst="rightArrow">
            <a:avLst>
              <a:gd name="adj1" fmla="val 50000"/>
              <a:gd name="adj2" fmla="val 38722"/>
            </a:avLst>
          </a:prstGeom>
          <a:solidFill>
            <a:schemeClr val="accent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a:r>
              <a:rPr lang="en-NZ" sz="2000" dirty="0">
                <a:ln>
                  <a:solidFill>
                    <a:schemeClr val="bg1">
                      <a:alpha val="0"/>
                    </a:schemeClr>
                  </a:solidFill>
                </a:ln>
                <a:solidFill>
                  <a:schemeClr val="bg1"/>
                </a:solidFill>
              </a:rPr>
              <a:t>Role Lifetime</a:t>
            </a:r>
          </a:p>
        </p:txBody>
      </p:sp>
      <p:sp>
        <p:nvSpPr>
          <p:cNvPr id="53" name="Rectangle 52"/>
          <p:cNvSpPr/>
          <p:nvPr>
            <p:custDataLst>
              <p:tags r:id="rId16"/>
            </p:custDataLst>
          </p:nvPr>
        </p:nvSpPr>
        <p:spPr bwMode="auto">
          <a:xfrm>
            <a:off x="1301407" y="3082335"/>
            <a:ext cx="667658" cy="2948805"/>
          </a:xfrm>
          <a:prstGeom prst="rect">
            <a:avLst/>
          </a:prstGeom>
          <a:solidFill>
            <a:schemeClr val="accent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vert270" wrap="square" lIns="91436" tIns="45718" rIns="91436" bIns="45718" numCol="1" rtlCol="0" anchor="ctr" anchorCtr="0" compatLnSpc="1">
            <a:prstTxWarp prst="textNoShape">
              <a:avLst/>
            </a:prstTxWarp>
          </a:bodyPr>
          <a:lstStyle/>
          <a:p>
            <a:pPr algn="ctr"/>
            <a:r>
              <a:rPr lang="en-NZ" sz="2000" dirty="0">
                <a:ln>
                  <a:solidFill>
                    <a:schemeClr val="bg1">
                      <a:alpha val="0"/>
                    </a:schemeClr>
                  </a:solidFill>
                </a:ln>
                <a:solidFill>
                  <a:schemeClr val="bg1">
                    <a:alpha val="99000"/>
                  </a:schemeClr>
                </a:solidFill>
              </a:rPr>
              <a:t>Fabric Calls</a:t>
            </a:r>
          </a:p>
        </p:txBody>
      </p:sp>
      <p:sp>
        <p:nvSpPr>
          <p:cNvPr id="54" name="Rectangle 53"/>
          <p:cNvSpPr/>
          <p:nvPr>
            <p:custDataLst>
              <p:tags r:id="rId17"/>
            </p:custDataLst>
          </p:nvPr>
        </p:nvSpPr>
        <p:spPr bwMode="auto">
          <a:xfrm>
            <a:off x="10163406" y="3082335"/>
            <a:ext cx="667658" cy="2948806"/>
          </a:xfrm>
          <a:prstGeom prst="rect">
            <a:avLst/>
          </a:prstGeom>
          <a:solidFill>
            <a:schemeClr val="accent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vert" wrap="square" lIns="91436" tIns="45718" rIns="91436" bIns="45718" numCol="1" rtlCol="0" anchor="ctr" anchorCtr="0" compatLnSpc="1">
            <a:prstTxWarp prst="textNoShape">
              <a:avLst/>
            </a:prstTxWarp>
          </a:bodyPr>
          <a:lstStyle/>
          <a:p>
            <a:pPr algn="ctr"/>
            <a:r>
              <a:rPr lang="en-NZ" sz="2000" dirty="0">
                <a:ln>
                  <a:solidFill>
                    <a:schemeClr val="bg1">
                      <a:alpha val="0"/>
                    </a:schemeClr>
                  </a:solidFill>
                </a:ln>
                <a:solidFill>
                  <a:schemeClr val="bg1">
                    <a:alpha val="99000"/>
                  </a:schemeClr>
                </a:solidFill>
              </a:rPr>
              <a:t>Requests Routed</a:t>
            </a:r>
          </a:p>
        </p:txBody>
      </p:sp>
      <p:sp>
        <p:nvSpPr>
          <p:cNvPr id="55" name="Rectangle 54"/>
          <p:cNvSpPr/>
          <p:nvPr>
            <p:custDataLst>
              <p:tags r:id="rId18"/>
            </p:custDataLst>
          </p:nvPr>
        </p:nvSpPr>
        <p:spPr bwMode="auto">
          <a:xfrm>
            <a:off x="8238388" y="3075075"/>
            <a:ext cx="1422400" cy="829132"/>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a:r>
              <a:rPr lang="en-NZ" sz="2000" dirty="0">
                <a:ln>
                  <a:solidFill>
                    <a:schemeClr val="bg1">
                      <a:alpha val="0"/>
                    </a:schemeClr>
                  </a:solidFill>
                </a:ln>
                <a:solidFill>
                  <a:schemeClr val="bg1">
                    <a:alpha val="99000"/>
                  </a:schemeClr>
                </a:solidFill>
              </a:rPr>
              <a:t>Busy</a:t>
            </a:r>
          </a:p>
        </p:txBody>
      </p:sp>
      <p:sp>
        <p:nvSpPr>
          <p:cNvPr id="56" name="Rectangle 55"/>
          <p:cNvSpPr/>
          <p:nvPr>
            <p:custDataLst>
              <p:tags r:id="rId19"/>
            </p:custDataLst>
          </p:nvPr>
        </p:nvSpPr>
        <p:spPr bwMode="auto">
          <a:xfrm>
            <a:off x="8238388" y="3904944"/>
            <a:ext cx="1422400" cy="1347807"/>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a:r>
              <a:rPr lang="en-NZ" sz="2000" dirty="0">
                <a:ln>
                  <a:solidFill>
                    <a:schemeClr val="bg1">
                      <a:alpha val="0"/>
                    </a:schemeClr>
                  </a:solidFill>
                </a:ln>
                <a:solidFill>
                  <a:schemeClr val="bg1">
                    <a:alpha val="99000"/>
                  </a:schemeClr>
                </a:solidFill>
              </a:rPr>
              <a:t>Ready</a:t>
            </a:r>
          </a:p>
        </p:txBody>
      </p:sp>
      <p:sp>
        <p:nvSpPr>
          <p:cNvPr id="57" name="Rectangle 56"/>
          <p:cNvSpPr/>
          <p:nvPr>
            <p:custDataLst>
              <p:tags r:id="rId20"/>
            </p:custDataLst>
          </p:nvPr>
        </p:nvSpPr>
        <p:spPr bwMode="auto">
          <a:xfrm>
            <a:off x="8238388" y="5253489"/>
            <a:ext cx="1422400" cy="784910"/>
          </a:xfrm>
          <a:prstGeom prst="rect">
            <a:avLst/>
          </a:prstGeom>
          <a:solidFill>
            <a:schemeClr val="accent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a:r>
              <a:rPr lang="en-NZ" sz="2000" dirty="0">
                <a:ln>
                  <a:solidFill>
                    <a:schemeClr val="bg1">
                      <a:alpha val="0"/>
                    </a:schemeClr>
                  </a:solidFill>
                </a:ln>
                <a:solidFill>
                  <a:schemeClr val="bg1">
                    <a:alpha val="99000"/>
                  </a:schemeClr>
                </a:solidFill>
              </a:rPr>
              <a:t>Busy</a:t>
            </a:r>
          </a:p>
        </p:txBody>
      </p:sp>
    </p:spTree>
    <p:extLst>
      <p:ext uri="{BB962C8B-B14F-4D97-AF65-F5344CB8AC3E}">
        <p14:creationId xmlns:p14="http://schemas.microsoft.com/office/powerpoint/2010/main" val="162797751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P spid="41" grpId="0" animBg="1"/>
      <p:bldP spid="42" grpId="0" animBg="1"/>
      <p:bldP spid="43" grpId="0" animBg="1"/>
      <p:bldP spid="44" grpId="0" animBg="1"/>
      <p:bldP spid="45" grpId="0" animBg="1"/>
      <p:bldP spid="46" grpId="0" animBg="1"/>
      <p:bldP spid="48" grpId="0" animBg="1"/>
      <p:bldP spid="51" grpId="0" animBg="1"/>
      <p:bldP spid="53" grpId="0" animBg="1"/>
      <p:bldP spid="54" grpId="0" animBg="1"/>
      <p:bldP spid="55" grpId="0" animBg="1"/>
      <p:bldP spid="56" grpId="0" animBg="1"/>
      <p:bldP spid="57"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7" name="Object 36" hidden="1"/>
          <p:cNvGraphicFramePr>
            <a:graphicFrameLocks noChangeAspect="1"/>
          </p:cNvGraphicFramePr>
          <p:nvPr>
            <p:custDataLst>
              <p:tags r:id="rId2"/>
            </p:custDataLst>
            <p:extLst>
              <p:ext uri="{D42A27DB-BD31-4B8C-83A1-F6EECF244321}">
                <p14:modId xmlns:p14="http://schemas.microsoft.com/office/powerpoint/2010/main" val="1032351263"/>
              </p:ext>
            </p:ext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29854" name="think-cell Slide" r:id="rId24" imgW="270" imgH="270" progId="TCLayout.ActiveDocument.1">
                  <p:embed/>
                </p:oleObj>
              </mc:Choice>
              <mc:Fallback>
                <p:oleObj name="think-cell Slide" r:id="rId24" imgW="270" imgH="270" progId="TCLayout.ActiveDocument.1">
                  <p:embed/>
                  <p:pic>
                    <p:nvPicPr>
                      <p:cNvPr id="0" name=""/>
                      <p:cNvPicPr/>
                      <p:nvPr/>
                    </p:nvPicPr>
                    <p:blipFill>
                      <a:blip r:embed="rId25"/>
                      <a:stretch>
                        <a:fillRect/>
                      </a:stretch>
                    </p:blipFill>
                    <p:spPr>
                      <a:xfrm>
                        <a:off x="0" y="0"/>
                        <a:ext cx="158750" cy="158750"/>
                      </a:xfrm>
                      <a:prstGeom prst="rect">
                        <a:avLst/>
                      </a:prstGeom>
                    </p:spPr>
                  </p:pic>
                </p:oleObj>
              </mc:Fallback>
            </mc:AlternateContent>
          </a:graphicData>
        </a:graphic>
      </p:graphicFrame>
      <p:sp>
        <p:nvSpPr>
          <p:cNvPr id="7" name="Rectangle 6"/>
          <p:cNvSpPr/>
          <p:nvPr>
            <p:custDataLst>
              <p:tags r:id="rId3"/>
            </p:custDataLst>
          </p:nvPr>
        </p:nvSpPr>
        <p:spPr bwMode="auto">
          <a:xfrm>
            <a:off x="2001981" y="2502158"/>
            <a:ext cx="7523389" cy="3747830"/>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82880" tIns="45718" rIns="91436" bIns="45718" numCol="1" rtlCol="0" anchor="t" anchorCtr="0" compatLnSpc="1">
            <a:prstTxWarp prst="textNoShape">
              <a:avLst/>
            </a:prstTxWarp>
          </a:bodyPr>
          <a:lstStyle/>
          <a:p>
            <a:pPr defTabSz="914099" fontAlgn="base">
              <a:spcBef>
                <a:spcPct val="0"/>
              </a:spcBef>
              <a:spcAft>
                <a:spcPct val="0"/>
              </a:spcAft>
            </a:pPr>
            <a:r>
              <a:rPr lang="en-US" sz="2400" cap="all" dirty="0">
                <a:ln>
                  <a:solidFill>
                    <a:schemeClr val="bg1">
                      <a:alpha val="0"/>
                    </a:schemeClr>
                  </a:solidFill>
                </a:ln>
                <a:solidFill>
                  <a:srgbClr val="595959">
                    <a:alpha val="99000"/>
                  </a:srgbClr>
                </a:solidFill>
              </a:rPr>
              <a:t>Role</a:t>
            </a:r>
          </a:p>
        </p:txBody>
      </p:sp>
      <p:sp>
        <p:nvSpPr>
          <p:cNvPr id="8" name="Rectangle 7"/>
          <p:cNvSpPr/>
          <p:nvPr>
            <p:custDataLst>
              <p:tags r:id="rId4"/>
            </p:custDataLst>
          </p:nvPr>
        </p:nvSpPr>
        <p:spPr bwMode="auto">
          <a:xfrm>
            <a:off x="2185496" y="3056768"/>
            <a:ext cx="3474720" cy="3054096"/>
          </a:xfrm>
          <a:prstGeom prst="rect">
            <a:avLst/>
          </a:prstGeom>
          <a:solidFill>
            <a:schemeClr val="accent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t" anchorCtr="0" compatLnSpc="1">
            <a:prstTxWarp prst="textNoShape">
              <a:avLst/>
            </a:prstTxWarp>
            <a:noAutofit/>
          </a:bodyPr>
          <a:lstStyle/>
          <a:p>
            <a:pPr algn="ctr" defTabSz="914099" fontAlgn="base">
              <a:spcBef>
                <a:spcPct val="0"/>
              </a:spcBef>
              <a:spcAft>
                <a:spcPct val="0"/>
              </a:spcAft>
            </a:pPr>
            <a:r>
              <a:rPr lang="en-US" sz="2400" dirty="0">
                <a:ln>
                  <a:solidFill>
                    <a:schemeClr val="bg1">
                      <a:alpha val="0"/>
                    </a:schemeClr>
                  </a:solidFill>
                </a:ln>
                <a:solidFill>
                  <a:schemeClr val="bg1"/>
                </a:solidFill>
              </a:rPr>
              <a:t>Production</a:t>
            </a:r>
          </a:p>
        </p:txBody>
      </p:sp>
      <p:sp>
        <p:nvSpPr>
          <p:cNvPr id="13" name="Rectangle 12"/>
          <p:cNvSpPr/>
          <p:nvPr>
            <p:custDataLst>
              <p:tags r:id="rId5"/>
            </p:custDataLst>
          </p:nvPr>
        </p:nvSpPr>
        <p:spPr bwMode="auto">
          <a:xfrm>
            <a:off x="5841488" y="3056769"/>
            <a:ext cx="3474720" cy="3041961"/>
          </a:xfrm>
          <a:prstGeom prst="rect">
            <a:avLst/>
          </a:prstGeom>
          <a:solidFill>
            <a:schemeClr val="accent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t" anchorCtr="0" compatLnSpc="1">
            <a:prstTxWarp prst="textNoShape">
              <a:avLst/>
            </a:prstTxWarp>
          </a:bodyPr>
          <a:lstStyle/>
          <a:p>
            <a:pPr algn="ctr" defTabSz="914099" fontAlgn="base">
              <a:spcBef>
                <a:spcPct val="0"/>
              </a:spcBef>
              <a:spcAft>
                <a:spcPct val="0"/>
              </a:spcAft>
            </a:pPr>
            <a:r>
              <a:rPr lang="en-US" sz="2400" dirty="0">
                <a:ln>
                  <a:solidFill>
                    <a:schemeClr val="bg1">
                      <a:alpha val="0"/>
                    </a:schemeClr>
                  </a:solidFill>
                </a:ln>
                <a:solidFill>
                  <a:schemeClr val="bg1"/>
                </a:solidFill>
              </a:rPr>
              <a:t>Staging</a:t>
            </a:r>
          </a:p>
        </p:txBody>
      </p:sp>
      <p:sp>
        <p:nvSpPr>
          <p:cNvPr id="2" name="Title 1"/>
          <p:cNvSpPr>
            <a:spLocks noGrp="1"/>
          </p:cNvSpPr>
          <p:nvPr>
            <p:ph type="title"/>
            <p:custDataLst>
              <p:tags r:id="rId6"/>
            </p:custDataLst>
          </p:nvPr>
        </p:nvSpPr>
        <p:spPr/>
        <p:txBody>
          <a:bodyPr/>
          <a:lstStyle/>
          <a:p>
            <a:r>
              <a:rPr lang="en-US" dirty="0">
                <a:cs typeface="Segoe UI"/>
              </a:rPr>
              <a:t>VIP Swap</a:t>
            </a:r>
          </a:p>
        </p:txBody>
      </p:sp>
      <p:sp>
        <p:nvSpPr>
          <p:cNvPr id="39" name="Rectangle 38"/>
          <p:cNvSpPr/>
          <p:nvPr>
            <p:custDataLst>
              <p:tags r:id="rId7"/>
            </p:custDataLst>
          </p:nvPr>
        </p:nvSpPr>
        <p:spPr bwMode="auto">
          <a:xfrm>
            <a:off x="2185496" y="3056768"/>
            <a:ext cx="3474720" cy="3054096"/>
          </a:xfrm>
          <a:prstGeom prst="rect">
            <a:avLst/>
          </a:prstGeom>
          <a:solidFill>
            <a:schemeClr val="accent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t" anchorCtr="0" compatLnSpc="1">
            <a:prstTxWarp prst="textNoShape">
              <a:avLst/>
            </a:prstTxWarp>
            <a:noAutofit/>
          </a:bodyPr>
          <a:lstStyle/>
          <a:p>
            <a:pPr algn="ctr" defTabSz="914099" fontAlgn="base">
              <a:spcBef>
                <a:spcPct val="0"/>
              </a:spcBef>
              <a:spcAft>
                <a:spcPct val="0"/>
              </a:spcAft>
            </a:pPr>
            <a:r>
              <a:rPr lang="en-US" sz="2400" dirty="0">
                <a:ln>
                  <a:solidFill>
                    <a:schemeClr val="bg1">
                      <a:alpha val="0"/>
                    </a:schemeClr>
                  </a:solidFill>
                </a:ln>
                <a:solidFill>
                  <a:schemeClr val="bg1">
                    <a:alpha val="99000"/>
                  </a:schemeClr>
                </a:solidFill>
              </a:rPr>
              <a:t>Staging</a:t>
            </a:r>
          </a:p>
        </p:txBody>
      </p:sp>
      <p:sp>
        <p:nvSpPr>
          <p:cNvPr id="36" name="Rectangle 35"/>
          <p:cNvSpPr/>
          <p:nvPr>
            <p:custDataLst>
              <p:tags r:id="rId8"/>
            </p:custDataLst>
          </p:nvPr>
        </p:nvSpPr>
        <p:spPr bwMode="auto">
          <a:xfrm>
            <a:off x="5841488" y="3056768"/>
            <a:ext cx="3474720" cy="3054096"/>
          </a:xfrm>
          <a:prstGeom prst="rect">
            <a:avLst/>
          </a:prstGeom>
          <a:solidFill>
            <a:schemeClr val="accent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t" anchorCtr="0" compatLnSpc="1">
            <a:prstTxWarp prst="textNoShape">
              <a:avLst/>
            </a:prstTxWarp>
            <a:noAutofit/>
          </a:bodyPr>
          <a:lstStyle/>
          <a:p>
            <a:pPr algn="ctr" defTabSz="914099" fontAlgn="base">
              <a:spcBef>
                <a:spcPct val="0"/>
              </a:spcBef>
              <a:spcAft>
                <a:spcPct val="0"/>
              </a:spcAft>
            </a:pPr>
            <a:r>
              <a:rPr lang="en-US" sz="2400" dirty="0">
                <a:ln>
                  <a:solidFill>
                    <a:schemeClr val="bg1">
                      <a:alpha val="0"/>
                    </a:schemeClr>
                  </a:solidFill>
                </a:ln>
                <a:solidFill>
                  <a:schemeClr val="bg1">
                    <a:alpha val="99000"/>
                  </a:schemeClr>
                </a:solidFill>
              </a:rPr>
              <a:t>Production</a:t>
            </a:r>
          </a:p>
        </p:txBody>
      </p:sp>
      <p:sp>
        <p:nvSpPr>
          <p:cNvPr id="6" name="Rectangle 5"/>
          <p:cNvSpPr/>
          <p:nvPr>
            <p:custDataLst>
              <p:tags r:id="rId9"/>
            </p:custDataLst>
          </p:nvPr>
        </p:nvSpPr>
        <p:spPr bwMode="auto">
          <a:xfrm>
            <a:off x="2001981" y="1695450"/>
            <a:ext cx="7523389" cy="504192"/>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2000" cap="all" dirty="0">
                <a:ln>
                  <a:solidFill>
                    <a:schemeClr val="bg1">
                      <a:alpha val="0"/>
                    </a:schemeClr>
                  </a:solidFill>
                </a:ln>
                <a:gradFill>
                  <a:gsLst>
                    <a:gs pos="0">
                      <a:srgbClr val="FFFFFF"/>
                    </a:gs>
                    <a:gs pos="100000">
                      <a:srgbClr val="FFFFFF"/>
                    </a:gs>
                  </a:gsLst>
                  <a:lin ang="5400000" scaled="0"/>
                </a:gradFill>
              </a:rPr>
              <a:t>Network Load Balancer</a:t>
            </a:r>
          </a:p>
        </p:txBody>
      </p:sp>
      <p:sp>
        <p:nvSpPr>
          <p:cNvPr id="9" name="Rectangle 8"/>
          <p:cNvSpPr/>
          <p:nvPr>
            <p:custDataLst>
              <p:tags r:id="rId10"/>
            </p:custDataLst>
          </p:nvPr>
        </p:nvSpPr>
        <p:spPr bwMode="auto">
          <a:xfrm>
            <a:off x="2306780" y="3855074"/>
            <a:ext cx="1536192" cy="988217"/>
          </a:xfrm>
          <a:prstGeom prst="rect">
            <a:avLst/>
          </a:prstGeom>
          <a:solidFill>
            <a:schemeClr val="accent4">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2200" dirty="0">
                <a:ln>
                  <a:solidFill>
                    <a:schemeClr val="bg1">
                      <a:alpha val="0"/>
                    </a:schemeClr>
                  </a:solidFill>
                </a:ln>
                <a:solidFill>
                  <a:srgbClr val="595959">
                    <a:alpha val="99000"/>
                  </a:srgbClr>
                </a:solidFill>
              </a:rPr>
              <a:t>VM</a:t>
            </a:r>
            <a:r>
              <a:rPr lang="en-US" sz="2200" baseline="-25000" dirty="0">
                <a:ln>
                  <a:solidFill>
                    <a:schemeClr val="bg1">
                      <a:alpha val="0"/>
                    </a:schemeClr>
                  </a:solidFill>
                </a:ln>
                <a:solidFill>
                  <a:srgbClr val="595959">
                    <a:alpha val="99000"/>
                  </a:srgbClr>
                </a:solidFill>
              </a:rPr>
              <a:t>1</a:t>
            </a:r>
          </a:p>
        </p:txBody>
      </p:sp>
      <p:sp>
        <p:nvSpPr>
          <p:cNvPr id="10" name="Rectangle 9"/>
          <p:cNvSpPr/>
          <p:nvPr>
            <p:custDataLst>
              <p:tags r:id="rId11"/>
            </p:custDataLst>
          </p:nvPr>
        </p:nvSpPr>
        <p:spPr bwMode="auto">
          <a:xfrm>
            <a:off x="3988260" y="3855074"/>
            <a:ext cx="1536192" cy="988217"/>
          </a:xfrm>
          <a:prstGeom prst="rect">
            <a:avLst/>
          </a:prstGeom>
          <a:solidFill>
            <a:schemeClr val="accent4">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lvl="0" algn="ctr" defTabSz="914099" fontAlgn="base">
              <a:spcBef>
                <a:spcPct val="0"/>
              </a:spcBef>
              <a:spcAft>
                <a:spcPct val="0"/>
              </a:spcAft>
            </a:pPr>
            <a:r>
              <a:rPr lang="en-US" sz="2200" dirty="0">
                <a:ln>
                  <a:solidFill>
                    <a:schemeClr val="bg1">
                      <a:alpha val="0"/>
                    </a:schemeClr>
                  </a:solidFill>
                </a:ln>
                <a:solidFill>
                  <a:srgbClr val="595959">
                    <a:alpha val="99000"/>
                  </a:srgbClr>
                </a:solidFill>
              </a:rPr>
              <a:t>VM</a:t>
            </a:r>
            <a:r>
              <a:rPr lang="en-US" sz="2200" baseline="-25000" dirty="0">
                <a:ln>
                  <a:solidFill>
                    <a:schemeClr val="bg1">
                      <a:alpha val="0"/>
                    </a:schemeClr>
                  </a:solidFill>
                </a:ln>
                <a:solidFill>
                  <a:srgbClr val="595959">
                    <a:alpha val="99000"/>
                  </a:srgbClr>
                </a:solidFill>
              </a:rPr>
              <a:t>2</a:t>
            </a:r>
          </a:p>
        </p:txBody>
      </p:sp>
      <p:sp>
        <p:nvSpPr>
          <p:cNvPr id="11" name="Rectangle 10"/>
          <p:cNvSpPr/>
          <p:nvPr>
            <p:custDataLst>
              <p:tags r:id="rId12"/>
            </p:custDataLst>
          </p:nvPr>
        </p:nvSpPr>
        <p:spPr bwMode="auto">
          <a:xfrm>
            <a:off x="2306780" y="4955894"/>
            <a:ext cx="1536192" cy="988217"/>
          </a:xfrm>
          <a:prstGeom prst="rect">
            <a:avLst/>
          </a:prstGeom>
          <a:solidFill>
            <a:schemeClr val="accent4">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lvl="0" algn="ctr" defTabSz="914099" fontAlgn="base">
              <a:spcBef>
                <a:spcPct val="0"/>
              </a:spcBef>
              <a:spcAft>
                <a:spcPct val="0"/>
              </a:spcAft>
            </a:pPr>
            <a:r>
              <a:rPr lang="en-US" sz="2200" dirty="0">
                <a:ln>
                  <a:solidFill>
                    <a:schemeClr val="bg1">
                      <a:alpha val="0"/>
                    </a:schemeClr>
                  </a:solidFill>
                </a:ln>
                <a:solidFill>
                  <a:srgbClr val="595959">
                    <a:alpha val="99000"/>
                  </a:srgbClr>
                </a:solidFill>
              </a:rPr>
              <a:t>VM</a:t>
            </a:r>
            <a:r>
              <a:rPr lang="en-US" sz="2200" baseline="-25000" dirty="0">
                <a:ln>
                  <a:solidFill>
                    <a:schemeClr val="bg1">
                      <a:alpha val="0"/>
                    </a:schemeClr>
                  </a:solidFill>
                </a:ln>
                <a:solidFill>
                  <a:srgbClr val="595959">
                    <a:alpha val="99000"/>
                  </a:srgbClr>
                </a:solidFill>
              </a:rPr>
              <a:t>3</a:t>
            </a:r>
          </a:p>
        </p:txBody>
      </p:sp>
      <p:sp>
        <p:nvSpPr>
          <p:cNvPr id="12" name="Rectangle 11"/>
          <p:cNvSpPr/>
          <p:nvPr>
            <p:custDataLst>
              <p:tags r:id="rId13"/>
            </p:custDataLst>
          </p:nvPr>
        </p:nvSpPr>
        <p:spPr bwMode="auto">
          <a:xfrm>
            <a:off x="3988260" y="4955894"/>
            <a:ext cx="1536192" cy="988217"/>
          </a:xfrm>
          <a:prstGeom prst="rect">
            <a:avLst/>
          </a:prstGeom>
          <a:solidFill>
            <a:schemeClr val="accent4">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lvl="0" algn="ctr" defTabSz="914099" fontAlgn="base">
              <a:spcBef>
                <a:spcPct val="0"/>
              </a:spcBef>
              <a:spcAft>
                <a:spcPct val="0"/>
              </a:spcAft>
            </a:pPr>
            <a:r>
              <a:rPr lang="en-US" sz="2200" dirty="0">
                <a:ln>
                  <a:solidFill>
                    <a:schemeClr val="bg1">
                      <a:alpha val="0"/>
                    </a:schemeClr>
                  </a:solidFill>
                </a:ln>
                <a:solidFill>
                  <a:srgbClr val="595959">
                    <a:alpha val="99000"/>
                  </a:srgbClr>
                </a:solidFill>
              </a:rPr>
              <a:t>VM</a:t>
            </a:r>
            <a:r>
              <a:rPr lang="en-US" sz="2200" baseline="-25000" dirty="0">
                <a:ln>
                  <a:solidFill>
                    <a:schemeClr val="bg1">
                      <a:alpha val="0"/>
                    </a:schemeClr>
                  </a:solidFill>
                </a:ln>
                <a:solidFill>
                  <a:srgbClr val="595959">
                    <a:alpha val="99000"/>
                  </a:srgbClr>
                </a:solidFill>
              </a:rPr>
              <a:t>4</a:t>
            </a:r>
          </a:p>
        </p:txBody>
      </p:sp>
      <p:sp>
        <p:nvSpPr>
          <p:cNvPr id="14" name="Rectangle 13"/>
          <p:cNvSpPr/>
          <p:nvPr>
            <p:custDataLst>
              <p:tags r:id="rId14"/>
            </p:custDataLst>
          </p:nvPr>
        </p:nvSpPr>
        <p:spPr bwMode="auto">
          <a:xfrm>
            <a:off x="5962772" y="3855074"/>
            <a:ext cx="1536192" cy="988217"/>
          </a:xfrm>
          <a:prstGeom prst="rect">
            <a:avLst/>
          </a:prstGeom>
          <a:solidFill>
            <a:schemeClr val="accent4">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2200" dirty="0">
                <a:ln>
                  <a:solidFill>
                    <a:schemeClr val="bg1">
                      <a:alpha val="0"/>
                    </a:schemeClr>
                  </a:solidFill>
                </a:ln>
                <a:solidFill>
                  <a:srgbClr val="595959">
                    <a:alpha val="99000"/>
                  </a:srgbClr>
                </a:solidFill>
              </a:rPr>
              <a:t>VM</a:t>
            </a:r>
            <a:r>
              <a:rPr lang="en-US" sz="2200" baseline="-25000" dirty="0">
                <a:ln>
                  <a:solidFill>
                    <a:schemeClr val="bg1">
                      <a:alpha val="0"/>
                    </a:schemeClr>
                  </a:solidFill>
                </a:ln>
                <a:solidFill>
                  <a:srgbClr val="595959">
                    <a:alpha val="99000"/>
                  </a:srgbClr>
                </a:solidFill>
              </a:rPr>
              <a:t>1</a:t>
            </a:r>
          </a:p>
        </p:txBody>
      </p:sp>
      <p:sp>
        <p:nvSpPr>
          <p:cNvPr id="15" name="Rectangle 14"/>
          <p:cNvSpPr/>
          <p:nvPr>
            <p:custDataLst>
              <p:tags r:id="rId15"/>
            </p:custDataLst>
          </p:nvPr>
        </p:nvSpPr>
        <p:spPr bwMode="auto">
          <a:xfrm>
            <a:off x="7644252" y="3855074"/>
            <a:ext cx="1536192" cy="988217"/>
          </a:xfrm>
          <a:prstGeom prst="rect">
            <a:avLst/>
          </a:prstGeom>
          <a:solidFill>
            <a:schemeClr val="accent4">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lvl="0" algn="ctr" defTabSz="914099" fontAlgn="base">
              <a:spcBef>
                <a:spcPct val="0"/>
              </a:spcBef>
              <a:spcAft>
                <a:spcPct val="0"/>
              </a:spcAft>
            </a:pPr>
            <a:r>
              <a:rPr lang="en-US" sz="2200" dirty="0">
                <a:ln>
                  <a:solidFill>
                    <a:schemeClr val="bg1">
                      <a:alpha val="0"/>
                    </a:schemeClr>
                  </a:solidFill>
                </a:ln>
                <a:solidFill>
                  <a:srgbClr val="595959">
                    <a:alpha val="99000"/>
                  </a:srgbClr>
                </a:solidFill>
              </a:rPr>
              <a:t>VM</a:t>
            </a:r>
            <a:r>
              <a:rPr lang="en-US" sz="2200" baseline="-25000" dirty="0">
                <a:ln>
                  <a:solidFill>
                    <a:schemeClr val="bg1">
                      <a:alpha val="0"/>
                    </a:schemeClr>
                  </a:solidFill>
                </a:ln>
                <a:solidFill>
                  <a:srgbClr val="595959">
                    <a:alpha val="99000"/>
                  </a:srgbClr>
                </a:solidFill>
              </a:rPr>
              <a:t>2</a:t>
            </a:r>
          </a:p>
        </p:txBody>
      </p:sp>
      <p:sp>
        <p:nvSpPr>
          <p:cNvPr id="16" name="Rectangle 15"/>
          <p:cNvSpPr/>
          <p:nvPr>
            <p:custDataLst>
              <p:tags r:id="rId16"/>
            </p:custDataLst>
          </p:nvPr>
        </p:nvSpPr>
        <p:spPr bwMode="auto">
          <a:xfrm>
            <a:off x="5962772" y="4955894"/>
            <a:ext cx="1536192" cy="988217"/>
          </a:xfrm>
          <a:prstGeom prst="rect">
            <a:avLst/>
          </a:prstGeom>
          <a:solidFill>
            <a:schemeClr val="accent4">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lvl="0" algn="ctr" defTabSz="914099" fontAlgn="base">
              <a:spcBef>
                <a:spcPct val="0"/>
              </a:spcBef>
              <a:spcAft>
                <a:spcPct val="0"/>
              </a:spcAft>
            </a:pPr>
            <a:r>
              <a:rPr lang="en-US" sz="2200" dirty="0">
                <a:ln>
                  <a:solidFill>
                    <a:schemeClr val="bg1">
                      <a:alpha val="0"/>
                    </a:schemeClr>
                  </a:solidFill>
                </a:ln>
                <a:solidFill>
                  <a:srgbClr val="595959">
                    <a:alpha val="99000"/>
                  </a:srgbClr>
                </a:solidFill>
              </a:rPr>
              <a:t>VM</a:t>
            </a:r>
            <a:r>
              <a:rPr lang="en-US" sz="2200" baseline="-25000" dirty="0">
                <a:ln>
                  <a:solidFill>
                    <a:schemeClr val="bg1">
                      <a:alpha val="0"/>
                    </a:schemeClr>
                  </a:solidFill>
                </a:ln>
                <a:solidFill>
                  <a:srgbClr val="595959">
                    <a:alpha val="99000"/>
                  </a:srgbClr>
                </a:solidFill>
              </a:rPr>
              <a:t>3</a:t>
            </a:r>
          </a:p>
        </p:txBody>
      </p:sp>
      <p:sp>
        <p:nvSpPr>
          <p:cNvPr id="17" name="Rectangle 16"/>
          <p:cNvSpPr/>
          <p:nvPr>
            <p:custDataLst>
              <p:tags r:id="rId17"/>
            </p:custDataLst>
          </p:nvPr>
        </p:nvSpPr>
        <p:spPr bwMode="auto">
          <a:xfrm>
            <a:off x="7644252" y="4955894"/>
            <a:ext cx="1536192" cy="988217"/>
          </a:xfrm>
          <a:prstGeom prst="rect">
            <a:avLst/>
          </a:prstGeom>
          <a:solidFill>
            <a:schemeClr val="accent4">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lvl="0" algn="ctr" defTabSz="914099" fontAlgn="base">
              <a:spcBef>
                <a:spcPct val="0"/>
              </a:spcBef>
              <a:spcAft>
                <a:spcPct val="0"/>
              </a:spcAft>
            </a:pPr>
            <a:r>
              <a:rPr lang="en-US" sz="2200" dirty="0">
                <a:ln>
                  <a:solidFill>
                    <a:schemeClr val="bg1">
                      <a:alpha val="0"/>
                    </a:schemeClr>
                  </a:solidFill>
                </a:ln>
                <a:solidFill>
                  <a:srgbClr val="595959">
                    <a:alpha val="99000"/>
                  </a:srgbClr>
                </a:solidFill>
              </a:rPr>
              <a:t>VM</a:t>
            </a:r>
            <a:r>
              <a:rPr lang="en-US" sz="2200" baseline="-25000" dirty="0">
                <a:ln>
                  <a:solidFill>
                    <a:schemeClr val="bg1">
                      <a:alpha val="0"/>
                    </a:schemeClr>
                  </a:solidFill>
                </a:ln>
                <a:solidFill>
                  <a:srgbClr val="595959">
                    <a:alpha val="99000"/>
                  </a:srgbClr>
                </a:solidFill>
              </a:rPr>
              <a:t>4</a:t>
            </a:r>
          </a:p>
        </p:txBody>
      </p:sp>
      <p:cxnSp>
        <p:nvCxnSpPr>
          <p:cNvPr id="18" name="Elbow Connector 17"/>
          <p:cNvCxnSpPr>
            <a:stCxn id="6" idx="2"/>
            <a:endCxn id="8" idx="0"/>
          </p:cNvCxnSpPr>
          <p:nvPr>
            <p:custDataLst>
              <p:tags r:id="rId18"/>
            </p:custDataLst>
          </p:nvPr>
        </p:nvCxnSpPr>
        <p:spPr>
          <a:xfrm rot="5400000">
            <a:off x="4414703" y="1707795"/>
            <a:ext cx="857126" cy="1840820"/>
          </a:xfrm>
          <a:prstGeom prst="bentConnector3">
            <a:avLst/>
          </a:prstGeom>
          <a:ln w="50800">
            <a:solidFill>
              <a:schemeClr val="tx2"/>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1" name="Elbow Connector 30"/>
          <p:cNvCxnSpPr>
            <a:stCxn id="6" idx="2"/>
            <a:endCxn id="13" idx="0"/>
          </p:cNvCxnSpPr>
          <p:nvPr>
            <p:custDataLst>
              <p:tags r:id="rId19"/>
            </p:custDataLst>
          </p:nvPr>
        </p:nvCxnSpPr>
        <p:spPr>
          <a:xfrm rot="16200000" flipH="1">
            <a:off x="6242698" y="1720620"/>
            <a:ext cx="857127" cy="1815172"/>
          </a:xfrm>
          <a:prstGeom prst="bentConnector3">
            <a:avLst/>
          </a:prstGeom>
          <a:ln w="50800">
            <a:solidFill>
              <a:schemeClr val="tx2"/>
            </a:solidFill>
            <a:tailEnd type="triangle" w="lg" len="lg"/>
          </a:ln>
        </p:spPr>
        <p:style>
          <a:lnRef idx="1">
            <a:schemeClr val="accent1"/>
          </a:lnRef>
          <a:fillRef idx="0">
            <a:schemeClr val="accent1"/>
          </a:fillRef>
          <a:effectRef idx="0">
            <a:schemeClr val="accent1"/>
          </a:effectRef>
          <a:fontRef idx="minor">
            <a:schemeClr val="tx1"/>
          </a:fontRef>
        </p:style>
      </p:cxnSp>
      <p:sp>
        <p:nvSpPr>
          <p:cNvPr id="32" name="Oval 31"/>
          <p:cNvSpPr/>
          <p:nvPr>
            <p:custDataLst>
              <p:tags r:id="rId20"/>
            </p:custDataLst>
          </p:nvPr>
        </p:nvSpPr>
        <p:spPr bwMode="auto">
          <a:xfrm>
            <a:off x="9869695" y="3507196"/>
            <a:ext cx="1756229" cy="1756229"/>
          </a:xfrm>
          <a:prstGeom prst="ellipse">
            <a:avLst/>
          </a:prstGeom>
          <a:solidFill>
            <a:srgbClr val="C0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2000" cap="all" dirty="0">
                <a:ln>
                  <a:solidFill>
                    <a:schemeClr val="bg1">
                      <a:alpha val="0"/>
                    </a:schemeClr>
                  </a:solidFill>
                </a:ln>
                <a:gradFill>
                  <a:gsLst>
                    <a:gs pos="0">
                      <a:srgbClr val="FFFFFF"/>
                    </a:gs>
                    <a:gs pos="100000">
                      <a:srgbClr val="FFFFFF"/>
                    </a:gs>
                  </a:gsLst>
                  <a:lin ang="5400000" scaled="0"/>
                </a:gradFill>
              </a:rPr>
              <a:t>Package</a:t>
            </a:r>
          </a:p>
        </p:txBody>
      </p:sp>
      <p:cxnSp>
        <p:nvCxnSpPr>
          <p:cNvPr id="34" name="Straight Arrow Connector 33"/>
          <p:cNvCxnSpPr/>
          <p:nvPr>
            <p:custDataLst>
              <p:tags r:id="rId21"/>
            </p:custDataLst>
          </p:nvPr>
        </p:nvCxnSpPr>
        <p:spPr>
          <a:xfrm flipH="1">
            <a:off x="9316209" y="4385311"/>
            <a:ext cx="553486" cy="0"/>
          </a:xfrm>
          <a:prstGeom prst="straightConnector1">
            <a:avLst/>
          </a:prstGeom>
          <a:ln w="50800">
            <a:solidFill>
              <a:schemeClr val="tx2"/>
            </a:solidFill>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1293853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500"/>
                                        <p:tgtEl>
                                          <p:spTgt spid="32"/>
                                        </p:tgtEl>
                                      </p:cBhvr>
                                    </p:animEffect>
                                  </p:childTnLst>
                                </p:cTn>
                              </p:par>
                              <p:par>
                                <p:cTn id="8" presetID="10" presetClass="entr" presetSubtype="0" fill="hold" nodeType="withEffect">
                                  <p:stCondLst>
                                    <p:cond delay="0"/>
                                  </p:stCondLst>
                                  <p:childTnLst>
                                    <p:set>
                                      <p:cBhvr>
                                        <p:cTn id="9" dur="1" fill="hold">
                                          <p:stCondLst>
                                            <p:cond delay="0"/>
                                          </p:stCondLst>
                                        </p:cTn>
                                        <p:tgtEl>
                                          <p:spTgt spid="34"/>
                                        </p:tgtEl>
                                        <p:attrNameLst>
                                          <p:attrName>style.visibility</p:attrName>
                                        </p:attrNameLst>
                                      </p:cBhvr>
                                      <p:to>
                                        <p:strVal val="visible"/>
                                      </p:to>
                                    </p:set>
                                    <p:animEffect transition="in" filter="fade">
                                      <p:cBhvr>
                                        <p:cTn id="10" dur="500"/>
                                        <p:tgtEl>
                                          <p:spTgt spid="3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childTnLst>
                          </p:cTn>
                        </p:par>
                        <p:par>
                          <p:cTn id="16" fill="hold">
                            <p:stCondLst>
                              <p:cond delay="500"/>
                            </p:stCondLst>
                            <p:childTnLst>
                              <p:par>
                                <p:cTn id="17" presetID="10" presetClass="entr" presetSubtype="0" fill="hold" grpId="0" nodeType="after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500"/>
                                        <p:tgtEl>
                                          <p:spTgt spid="15"/>
                                        </p:tgtEl>
                                      </p:cBhvr>
                                    </p:animEffect>
                                  </p:childTnLst>
                                </p:cTn>
                              </p:par>
                            </p:childTnLst>
                          </p:cTn>
                        </p:par>
                        <p:par>
                          <p:cTn id="20" fill="hold">
                            <p:stCondLst>
                              <p:cond delay="1000"/>
                            </p:stCondLst>
                            <p:childTnLst>
                              <p:par>
                                <p:cTn id="21" presetID="10" presetClass="entr" presetSubtype="0" fill="hold" grpId="0" nodeType="after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500"/>
                                        <p:tgtEl>
                                          <p:spTgt spid="16"/>
                                        </p:tgtEl>
                                      </p:cBhvr>
                                    </p:animEffect>
                                  </p:childTnLst>
                                </p:cTn>
                              </p:par>
                            </p:childTnLst>
                          </p:cTn>
                        </p:par>
                        <p:par>
                          <p:cTn id="24" fill="hold">
                            <p:stCondLst>
                              <p:cond delay="1500"/>
                            </p:stCondLst>
                            <p:childTnLst>
                              <p:par>
                                <p:cTn id="25" presetID="10" presetClass="entr" presetSubtype="0" fill="hold" grpId="0" nodeType="after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500"/>
                                        <p:tgtEl>
                                          <p:spTgt spid="1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xit" presetSubtype="0" fill="hold" nodeType="clickEffect">
                                  <p:stCondLst>
                                    <p:cond delay="0"/>
                                  </p:stCondLst>
                                  <p:childTnLst>
                                    <p:animEffect transition="out" filter="fade">
                                      <p:cBhvr>
                                        <p:cTn id="31" dur="500"/>
                                        <p:tgtEl>
                                          <p:spTgt spid="18"/>
                                        </p:tgtEl>
                                      </p:cBhvr>
                                    </p:animEffect>
                                    <p:set>
                                      <p:cBhvr>
                                        <p:cTn id="32" dur="1" fill="hold">
                                          <p:stCondLst>
                                            <p:cond delay="499"/>
                                          </p:stCondLst>
                                        </p:cTn>
                                        <p:tgtEl>
                                          <p:spTgt spid="18"/>
                                        </p:tgtEl>
                                        <p:attrNameLst>
                                          <p:attrName>style.visibility</p:attrName>
                                        </p:attrNameLst>
                                      </p:cBhvr>
                                      <p:to>
                                        <p:strVal val="hidden"/>
                                      </p:to>
                                    </p:set>
                                  </p:childTnLst>
                                </p:cTn>
                              </p:par>
                              <p:par>
                                <p:cTn id="33" presetID="10" presetClass="entr" presetSubtype="0"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animEffect transition="in" filter="fade">
                                      <p:cBhvr>
                                        <p:cTn id="35" dur="500"/>
                                        <p:tgtEl>
                                          <p:spTgt spid="31"/>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36"/>
                                        </p:tgtEl>
                                        <p:attrNameLst>
                                          <p:attrName>style.visibility</p:attrName>
                                        </p:attrNameLst>
                                      </p:cBhvr>
                                      <p:to>
                                        <p:strVal val="visible"/>
                                      </p:to>
                                    </p:set>
                                    <p:animEffect transition="in" filter="fade">
                                      <p:cBhvr>
                                        <p:cTn id="40" dur="500"/>
                                        <p:tgtEl>
                                          <p:spTgt spid="3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9"/>
                                        </p:tgtEl>
                                        <p:attrNameLst>
                                          <p:attrName>style.visibility</p:attrName>
                                        </p:attrNameLst>
                                      </p:cBhvr>
                                      <p:to>
                                        <p:strVal val="visible"/>
                                      </p:to>
                                    </p:set>
                                    <p:animEffect transition="in" filter="fade">
                                      <p:cBhvr>
                                        <p:cTn id="43" dur="500"/>
                                        <p:tgtEl>
                                          <p:spTgt spid="39"/>
                                        </p:tgtEl>
                                      </p:cBhvr>
                                    </p:animEffect>
                                  </p:childTnLst>
                                </p:cTn>
                              </p:par>
                              <p:par>
                                <p:cTn id="44" presetID="10" presetClass="exit" presetSubtype="0" fill="hold" grpId="0" nodeType="withEffect">
                                  <p:stCondLst>
                                    <p:cond delay="0"/>
                                  </p:stCondLst>
                                  <p:childTnLst>
                                    <p:animEffect transition="out" filter="fade">
                                      <p:cBhvr>
                                        <p:cTn id="45" dur="500"/>
                                        <p:tgtEl>
                                          <p:spTgt spid="8"/>
                                        </p:tgtEl>
                                      </p:cBhvr>
                                    </p:animEffect>
                                    <p:set>
                                      <p:cBhvr>
                                        <p:cTn id="46" dur="1" fill="hold">
                                          <p:stCondLst>
                                            <p:cond delay="499"/>
                                          </p:stCondLst>
                                        </p:cTn>
                                        <p:tgtEl>
                                          <p:spTgt spid="8"/>
                                        </p:tgtEl>
                                        <p:attrNameLst>
                                          <p:attrName>style.visibility</p:attrName>
                                        </p:attrNameLst>
                                      </p:cBhvr>
                                      <p:to>
                                        <p:strVal val="hidden"/>
                                      </p:to>
                                    </p:set>
                                  </p:childTnLst>
                                </p:cTn>
                              </p:par>
                              <p:par>
                                <p:cTn id="47" presetID="10" presetClass="exit" presetSubtype="0" fill="hold" grpId="0" nodeType="withEffect">
                                  <p:stCondLst>
                                    <p:cond delay="0"/>
                                  </p:stCondLst>
                                  <p:childTnLst>
                                    <p:animEffect transition="out" filter="fade">
                                      <p:cBhvr>
                                        <p:cTn id="48" dur="500"/>
                                        <p:tgtEl>
                                          <p:spTgt spid="13"/>
                                        </p:tgtEl>
                                      </p:cBhvr>
                                    </p:animEffect>
                                    <p:set>
                                      <p:cBhvr>
                                        <p:cTn id="49" dur="1" fill="hold">
                                          <p:stCondLst>
                                            <p:cond delay="499"/>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3" grpId="0" animBg="1"/>
      <p:bldP spid="39" grpId="0" animBg="1"/>
      <p:bldP spid="36" grpId="0" animBg="1"/>
      <p:bldP spid="14" grpId="0" animBg="1"/>
      <p:bldP spid="15" grpId="0" animBg="1"/>
      <p:bldP spid="16" grpId="0" animBg="1"/>
      <p:bldP spid="17" grpId="0" animBg="1"/>
      <p:bldP spid="32"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bwMode="auto">
          <a:xfrm>
            <a:off x="7096125" y="1463674"/>
            <a:ext cx="4572000" cy="2560320"/>
          </a:xfrm>
          <a:prstGeom prst="rect">
            <a:avLst/>
          </a:prstGeom>
          <a:solidFill>
            <a:schemeClr val="tx1">
              <a:lumMod val="10000"/>
              <a:lumOff val="9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36" tIns="45718" rIns="91436" bIns="45718" numCol="1" spcCol="0" rtlCol="0" fromWordArt="0" anchor="t" anchorCtr="0" forceAA="0" compatLnSpc="1">
            <a:prstTxWarp prst="textNoShape">
              <a:avLst/>
            </a:prstTxWarp>
            <a:noAutofit/>
          </a:bodyPr>
          <a:lstStyle/>
          <a:p>
            <a:pPr defTabSz="914099" fontAlgn="base">
              <a:spcBef>
                <a:spcPct val="0"/>
              </a:spcBef>
              <a:spcAft>
                <a:spcPct val="0"/>
              </a:spcAft>
            </a:pPr>
            <a:r>
              <a:rPr lang="en-US" sz="2400" dirty="0">
                <a:ln>
                  <a:solidFill>
                    <a:schemeClr val="bg1">
                      <a:alpha val="0"/>
                    </a:schemeClr>
                  </a:solidFill>
                </a:ln>
                <a:solidFill>
                  <a:srgbClr val="595959"/>
                </a:solidFill>
              </a:rPr>
              <a:t>Role Instance</a:t>
            </a:r>
          </a:p>
        </p:txBody>
      </p:sp>
      <p:sp>
        <p:nvSpPr>
          <p:cNvPr id="2" name="Title 1"/>
          <p:cNvSpPr>
            <a:spLocks noGrp="1"/>
          </p:cNvSpPr>
          <p:nvPr>
            <p:ph type="title"/>
          </p:nvPr>
        </p:nvSpPr>
        <p:spPr>
          <a:xfrm>
            <a:off x="519112" y="228600"/>
            <a:ext cx="11149013" cy="747897"/>
          </a:xfrm>
        </p:spPr>
        <p:txBody>
          <a:bodyPr/>
          <a:lstStyle/>
          <a:p>
            <a:r>
              <a:rPr lang="en-US" dirty="0"/>
              <a:t>Windows Azure Diagnostics</a:t>
            </a:r>
          </a:p>
        </p:txBody>
      </p:sp>
      <p:sp>
        <p:nvSpPr>
          <p:cNvPr id="3" name="Content Placeholder 2"/>
          <p:cNvSpPr>
            <a:spLocks noGrp="1"/>
          </p:cNvSpPr>
          <p:nvPr>
            <p:ph sz="quarter" idx="10"/>
          </p:nvPr>
        </p:nvSpPr>
        <p:spPr>
          <a:xfrm>
            <a:off x="519112" y="1463675"/>
            <a:ext cx="7806022" cy="4662815"/>
          </a:xfrm>
        </p:spPr>
        <p:txBody>
          <a:bodyPr/>
          <a:lstStyle/>
          <a:p>
            <a:r>
              <a:rPr lang="en-US" sz="2800" dirty="0">
                <a:solidFill>
                  <a:schemeClr val="accent2">
                    <a:alpha val="99000"/>
                  </a:schemeClr>
                </a:solidFill>
                <a:latin typeface="Segoe UI Light" pitchFamily="34" charset="0"/>
              </a:rPr>
              <a:t>Role Instance Starts</a:t>
            </a:r>
          </a:p>
          <a:p>
            <a:r>
              <a:rPr lang="en-US" sz="2800" dirty="0">
                <a:solidFill>
                  <a:schemeClr val="accent2">
                    <a:alpha val="99000"/>
                  </a:schemeClr>
                </a:solidFill>
                <a:latin typeface="Segoe UI Light" pitchFamily="34" charset="0"/>
              </a:rPr>
              <a:t>Diagnostic Monitor Starts</a:t>
            </a:r>
          </a:p>
          <a:p>
            <a:r>
              <a:rPr lang="en-US" sz="2800" dirty="0">
                <a:solidFill>
                  <a:schemeClr val="accent2">
                    <a:alpha val="99000"/>
                  </a:schemeClr>
                </a:solidFill>
                <a:latin typeface="Segoe UI Light" pitchFamily="34" charset="0"/>
              </a:rPr>
              <a:t>Monitor is configured</a:t>
            </a:r>
          </a:p>
          <a:p>
            <a:pPr marL="0" lvl="1"/>
            <a:r>
              <a:rPr lang="en-US" sz="1800" dirty="0"/>
              <a:t>Imperatively at Start time</a:t>
            </a:r>
          </a:p>
          <a:p>
            <a:pPr marL="0" lvl="1"/>
            <a:r>
              <a:rPr lang="en-US" sz="1800" dirty="0"/>
              <a:t>Remotely any time</a:t>
            </a:r>
          </a:p>
          <a:p>
            <a:pPr marL="0" lvl="1"/>
            <a:r>
              <a:rPr lang="en-US" sz="1800" dirty="0"/>
              <a:t>Configuration is saved in Storage</a:t>
            </a:r>
          </a:p>
          <a:p>
            <a:r>
              <a:rPr lang="en-US" sz="2800" dirty="0">
                <a:solidFill>
                  <a:schemeClr val="accent2">
                    <a:alpha val="99000"/>
                  </a:schemeClr>
                </a:solidFill>
                <a:latin typeface="Segoe UI Light" pitchFamily="34" charset="0"/>
              </a:rPr>
              <a:t>Monitor buffers data locally</a:t>
            </a:r>
          </a:p>
          <a:p>
            <a:pPr marL="0" lvl="1"/>
            <a:r>
              <a:rPr lang="en-US" sz="1800" dirty="0"/>
              <a:t>User can set a quota (FIFO)</a:t>
            </a:r>
          </a:p>
          <a:p>
            <a:r>
              <a:rPr lang="en-US" sz="2800" dirty="0">
                <a:solidFill>
                  <a:schemeClr val="accent2">
                    <a:alpha val="99000"/>
                  </a:schemeClr>
                </a:solidFill>
                <a:latin typeface="Segoe UI Light" pitchFamily="34" charset="0"/>
              </a:rPr>
              <a:t>User initiates transfer to storage from local buffer</a:t>
            </a:r>
          </a:p>
          <a:p>
            <a:pPr marL="0" lvl="1"/>
            <a:r>
              <a:rPr lang="en-US" sz="1800" dirty="0"/>
              <a:t>Scheduled </a:t>
            </a:r>
          </a:p>
          <a:p>
            <a:pPr marL="0" lvl="1"/>
            <a:r>
              <a:rPr lang="en-US" sz="1800" dirty="0"/>
              <a:t>On Demand</a:t>
            </a:r>
          </a:p>
        </p:txBody>
      </p:sp>
      <p:sp>
        <p:nvSpPr>
          <p:cNvPr id="6" name="Rectangle 5"/>
          <p:cNvSpPr/>
          <p:nvPr/>
        </p:nvSpPr>
        <p:spPr bwMode="auto">
          <a:xfrm>
            <a:off x="7187565" y="1950085"/>
            <a:ext cx="1828800" cy="731520"/>
          </a:xfrm>
          <a:prstGeom prst="rect">
            <a:avLst/>
          </a:prstGeom>
          <a:solidFill>
            <a:schemeClr val="accent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2000" dirty="0">
                <a:ln>
                  <a:solidFill>
                    <a:schemeClr val="bg1">
                      <a:alpha val="0"/>
                    </a:schemeClr>
                  </a:solidFill>
                </a:ln>
                <a:gradFill>
                  <a:gsLst>
                    <a:gs pos="0">
                      <a:srgbClr val="FFFFFF"/>
                    </a:gs>
                    <a:gs pos="100000">
                      <a:srgbClr val="FFFFFF"/>
                    </a:gs>
                  </a:gsLst>
                  <a:lin ang="5400000" scaled="0"/>
                </a:gradFill>
              </a:rPr>
              <a:t>Role</a:t>
            </a:r>
          </a:p>
        </p:txBody>
      </p:sp>
      <p:sp>
        <p:nvSpPr>
          <p:cNvPr id="32" name="Down Arrow 31"/>
          <p:cNvSpPr/>
          <p:nvPr/>
        </p:nvSpPr>
        <p:spPr bwMode="auto">
          <a:xfrm>
            <a:off x="9107805" y="4023994"/>
            <a:ext cx="548640" cy="640080"/>
          </a:xfrm>
          <a:prstGeom prst="downArrow">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200" dirty="0">
              <a:gradFill>
                <a:gsLst>
                  <a:gs pos="0">
                    <a:srgbClr val="FFFFFF"/>
                  </a:gs>
                  <a:gs pos="100000">
                    <a:srgbClr val="FFFFFF"/>
                  </a:gs>
                </a:gsLst>
                <a:lin ang="5400000" scaled="0"/>
              </a:gradFill>
            </a:endParaRPr>
          </a:p>
        </p:txBody>
      </p:sp>
      <p:grpSp>
        <p:nvGrpSpPr>
          <p:cNvPr id="11" name="Group 10"/>
          <p:cNvGrpSpPr/>
          <p:nvPr/>
        </p:nvGrpSpPr>
        <p:grpSpPr>
          <a:xfrm>
            <a:off x="7999551" y="4751386"/>
            <a:ext cx="2516049" cy="1508559"/>
            <a:chOff x="8793360" y="5181022"/>
            <a:chExt cx="844133" cy="506121"/>
          </a:xfrm>
        </p:grpSpPr>
        <p:sp>
          <p:nvSpPr>
            <p:cNvPr id="34" name="Freeform 6"/>
            <p:cNvSpPr>
              <a:spLocks/>
            </p:cNvSpPr>
            <p:nvPr/>
          </p:nvSpPr>
          <p:spPr bwMode="auto">
            <a:xfrm>
              <a:off x="9034154" y="5181022"/>
              <a:ext cx="603339" cy="323315"/>
            </a:xfrm>
            <a:custGeom>
              <a:avLst/>
              <a:gdLst>
                <a:gd name="T0" fmla="*/ 138 w 189"/>
                <a:gd name="T1" fmla="*/ 0 h 101"/>
                <a:gd name="T2" fmla="*/ 94 w 189"/>
                <a:gd name="T3" fmla="*/ 26 h 101"/>
                <a:gd name="T4" fmla="*/ 75 w 189"/>
                <a:gd name="T5" fmla="*/ 21 h 101"/>
                <a:gd name="T6" fmla="*/ 40 w 189"/>
                <a:gd name="T7" fmla="*/ 42 h 101"/>
                <a:gd name="T8" fmla="*/ 29 w 189"/>
                <a:gd name="T9" fmla="*/ 40 h 101"/>
                <a:gd name="T10" fmla="*/ 0 w 189"/>
                <a:gd name="T11" fmla="*/ 64 h 101"/>
                <a:gd name="T12" fmla="*/ 11 w 189"/>
                <a:gd name="T13" fmla="*/ 62 h 101"/>
                <a:gd name="T14" fmla="*/ 30 w 189"/>
                <a:gd name="T15" fmla="*/ 66 h 101"/>
                <a:gd name="T16" fmla="*/ 82 w 189"/>
                <a:gd name="T17" fmla="*/ 39 h 101"/>
                <a:gd name="T18" fmla="*/ 145 w 189"/>
                <a:gd name="T19" fmla="*/ 101 h 101"/>
                <a:gd name="T20" fmla="*/ 189 w 189"/>
                <a:gd name="T21" fmla="*/ 51 h 101"/>
                <a:gd name="T22" fmla="*/ 138 w 189"/>
                <a:gd name="T23" fmla="*/ 0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9" h="101">
                  <a:moveTo>
                    <a:pt x="138" y="0"/>
                  </a:moveTo>
                  <a:cubicBezTo>
                    <a:pt x="119" y="0"/>
                    <a:pt x="103" y="10"/>
                    <a:pt x="94" y="26"/>
                  </a:cubicBezTo>
                  <a:cubicBezTo>
                    <a:pt x="89" y="23"/>
                    <a:pt x="82" y="21"/>
                    <a:pt x="75" y="21"/>
                  </a:cubicBezTo>
                  <a:cubicBezTo>
                    <a:pt x="60" y="21"/>
                    <a:pt x="46" y="30"/>
                    <a:pt x="40" y="42"/>
                  </a:cubicBezTo>
                  <a:cubicBezTo>
                    <a:pt x="36" y="41"/>
                    <a:pt x="33" y="40"/>
                    <a:pt x="29" y="40"/>
                  </a:cubicBezTo>
                  <a:cubicBezTo>
                    <a:pt x="15" y="40"/>
                    <a:pt x="3" y="50"/>
                    <a:pt x="0" y="64"/>
                  </a:cubicBezTo>
                  <a:cubicBezTo>
                    <a:pt x="3" y="63"/>
                    <a:pt x="7" y="62"/>
                    <a:pt x="11" y="62"/>
                  </a:cubicBezTo>
                  <a:cubicBezTo>
                    <a:pt x="17" y="62"/>
                    <a:pt x="24" y="64"/>
                    <a:pt x="30" y="66"/>
                  </a:cubicBezTo>
                  <a:cubicBezTo>
                    <a:pt x="42" y="49"/>
                    <a:pt x="61" y="39"/>
                    <a:pt x="82" y="39"/>
                  </a:cubicBezTo>
                  <a:cubicBezTo>
                    <a:pt x="117" y="39"/>
                    <a:pt x="145" y="67"/>
                    <a:pt x="145" y="101"/>
                  </a:cubicBezTo>
                  <a:cubicBezTo>
                    <a:pt x="170" y="98"/>
                    <a:pt x="189" y="77"/>
                    <a:pt x="189" y="51"/>
                  </a:cubicBezTo>
                  <a:cubicBezTo>
                    <a:pt x="189" y="22"/>
                    <a:pt x="167" y="0"/>
                    <a:pt x="138" y="0"/>
                  </a:cubicBezTo>
                  <a:close/>
                </a:path>
              </a:pathLst>
            </a:custGeom>
            <a:solidFill>
              <a:schemeClr val="accent2"/>
            </a:solidFill>
            <a:ln w="6350">
              <a:noFill/>
            </a:ln>
          </p:spPr>
          <p:txBody>
            <a:bodyPr vert="horz" wrap="square" lIns="91440" tIns="45720" rIns="91440" bIns="45720" numCol="1" anchor="t" anchorCtr="0" compatLnSpc="1">
              <a:prstTxWarp prst="textNoShape">
                <a:avLst/>
              </a:prstTxWarp>
            </a:bodyPr>
            <a:lstStyle/>
            <a:p>
              <a:endParaRPr lang="en-US" dirty="0"/>
            </a:p>
          </p:txBody>
        </p:sp>
        <p:sp>
          <p:nvSpPr>
            <p:cNvPr id="35" name="Freeform 7"/>
            <p:cNvSpPr>
              <a:spLocks/>
            </p:cNvSpPr>
            <p:nvPr/>
          </p:nvSpPr>
          <p:spPr bwMode="auto">
            <a:xfrm>
              <a:off x="8793360" y="5321893"/>
              <a:ext cx="684505" cy="365250"/>
            </a:xfrm>
            <a:custGeom>
              <a:avLst/>
              <a:gdLst>
                <a:gd name="T0" fmla="*/ 157 w 214"/>
                <a:gd name="T1" fmla="*/ 0 h 114"/>
                <a:gd name="T2" fmla="*/ 107 w 214"/>
                <a:gd name="T3" fmla="*/ 29 h 114"/>
                <a:gd name="T4" fmla="*/ 86 w 214"/>
                <a:gd name="T5" fmla="*/ 23 h 114"/>
                <a:gd name="T6" fmla="*/ 46 w 214"/>
                <a:gd name="T7" fmla="*/ 48 h 114"/>
                <a:gd name="T8" fmla="*/ 34 w 214"/>
                <a:gd name="T9" fmla="*/ 45 h 114"/>
                <a:gd name="T10" fmla="*/ 0 w 214"/>
                <a:gd name="T11" fmla="*/ 80 h 114"/>
                <a:gd name="T12" fmla="*/ 34 w 214"/>
                <a:gd name="T13" fmla="*/ 114 h 114"/>
                <a:gd name="T14" fmla="*/ 86 w 214"/>
                <a:gd name="T15" fmla="*/ 114 h 114"/>
                <a:gd name="T16" fmla="*/ 157 w 214"/>
                <a:gd name="T17" fmla="*/ 114 h 114"/>
                <a:gd name="T18" fmla="*/ 214 w 214"/>
                <a:gd name="T19" fmla="*/ 57 h 114"/>
                <a:gd name="T20" fmla="*/ 157 w 214"/>
                <a:gd name="T21"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4" h="114">
                  <a:moveTo>
                    <a:pt x="157" y="0"/>
                  </a:moveTo>
                  <a:cubicBezTo>
                    <a:pt x="136" y="0"/>
                    <a:pt x="117" y="11"/>
                    <a:pt x="107" y="29"/>
                  </a:cubicBezTo>
                  <a:cubicBezTo>
                    <a:pt x="101" y="25"/>
                    <a:pt x="94" y="23"/>
                    <a:pt x="86" y="23"/>
                  </a:cubicBezTo>
                  <a:cubicBezTo>
                    <a:pt x="69" y="23"/>
                    <a:pt x="54" y="33"/>
                    <a:pt x="46" y="48"/>
                  </a:cubicBezTo>
                  <a:cubicBezTo>
                    <a:pt x="42" y="46"/>
                    <a:pt x="38" y="45"/>
                    <a:pt x="34" y="45"/>
                  </a:cubicBezTo>
                  <a:cubicBezTo>
                    <a:pt x="15" y="45"/>
                    <a:pt x="0" y="61"/>
                    <a:pt x="0" y="80"/>
                  </a:cubicBezTo>
                  <a:cubicBezTo>
                    <a:pt x="0" y="99"/>
                    <a:pt x="15" y="114"/>
                    <a:pt x="34" y="114"/>
                  </a:cubicBezTo>
                  <a:cubicBezTo>
                    <a:pt x="86" y="114"/>
                    <a:pt x="86" y="114"/>
                    <a:pt x="86" y="114"/>
                  </a:cubicBezTo>
                  <a:cubicBezTo>
                    <a:pt x="157" y="114"/>
                    <a:pt x="157" y="114"/>
                    <a:pt x="157" y="114"/>
                  </a:cubicBezTo>
                  <a:cubicBezTo>
                    <a:pt x="189" y="114"/>
                    <a:pt x="214" y="89"/>
                    <a:pt x="214" y="57"/>
                  </a:cubicBezTo>
                  <a:cubicBezTo>
                    <a:pt x="214" y="25"/>
                    <a:pt x="189" y="0"/>
                    <a:pt x="157" y="0"/>
                  </a:cubicBezTo>
                  <a:close/>
                </a:path>
              </a:pathLst>
            </a:custGeom>
            <a:solidFill>
              <a:schemeClr val="accent2"/>
            </a:solidFill>
            <a:ln w="6350">
              <a:noFill/>
            </a:ln>
          </p:spPr>
          <p:txBody>
            <a:bodyPr vert="horz" wrap="square" lIns="91440" tIns="45720" rIns="91440" bIns="45720" numCol="1" anchor="t" anchorCtr="0" compatLnSpc="1">
              <a:prstTxWarp prst="textNoShape">
                <a:avLst/>
              </a:prstTxWarp>
            </a:bodyPr>
            <a:lstStyle/>
            <a:p>
              <a:endParaRPr lang="en-US" dirty="0"/>
            </a:p>
          </p:txBody>
        </p:sp>
      </p:grpSp>
      <p:grpSp>
        <p:nvGrpSpPr>
          <p:cNvPr id="41" name="Group 40"/>
          <p:cNvGrpSpPr/>
          <p:nvPr/>
        </p:nvGrpSpPr>
        <p:grpSpPr>
          <a:xfrm>
            <a:off x="9473565" y="1950085"/>
            <a:ext cx="2103120" cy="731520"/>
            <a:chOff x="9473565" y="1950085"/>
            <a:chExt cx="2103120" cy="731520"/>
          </a:xfrm>
        </p:grpSpPr>
        <p:sp>
          <p:nvSpPr>
            <p:cNvPr id="8" name="Rectangle 7"/>
            <p:cNvSpPr/>
            <p:nvPr/>
          </p:nvSpPr>
          <p:spPr bwMode="auto">
            <a:xfrm>
              <a:off x="9747885" y="1950085"/>
              <a:ext cx="1828800" cy="731520"/>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2000" dirty="0">
                  <a:ln>
                    <a:solidFill>
                      <a:schemeClr val="bg1">
                        <a:alpha val="0"/>
                      </a:schemeClr>
                    </a:solidFill>
                  </a:ln>
                  <a:gradFill>
                    <a:gsLst>
                      <a:gs pos="0">
                        <a:srgbClr val="FFFFFF"/>
                      </a:gs>
                      <a:gs pos="100000">
                        <a:srgbClr val="FFFFFF"/>
                      </a:gs>
                    </a:gsLst>
                    <a:lin ang="5400000" scaled="0"/>
                  </a:gradFill>
                </a:rPr>
                <a:t>Diagnostic</a:t>
              </a:r>
            </a:p>
            <a:p>
              <a:pPr algn="ctr" defTabSz="914099" fontAlgn="base">
                <a:spcBef>
                  <a:spcPct val="0"/>
                </a:spcBef>
                <a:spcAft>
                  <a:spcPct val="0"/>
                </a:spcAft>
              </a:pPr>
              <a:r>
                <a:rPr lang="en-US" sz="2000" dirty="0">
                  <a:ln>
                    <a:solidFill>
                      <a:schemeClr val="bg1">
                        <a:alpha val="0"/>
                      </a:schemeClr>
                    </a:solidFill>
                  </a:ln>
                  <a:gradFill>
                    <a:gsLst>
                      <a:gs pos="0">
                        <a:srgbClr val="FFFFFF"/>
                      </a:gs>
                      <a:gs pos="100000">
                        <a:srgbClr val="FFFFFF"/>
                      </a:gs>
                    </a:gsLst>
                    <a:lin ang="5400000" scaled="0"/>
                  </a:gradFill>
                </a:rPr>
                <a:t>Monitors</a:t>
              </a:r>
            </a:p>
          </p:txBody>
        </p:sp>
        <p:cxnSp>
          <p:nvCxnSpPr>
            <p:cNvPr id="14" name="Straight Arrow Connector 13"/>
            <p:cNvCxnSpPr/>
            <p:nvPr/>
          </p:nvCxnSpPr>
          <p:spPr>
            <a:xfrm flipH="1">
              <a:off x="9473565" y="2315845"/>
              <a:ext cx="274320" cy="0"/>
            </a:xfrm>
            <a:prstGeom prst="straightConnector1">
              <a:avLst/>
            </a:prstGeom>
            <a:ln w="25400">
              <a:solidFill>
                <a:schemeClr val="accent2"/>
              </a:solidFill>
              <a:tailEnd type="oval" w="lg" len="lg"/>
            </a:ln>
          </p:spPr>
          <p:style>
            <a:lnRef idx="1">
              <a:schemeClr val="accent1"/>
            </a:lnRef>
            <a:fillRef idx="0">
              <a:schemeClr val="accent1"/>
            </a:fillRef>
            <a:effectRef idx="0">
              <a:schemeClr val="accent1"/>
            </a:effectRef>
            <a:fontRef idx="minor">
              <a:schemeClr val="tx1"/>
            </a:fontRef>
          </p:style>
        </p:cxnSp>
      </p:grpSp>
      <p:cxnSp>
        <p:nvCxnSpPr>
          <p:cNvPr id="17" name="Straight Arrow Connector 16"/>
          <p:cNvCxnSpPr>
            <a:stCxn id="6" idx="3"/>
          </p:cNvCxnSpPr>
          <p:nvPr/>
        </p:nvCxnSpPr>
        <p:spPr>
          <a:xfrm>
            <a:off x="9016365" y="2315845"/>
            <a:ext cx="640080" cy="0"/>
          </a:xfrm>
          <a:prstGeom prst="straightConnector1">
            <a:avLst/>
          </a:prstGeom>
          <a:ln w="25400">
            <a:solidFill>
              <a:schemeClr val="accent4"/>
            </a:solidFill>
            <a:tailEnd type="stealth" w="lg" len="lg"/>
          </a:ln>
        </p:spPr>
        <p:style>
          <a:lnRef idx="1">
            <a:schemeClr val="accent1"/>
          </a:lnRef>
          <a:fillRef idx="0">
            <a:schemeClr val="accent1"/>
          </a:fillRef>
          <a:effectRef idx="0">
            <a:schemeClr val="accent1"/>
          </a:effectRef>
          <a:fontRef idx="minor">
            <a:schemeClr val="tx1"/>
          </a:fontRef>
        </p:style>
      </p:cxnSp>
      <p:grpSp>
        <p:nvGrpSpPr>
          <p:cNvPr id="42" name="Group 41"/>
          <p:cNvGrpSpPr/>
          <p:nvPr/>
        </p:nvGrpSpPr>
        <p:grpSpPr>
          <a:xfrm>
            <a:off x="7736205" y="2681605"/>
            <a:ext cx="3291840" cy="1221740"/>
            <a:chOff x="7736205" y="2681605"/>
            <a:chExt cx="3291840" cy="1221740"/>
          </a:xfrm>
        </p:grpSpPr>
        <p:sp>
          <p:nvSpPr>
            <p:cNvPr id="7" name="Rectangle 6"/>
            <p:cNvSpPr/>
            <p:nvPr/>
          </p:nvSpPr>
          <p:spPr bwMode="auto">
            <a:xfrm>
              <a:off x="7736205" y="3171825"/>
              <a:ext cx="3291840" cy="73152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2000" dirty="0">
                  <a:ln>
                    <a:solidFill>
                      <a:schemeClr val="bg1">
                        <a:alpha val="0"/>
                      </a:schemeClr>
                    </a:solidFill>
                  </a:ln>
                  <a:solidFill>
                    <a:schemeClr val="bg1">
                      <a:alpha val="99000"/>
                    </a:schemeClr>
                  </a:solidFill>
                </a:rPr>
                <a:t>Local directory storage</a:t>
              </a:r>
            </a:p>
          </p:txBody>
        </p:sp>
        <p:cxnSp>
          <p:nvCxnSpPr>
            <p:cNvPr id="37" name="Straight Arrow Connector 36"/>
            <p:cNvCxnSpPr>
              <a:stCxn id="6" idx="2"/>
            </p:cNvCxnSpPr>
            <p:nvPr/>
          </p:nvCxnSpPr>
          <p:spPr>
            <a:xfrm>
              <a:off x="8101965" y="2681605"/>
              <a:ext cx="0" cy="490220"/>
            </a:xfrm>
            <a:prstGeom prst="straightConnector1">
              <a:avLst/>
            </a:prstGeom>
            <a:ln w="25400">
              <a:solidFill>
                <a:schemeClr val="accent4"/>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a:off x="10662285" y="2681605"/>
              <a:ext cx="0" cy="490220"/>
            </a:xfrm>
            <a:prstGeom prst="straightConnector1">
              <a:avLst/>
            </a:prstGeom>
            <a:ln w="25400">
              <a:solidFill>
                <a:schemeClr val="accent2"/>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p:nvPr/>
          </p:nvCxnSpPr>
          <p:spPr>
            <a:xfrm flipV="1">
              <a:off x="10338435" y="2681605"/>
              <a:ext cx="0" cy="490220"/>
            </a:xfrm>
            <a:prstGeom prst="straightConnector1">
              <a:avLst/>
            </a:prstGeom>
            <a:ln w="25400">
              <a:solidFill>
                <a:schemeClr val="accent2"/>
              </a:solidFill>
              <a:tailEnd type="stealth" w="lg" len="lg"/>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19706788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Effect transition="in" filter="fade">
                                      <p:cBhvr>
                                        <p:cTn id="18" dur="500"/>
                                        <p:tgtEl>
                                          <p:spTgt spid="3">
                                            <p:txEl>
                                              <p:pRg st="1" end="1"/>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41"/>
                                        </p:tgtEl>
                                        <p:attrNameLst>
                                          <p:attrName>style.visibility</p:attrName>
                                        </p:attrNameLst>
                                      </p:cBhvr>
                                      <p:to>
                                        <p:strVal val="visible"/>
                                      </p:to>
                                    </p:set>
                                    <p:animEffect transition="in" filter="fade">
                                      <p:cBhvr>
                                        <p:cTn id="21" dur="500"/>
                                        <p:tgtEl>
                                          <p:spTgt spid="41"/>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3">
                                            <p:txEl>
                                              <p:pRg st="2" end="2"/>
                                            </p:txEl>
                                          </p:spTgt>
                                        </p:tgtEl>
                                        <p:attrNameLst>
                                          <p:attrName>style.visibility</p:attrName>
                                        </p:attrNameLst>
                                      </p:cBhvr>
                                      <p:to>
                                        <p:strVal val="visible"/>
                                      </p:to>
                                    </p:set>
                                    <p:animEffect transition="in" filter="fade">
                                      <p:cBhvr>
                                        <p:cTn id="26" dur="500"/>
                                        <p:tgtEl>
                                          <p:spTgt spid="3">
                                            <p:txEl>
                                              <p:pRg st="2" end="2"/>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3">
                                            <p:txEl>
                                              <p:pRg st="3" end="3"/>
                                            </p:txEl>
                                          </p:spTgt>
                                        </p:tgtEl>
                                        <p:attrNameLst>
                                          <p:attrName>style.visibility</p:attrName>
                                        </p:attrNameLst>
                                      </p:cBhvr>
                                      <p:to>
                                        <p:strVal val="visible"/>
                                      </p:to>
                                    </p:set>
                                    <p:animEffect transition="in" filter="fade">
                                      <p:cBhvr>
                                        <p:cTn id="29" dur="500"/>
                                        <p:tgtEl>
                                          <p:spTgt spid="3">
                                            <p:txEl>
                                              <p:pRg st="3" end="3"/>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fade">
                                      <p:cBhvr>
                                        <p:cTn id="32" dur="500"/>
                                        <p:tgtEl>
                                          <p:spTgt spid="3">
                                            <p:txEl>
                                              <p:pRg st="4" end="4"/>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Effect transition="in" filter="fade">
                                      <p:cBhvr>
                                        <p:cTn id="35" dur="500"/>
                                        <p:tgtEl>
                                          <p:spTgt spid="3">
                                            <p:txEl>
                                              <p:pRg st="5" end="5"/>
                                            </p:txEl>
                                          </p:spTgt>
                                        </p:tgtEl>
                                      </p:cBhvr>
                                    </p:animEffect>
                                  </p:childTnLst>
                                </p:cTn>
                              </p:par>
                              <p:par>
                                <p:cTn id="36" presetID="22" presetClass="entr" presetSubtype="8" fill="hold"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wipe(left)">
                                      <p:cBhvr>
                                        <p:cTn id="38" dur="500"/>
                                        <p:tgtEl>
                                          <p:spTgt spid="17"/>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Effect transition="in" filter="fade">
                                      <p:cBhvr>
                                        <p:cTn id="43" dur="500"/>
                                        <p:tgtEl>
                                          <p:spTgt spid="3">
                                            <p:txEl>
                                              <p:pRg st="6" end="6"/>
                                            </p:txEl>
                                          </p:spTgt>
                                        </p:tgtEl>
                                      </p:cBhvr>
                                    </p:animEffect>
                                  </p:childTnLst>
                                </p:cTn>
                              </p:par>
                              <p:par>
                                <p:cTn id="44" presetID="10" presetClass="entr" presetSubtype="0" fill="hold" nodeType="withEffect">
                                  <p:stCondLst>
                                    <p:cond delay="0"/>
                                  </p:stCondLst>
                                  <p:childTnLst>
                                    <p:set>
                                      <p:cBhvr>
                                        <p:cTn id="45" dur="1" fill="hold">
                                          <p:stCondLst>
                                            <p:cond delay="0"/>
                                          </p:stCondLst>
                                        </p:cTn>
                                        <p:tgtEl>
                                          <p:spTgt spid="42"/>
                                        </p:tgtEl>
                                        <p:attrNameLst>
                                          <p:attrName>style.visibility</p:attrName>
                                        </p:attrNameLst>
                                      </p:cBhvr>
                                      <p:to>
                                        <p:strVal val="visible"/>
                                      </p:to>
                                    </p:set>
                                    <p:animEffect transition="in" filter="fade">
                                      <p:cBhvr>
                                        <p:cTn id="46" dur="500"/>
                                        <p:tgtEl>
                                          <p:spTgt spid="42"/>
                                        </p:tgtEl>
                                      </p:cBhvr>
                                    </p:animEffect>
                                  </p:childTnLst>
                                </p:cTn>
                              </p:par>
                              <p:par>
                                <p:cTn id="47" presetID="10" presetClass="entr" presetSubtype="0" fill="hold" nodeType="with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Effect transition="in" filter="fade">
                                      <p:cBhvr>
                                        <p:cTn id="49" dur="500"/>
                                        <p:tgtEl>
                                          <p:spTgt spid="3">
                                            <p:txEl>
                                              <p:pRg st="7" end="7"/>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3">
                                            <p:txEl>
                                              <p:pRg st="8" end="8"/>
                                            </p:txEl>
                                          </p:spTgt>
                                        </p:tgtEl>
                                        <p:attrNameLst>
                                          <p:attrName>style.visibility</p:attrName>
                                        </p:attrNameLst>
                                      </p:cBhvr>
                                      <p:to>
                                        <p:strVal val="visible"/>
                                      </p:to>
                                    </p:set>
                                    <p:animEffect transition="in" filter="fade">
                                      <p:cBhvr>
                                        <p:cTn id="54" dur="500"/>
                                        <p:tgtEl>
                                          <p:spTgt spid="3">
                                            <p:txEl>
                                              <p:pRg st="8" end="8"/>
                                            </p:txEl>
                                          </p:spTgt>
                                        </p:tgtEl>
                                      </p:cBhvr>
                                    </p:animEffect>
                                  </p:childTnLst>
                                </p:cTn>
                              </p:par>
                              <p:par>
                                <p:cTn id="55" presetID="10" presetClass="entr" presetSubtype="0" fill="hold" nodeType="withEffect">
                                  <p:stCondLst>
                                    <p:cond delay="0"/>
                                  </p:stCondLst>
                                  <p:childTnLst>
                                    <p:set>
                                      <p:cBhvr>
                                        <p:cTn id="56" dur="1" fill="hold">
                                          <p:stCondLst>
                                            <p:cond delay="0"/>
                                          </p:stCondLst>
                                        </p:cTn>
                                        <p:tgtEl>
                                          <p:spTgt spid="3">
                                            <p:txEl>
                                              <p:pRg st="9" end="9"/>
                                            </p:txEl>
                                          </p:spTgt>
                                        </p:tgtEl>
                                        <p:attrNameLst>
                                          <p:attrName>style.visibility</p:attrName>
                                        </p:attrNameLst>
                                      </p:cBhvr>
                                      <p:to>
                                        <p:strVal val="visible"/>
                                      </p:to>
                                    </p:set>
                                    <p:animEffect transition="in" filter="fade">
                                      <p:cBhvr>
                                        <p:cTn id="57" dur="500"/>
                                        <p:tgtEl>
                                          <p:spTgt spid="3">
                                            <p:txEl>
                                              <p:pRg st="9" end="9"/>
                                            </p:txEl>
                                          </p:spTgt>
                                        </p:tgtEl>
                                      </p:cBhvr>
                                    </p:animEffect>
                                  </p:childTnLst>
                                </p:cTn>
                              </p:par>
                              <p:par>
                                <p:cTn id="58" presetID="10" presetClass="entr" presetSubtype="0" fill="hold" nodeType="withEffect">
                                  <p:stCondLst>
                                    <p:cond delay="0"/>
                                  </p:stCondLst>
                                  <p:childTnLst>
                                    <p:set>
                                      <p:cBhvr>
                                        <p:cTn id="59" dur="1" fill="hold">
                                          <p:stCondLst>
                                            <p:cond delay="0"/>
                                          </p:stCondLst>
                                        </p:cTn>
                                        <p:tgtEl>
                                          <p:spTgt spid="3">
                                            <p:txEl>
                                              <p:pRg st="10" end="10"/>
                                            </p:txEl>
                                          </p:spTgt>
                                        </p:tgtEl>
                                        <p:attrNameLst>
                                          <p:attrName>style.visibility</p:attrName>
                                        </p:attrNameLst>
                                      </p:cBhvr>
                                      <p:to>
                                        <p:strVal val="visible"/>
                                      </p:to>
                                    </p:set>
                                    <p:animEffect transition="in" filter="fade">
                                      <p:cBhvr>
                                        <p:cTn id="60" dur="500"/>
                                        <p:tgtEl>
                                          <p:spTgt spid="3">
                                            <p:txEl>
                                              <p:pRg st="10" end="10"/>
                                            </p:txEl>
                                          </p:spTgt>
                                        </p:tgtEl>
                                      </p:cBhvr>
                                    </p:animEffect>
                                  </p:childTnLst>
                                </p:cTn>
                              </p:par>
                              <p:par>
                                <p:cTn id="61" presetID="22" presetClass="entr" presetSubtype="1" fill="hold" grpId="0" nodeType="withEffect">
                                  <p:stCondLst>
                                    <p:cond delay="0"/>
                                  </p:stCondLst>
                                  <p:childTnLst>
                                    <p:set>
                                      <p:cBhvr>
                                        <p:cTn id="62" dur="1" fill="hold">
                                          <p:stCondLst>
                                            <p:cond delay="0"/>
                                          </p:stCondLst>
                                        </p:cTn>
                                        <p:tgtEl>
                                          <p:spTgt spid="32"/>
                                        </p:tgtEl>
                                        <p:attrNameLst>
                                          <p:attrName>style.visibility</p:attrName>
                                        </p:attrNameLst>
                                      </p:cBhvr>
                                      <p:to>
                                        <p:strVal val="visible"/>
                                      </p:to>
                                    </p:set>
                                    <p:animEffect transition="in" filter="wipe(up)">
                                      <p:cBhvr>
                                        <p:cTn id="63" dur="500"/>
                                        <p:tgtEl>
                                          <p:spTgt spid="32"/>
                                        </p:tgtEl>
                                      </p:cBhvr>
                                    </p:animEffect>
                                  </p:childTnLst>
                                </p:cTn>
                              </p:par>
                              <p:par>
                                <p:cTn id="64" presetID="10" presetClass="entr" presetSubtype="0" fill="hold" nodeType="withEffect">
                                  <p:stCondLst>
                                    <p:cond delay="0"/>
                                  </p:stCondLst>
                                  <p:childTnLst>
                                    <p:set>
                                      <p:cBhvr>
                                        <p:cTn id="65" dur="1" fill="hold">
                                          <p:stCondLst>
                                            <p:cond delay="0"/>
                                          </p:stCondLst>
                                        </p:cTn>
                                        <p:tgtEl>
                                          <p:spTgt spid="11"/>
                                        </p:tgtEl>
                                        <p:attrNameLst>
                                          <p:attrName>style.visibility</p:attrName>
                                        </p:attrNameLst>
                                      </p:cBhvr>
                                      <p:to>
                                        <p:strVal val="visible"/>
                                      </p:to>
                                    </p:set>
                                    <p:animEffect transition="in" filter="fade">
                                      <p:cBhvr>
                                        <p:cTn id="66"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32"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Diagnostic Data Locations</a:t>
            </a:r>
          </a:p>
        </p:txBody>
      </p:sp>
      <p:sp>
        <p:nvSpPr>
          <p:cNvPr id="3" name="Rectangle 2"/>
          <p:cNvSpPr/>
          <p:nvPr/>
        </p:nvSpPr>
        <p:spPr bwMode="auto">
          <a:xfrm>
            <a:off x="519113" y="1467803"/>
            <a:ext cx="11149012" cy="944321"/>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2400" dirty="0">
                <a:ln>
                  <a:solidFill>
                    <a:schemeClr val="bg1">
                      <a:alpha val="0"/>
                    </a:schemeClr>
                  </a:solidFill>
                </a:ln>
                <a:solidFill>
                  <a:schemeClr val="bg1">
                    <a:alpha val="99000"/>
                  </a:schemeClr>
                </a:solidFill>
              </a:rPr>
              <a:t>WAD-Control-Container</a:t>
            </a:r>
          </a:p>
          <a:p>
            <a:pPr algn="ctr" defTabSz="914099" fontAlgn="base">
              <a:spcBef>
                <a:spcPct val="0"/>
              </a:spcBef>
              <a:spcAft>
                <a:spcPct val="0"/>
              </a:spcAft>
            </a:pPr>
            <a:r>
              <a:rPr lang="en-US" sz="2400" dirty="0">
                <a:ln>
                  <a:solidFill>
                    <a:schemeClr val="bg1">
                      <a:alpha val="0"/>
                    </a:schemeClr>
                  </a:solidFill>
                </a:ln>
                <a:solidFill>
                  <a:schemeClr val="bg1">
                    <a:alpha val="99000"/>
                  </a:schemeClr>
                </a:solidFill>
              </a:rPr>
              <a:t>Contains XML Configuration for each Role  Instance in the Service</a:t>
            </a:r>
          </a:p>
        </p:txBody>
      </p:sp>
      <p:graphicFrame>
        <p:nvGraphicFramePr>
          <p:cNvPr id="4" name="Content Placeholder 3"/>
          <p:cNvGraphicFramePr>
            <a:graphicFrameLocks/>
          </p:cNvGraphicFramePr>
          <p:nvPr>
            <p:extLst>
              <p:ext uri="{D42A27DB-BD31-4B8C-83A1-F6EECF244321}">
                <p14:modId xmlns:p14="http://schemas.microsoft.com/office/powerpoint/2010/main" val="1029605283"/>
              </p:ext>
            </p:extLst>
          </p:nvPr>
        </p:nvGraphicFramePr>
        <p:xfrm>
          <a:off x="519112" y="2429926"/>
          <a:ext cx="11155680" cy="3769181"/>
        </p:xfrm>
        <a:graphic>
          <a:graphicData uri="http://schemas.openxmlformats.org/drawingml/2006/table">
            <a:tbl>
              <a:tblPr firstRow="1" bandRow="1">
                <a:tableStyleId>{5C22544A-7EE6-4342-B048-85BDC9FD1C3A}</a:tableStyleId>
              </a:tblPr>
              <a:tblGrid>
                <a:gridCol w="4572000">
                  <a:extLst>
                    <a:ext uri="{9D8B030D-6E8A-4147-A177-3AD203B41FA5}">
                      <a16:colId xmlns:a16="http://schemas.microsoft.com/office/drawing/2014/main" val="20000"/>
                    </a:ext>
                  </a:extLst>
                </a:gridCol>
                <a:gridCol w="6583680">
                  <a:extLst>
                    <a:ext uri="{9D8B030D-6E8A-4147-A177-3AD203B41FA5}">
                      <a16:colId xmlns:a16="http://schemas.microsoft.com/office/drawing/2014/main" val="20001"/>
                    </a:ext>
                  </a:extLst>
                </a:gridCol>
              </a:tblGrid>
              <a:tr h="483343">
                <a:tc>
                  <a:txBody>
                    <a:bodyPr/>
                    <a:lstStyle/>
                    <a:p>
                      <a:pPr algn="l"/>
                      <a:r>
                        <a:rPr lang="en-US" sz="2000" b="0" cap="all" baseline="0" dirty="0">
                          <a:ln>
                            <a:solidFill>
                              <a:schemeClr val="bg1">
                                <a:alpha val="0"/>
                              </a:schemeClr>
                            </a:solidFill>
                          </a:ln>
                          <a:solidFill>
                            <a:schemeClr val="bg1">
                              <a:alpha val="99000"/>
                            </a:schemeClr>
                          </a:solidFill>
                        </a:rPr>
                        <a:t>Diagnostic Data</a:t>
                      </a:r>
                    </a:p>
                  </a:txBody>
                  <a:tcPr marL="121888" marR="121888"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4"/>
                    </a:solidFill>
                  </a:tcPr>
                </a:tc>
                <a:tc>
                  <a:txBody>
                    <a:bodyPr/>
                    <a:lstStyle/>
                    <a:p>
                      <a:pPr algn="l"/>
                      <a:r>
                        <a:rPr lang="en-US" sz="2000" b="0" cap="all" baseline="0" dirty="0">
                          <a:ln>
                            <a:solidFill>
                              <a:schemeClr val="bg1">
                                <a:alpha val="0"/>
                              </a:schemeClr>
                            </a:solidFill>
                          </a:ln>
                          <a:solidFill>
                            <a:schemeClr val="bg1">
                              <a:alpha val="99000"/>
                            </a:schemeClr>
                          </a:solidFill>
                        </a:rPr>
                        <a:t>Location</a:t>
                      </a:r>
                      <a:r>
                        <a:rPr lang="en-US" sz="2000" b="0" cap="all" baseline="0" dirty="0">
                          <a:ln>
                            <a:solidFill>
                              <a:schemeClr val="bg1">
                                <a:alpha val="0"/>
                              </a:schemeClr>
                            </a:solidFill>
                          </a:ln>
                          <a:solidFill>
                            <a:schemeClr val="bg1"/>
                          </a:solidFill>
                        </a:rPr>
                        <a:t> in Storage</a:t>
                      </a:r>
                    </a:p>
                  </a:txBody>
                  <a:tcPr marL="121888" marR="121888"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accent4"/>
                    </a:solidFill>
                  </a:tcPr>
                </a:tc>
                <a:extLst>
                  <a:ext uri="{0D108BD9-81ED-4DB2-BD59-A6C34878D82A}">
                    <a16:rowId xmlns:a16="http://schemas.microsoft.com/office/drawing/2014/main" val="10000"/>
                  </a:ext>
                </a:extLst>
              </a:tr>
              <a:tr h="386674">
                <a:tc>
                  <a:txBody>
                    <a:bodyPr/>
                    <a:lstStyle/>
                    <a:p>
                      <a:r>
                        <a:rPr lang="en-US" sz="1600" b="0" dirty="0">
                          <a:ln>
                            <a:solidFill>
                              <a:schemeClr val="bg1">
                                <a:alpha val="0"/>
                              </a:schemeClr>
                            </a:solidFill>
                          </a:ln>
                          <a:solidFill>
                            <a:srgbClr val="6F6F6F">
                              <a:alpha val="99000"/>
                            </a:srgbClr>
                          </a:solidFill>
                        </a:rPr>
                        <a:t>Windows Event Logs</a:t>
                      </a:r>
                    </a:p>
                  </a:txBody>
                  <a:tcPr marL="121888" marR="121888"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r>
                        <a:rPr lang="en-US" sz="1600" b="0" kern="1200" dirty="0">
                          <a:ln>
                            <a:solidFill>
                              <a:schemeClr val="bg1">
                                <a:alpha val="0"/>
                              </a:schemeClr>
                            </a:solidFill>
                          </a:ln>
                          <a:solidFill>
                            <a:srgbClr val="6F6F6F">
                              <a:alpha val="99000"/>
                            </a:srgbClr>
                          </a:solidFill>
                          <a:effectLst/>
                          <a:latin typeface="+mn-lt"/>
                          <a:ea typeface="+mn-ea"/>
                          <a:cs typeface="+mn-cs"/>
                        </a:rPr>
                        <a:t>WADWindowsEventLogsTable </a:t>
                      </a:r>
                      <a:endParaRPr lang="en-US" sz="1600" b="0" dirty="0">
                        <a:ln>
                          <a:solidFill>
                            <a:schemeClr val="bg1">
                              <a:alpha val="0"/>
                            </a:schemeClr>
                          </a:solidFill>
                        </a:ln>
                        <a:solidFill>
                          <a:srgbClr val="6F6F6F">
                            <a:alpha val="99000"/>
                          </a:srgbClr>
                        </a:solidFill>
                      </a:endParaRPr>
                    </a:p>
                  </a:txBody>
                  <a:tcPr marL="121888" marR="121888"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1"/>
                  </a:ext>
                </a:extLst>
              </a:tr>
              <a:tr h="386674">
                <a:tc>
                  <a:txBody>
                    <a:bodyPr/>
                    <a:lstStyle/>
                    <a:p>
                      <a:r>
                        <a:rPr lang="en-US" sz="1600" b="0" dirty="0">
                          <a:ln>
                            <a:solidFill>
                              <a:schemeClr val="bg1">
                                <a:alpha val="0"/>
                              </a:schemeClr>
                            </a:solidFill>
                          </a:ln>
                          <a:solidFill>
                            <a:srgbClr val="6F6F6F">
                              <a:alpha val="99000"/>
                            </a:srgbClr>
                          </a:solidFill>
                        </a:rPr>
                        <a:t>Performance Counters </a:t>
                      </a:r>
                    </a:p>
                    <a:p>
                      <a:r>
                        <a:rPr lang="en-US" sz="1600" b="0" dirty="0">
                          <a:ln>
                            <a:solidFill>
                              <a:schemeClr val="bg1">
                                <a:alpha val="0"/>
                              </a:schemeClr>
                            </a:solidFill>
                          </a:ln>
                          <a:solidFill>
                            <a:srgbClr val="6F6F6F">
                              <a:alpha val="99000"/>
                            </a:srgbClr>
                          </a:solidFill>
                        </a:rPr>
                        <a:t>(including custom performance counters)</a:t>
                      </a:r>
                    </a:p>
                  </a:txBody>
                  <a:tcPr marL="121888" marR="121888"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r>
                        <a:rPr lang="en-US" sz="1600" b="0" kern="1200" dirty="0">
                          <a:ln>
                            <a:solidFill>
                              <a:schemeClr val="bg1">
                                <a:alpha val="0"/>
                              </a:schemeClr>
                            </a:solidFill>
                          </a:ln>
                          <a:solidFill>
                            <a:srgbClr val="6F6F6F">
                              <a:alpha val="99000"/>
                            </a:srgbClr>
                          </a:solidFill>
                          <a:effectLst/>
                          <a:latin typeface="+mn-lt"/>
                          <a:ea typeface="+mn-ea"/>
                          <a:cs typeface="+mn-cs"/>
                        </a:rPr>
                        <a:t>WADPerformanceCountersTable</a:t>
                      </a:r>
                      <a:endParaRPr lang="en-US" sz="1600" b="0" dirty="0">
                        <a:ln>
                          <a:solidFill>
                            <a:schemeClr val="bg1">
                              <a:alpha val="0"/>
                            </a:schemeClr>
                          </a:solidFill>
                        </a:ln>
                        <a:solidFill>
                          <a:srgbClr val="6F6F6F">
                            <a:alpha val="99000"/>
                          </a:srgbClr>
                        </a:solidFill>
                      </a:endParaRPr>
                    </a:p>
                  </a:txBody>
                  <a:tcPr marL="121888" marR="121888"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386674">
                <a:tc>
                  <a:txBody>
                    <a:bodyPr/>
                    <a:lstStyle/>
                    <a:p>
                      <a:r>
                        <a:rPr lang="en-US" sz="1600" b="0" dirty="0">
                          <a:ln>
                            <a:solidFill>
                              <a:schemeClr val="bg1">
                                <a:alpha val="0"/>
                              </a:schemeClr>
                            </a:solidFill>
                          </a:ln>
                          <a:solidFill>
                            <a:srgbClr val="6F6F6F">
                              <a:alpha val="99000"/>
                            </a:srgbClr>
                          </a:solidFill>
                        </a:rPr>
                        <a:t>Windows</a:t>
                      </a:r>
                      <a:r>
                        <a:rPr lang="en-US" sz="1600" b="0" baseline="0" dirty="0">
                          <a:ln>
                            <a:solidFill>
                              <a:schemeClr val="bg1">
                                <a:alpha val="0"/>
                              </a:schemeClr>
                            </a:solidFill>
                          </a:ln>
                          <a:solidFill>
                            <a:srgbClr val="6F6F6F">
                              <a:alpha val="99000"/>
                            </a:srgbClr>
                          </a:solidFill>
                        </a:rPr>
                        <a:t> Azure Logs</a:t>
                      </a:r>
                      <a:endParaRPr lang="en-US" sz="1600" b="0" dirty="0">
                        <a:ln>
                          <a:solidFill>
                            <a:schemeClr val="bg1">
                              <a:alpha val="0"/>
                            </a:schemeClr>
                          </a:solidFill>
                        </a:ln>
                        <a:solidFill>
                          <a:srgbClr val="6F6F6F">
                            <a:alpha val="99000"/>
                          </a:srgbClr>
                        </a:solidFill>
                      </a:endParaRPr>
                    </a:p>
                  </a:txBody>
                  <a:tcPr marL="121888" marR="121888"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r>
                        <a:rPr lang="en-US" sz="1600" b="0" kern="1200" dirty="0">
                          <a:ln>
                            <a:solidFill>
                              <a:schemeClr val="bg1">
                                <a:alpha val="0"/>
                              </a:schemeClr>
                            </a:solidFill>
                          </a:ln>
                          <a:solidFill>
                            <a:srgbClr val="6F6F6F">
                              <a:alpha val="99000"/>
                            </a:srgbClr>
                          </a:solidFill>
                          <a:effectLst/>
                          <a:latin typeface="+mn-lt"/>
                          <a:ea typeface="+mn-ea"/>
                          <a:cs typeface="+mn-cs"/>
                        </a:rPr>
                        <a:t>WADLogsTable</a:t>
                      </a:r>
                      <a:endParaRPr lang="en-US" sz="1600" b="0" dirty="0">
                        <a:ln>
                          <a:solidFill>
                            <a:schemeClr val="bg1">
                              <a:alpha val="0"/>
                            </a:schemeClr>
                          </a:solidFill>
                        </a:ln>
                        <a:solidFill>
                          <a:srgbClr val="6F6F6F">
                            <a:alpha val="99000"/>
                          </a:srgbClr>
                        </a:solidFill>
                      </a:endParaRPr>
                    </a:p>
                  </a:txBody>
                  <a:tcPr marL="121888" marR="121888"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3"/>
                  </a:ext>
                </a:extLst>
              </a:tr>
              <a:tr h="386674">
                <a:tc>
                  <a:txBody>
                    <a:bodyPr/>
                    <a:lstStyle/>
                    <a:p>
                      <a:r>
                        <a:rPr lang="en-US" sz="1600" b="0" dirty="0">
                          <a:ln>
                            <a:solidFill>
                              <a:schemeClr val="bg1">
                                <a:alpha val="0"/>
                              </a:schemeClr>
                            </a:solidFill>
                          </a:ln>
                          <a:solidFill>
                            <a:srgbClr val="6F6F6F">
                              <a:alpha val="99000"/>
                            </a:srgbClr>
                          </a:solidFill>
                        </a:rPr>
                        <a:t>Diagnostic</a:t>
                      </a:r>
                      <a:r>
                        <a:rPr lang="en-US" sz="1600" b="0" baseline="0" dirty="0">
                          <a:ln>
                            <a:solidFill>
                              <a:schemeClr val="bg1">
                                <a:alpha val="0"/>
                              </a:schemeClr>
                            </a:solidFill>
                          </a:ln>
                          <a:solidFill>
                            <a:srgbClr val="6F6F6F">
                              <a:alpha val="99000"/>
                            </a:srgbClr>
                          </a:solidFill>
                        </a:rPr>
                        <a:t> Infrastructure Logs</a:t>
                      </a:r>
                      <a:endParaRPr lang="en-US" sz="1600" b="0" dirty="0">
                        <a:ln>
                          <a:solidFill>
                            <a:schemeClr val="bg1">
                              <a:alpha val="0"/>
                            </a:schemeClr>
                          </a:solidFill>
                        </a:ln>
                        <a:solidFill>
                          <a:srgbClr val="6F6F6F">
                            <a:alpha val="99000"/>
                          </a:srgbClr>
                        </a:solidFill>
                      </a:endParaRPr>
                    </a:p>
                  </a:txBody>
                  <a:tcPr marL="121888" marR="121888"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r>
                        <a:rPr lang="en-US" sz="1600" b="0" dirty="0">
                          <a:ln>
                            <a:solidFill>
                              <a:schemeClr val="bg1">
                                <a:alpha val="0"/>
                              </a:schemeClr>
                            </a:solidFill>
                          </a:ln>
                          <a:solidFill>
                            <a:srgbClr val="6F6F6F">
                              <a:alpha val="99000"/>
                            </a:srgbClr>
                          </a:solidFill>
                        </a:rPr>
                        <a:t>WADDiagnosticInfrastructureLogsTable </a:t>
                      </a:r>
                    </a:p>
                  </a:txBody>
                  <a:tcPr marL="121888" marR="121888"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4"/>
                  </a:ext>
                </a:extLst>
              </a:tr>
              <a:tr h="386674">
                <a:tc>
                  <a:txBody>
                    <a:bodyPr/>
                    <a:lstStyle/>
                    <a:p>
                      <a:r>
                        <a:rPr lang="en-US" sz="1600" b="0" dirty="0">
                          <a:ln>
                            <a:solidFill>
                              <a:schemeClr val="bg1">
                                <a:alpha val="0"/>
                              </a:schemeClr>
                            </a:solidFill>
                          </a:ln>
                          <a:solidFill>
                            <a:srgbClr val="6F6F6F">
                              <a:alpha val="99000"/>
                            </a:srgbClr>
                          </a:solidFill>
                        </a:rPr>
                        <a:t>IIS Logs</a:t>
                      </a:r>
                    </a:p>
                  </a:txBody>
                  <a:tcPr marL="121888" marR="121888"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r>
                        <a:rPr lang="en-US" sz="1600" b="0" kern="1200" dirty="0">
                          <a:ln>
                            <a:solidFill>
                              <a:schemeClr val="bg1">
                                <a:alpha val="0"/>
                              </a:schemeClr>
                            </a:solidFill>
                          </a:ln>
                          <a:solidFill>
                            <a:srgbClr val="6F6F6F">
                              <a:alpha val="99000"/>
                            </a:srgbClr>
                          </a:solidFill>
                          <a:effectLst/>
                          <a:latin typeface="+mn-lt"/>
                          <a:ea typeface="+mn-ea"/>
                          <a:cs typeface="+mn-cs"/>
                        </a:rPr>
                        <a:t>wad-iis-logfiles </a:t>
                      </a:r>
                      <a:r>
                        <a:rPr lang="en-US" sz="1600" b="0" kern="1200" baseline="0" dirty="0">
                          <a:ln>
                            <a:solidFill>
                              <a:schemeClr val="bg1">
                                <a:alpha val="0"/>
                              </a:schemeClr>
                            </a:solidFill>
                          </a:ln>
                          <a:solidFill>
                            <a:srgbClr val="6F6F6F">
                              <a:alpha val="99000"/>
                            </a:srgbClr>
                          </a:solidFill>
                          <a:effectLst/>
                          <a:latin typeface="+mn-lt"/>
                          <a:ea typeface="+mn-ea"/>
                          <a:cs typeface="+mn-cs"/>
                        </a:rPr>
                        <a:t> </a:t>
                      </a:r>
                      <a:r>
                        <a:rPr lang="en-US" sz="1600" b="0" kern="1200" dirty="0">
                          <a:ln>
                            <a:solidFill>
                              <a:schemeClr val="bg1">
                                <a:alpha val="0"/>
                              </a:schemeClr>
                            </a:solidFill>
                          </a:ln>
                          <a:solidFill>
                            <a:srgbClr val="6F6F6F">
                              <a:alpha val="99000"/>
                            </a:srgbClr>
                          </a:solidFill>
                          <a:effectLst/>
                          <a:latin typeface="+mn-lt"/>
                          <a:ea typeface="+mn-ea"/>
                          <a:cs typeface="+mn-cs"/>
                        </a:rPr>
                        <a:t>- WADDirectoriesTable</a:t>
                      </a:r>
                      <a:r>
                        <a:rPr lang="en-US" sz="1600" b="0" kern="1200" baseline="0" dirty="0">
                          <a:ln>
                            <a:solidFill>
                              <a:schemeClr val="bg1">
                                <a:alpha val="0"/>
                              </a:schemeClr>
                            </a:solidFill>
                          </a:ln>
                          <a:solidFill>
                            <a:srgbClr val="6F6F6F">
                              <a:alpha val="99000"/>
                            </a:srgbClr>
                          </a:solidFill>
                          <a:effectLst/>
                          <a:latin typeface="+mn-lt"/>
                          <a:ea typeface="+mn-ea"/>
                          <a:cs typeface="+mn-cs"/>
                        </a:rPr>
                        <a:t> (index entry)</a:t>
                      </a:r>
                      <a:endParaRPr lang="en-US" sz="1600" b="0" dirty="0">
                        <a:ln>
                          <a:solidFill>
                            <a:schemeClr val="bg1">
                              <a:alpha val="0"/>
                            </a:schemeClr>
                          </a:solidFill>
                        </a:ln>
                        <a:solidFill>
                          <a:srgbClr val="6F6F6F">
                            <a:alpha val="99000"/>
                          </a:srgbClr>
                        </a:solidFill>
                      </a:endParaRPr>
                    </a:p>
                  </a:txBody>
                  <a:tcPr marL="121888" marR="121888"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5"/>
                  </a:ext>
                </a:extLst>
              </a:tr>
              <a:tr h="386674">
                <a:tc>
                  <a:txBody>
                    <a:bodyPr/>
                    <a:lstStyle/>
                    <a:p>
                      <a:r>
                        <a:rPr lang="en-US" sz="1600" b="0" dirty="0">
                          <a:ln>
                            <a:solidFill>
                              <a:schemeClr val="bg1">
                                <a:alpha val="0"/>
                              </a:schemeClr>
                            </a:solidFill>
                          </a:ln>
                          <a:solidFill>
                            <a:srgbClr val="6F6F6F">
                              <a:alpha val="99000"/>
                            </a:srgbClr>
                          </a:solidFill>
                        </a:rPr>
                        <a:t>IIS Failed Request Logs</a:t>
                      </a:r>
                    </a:p>
                  </a:txBody>
                  <a:tcPr marL="121888" marR="121888"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r>
                        <a:rPr lang="en-US" sz="1600" b="0" kern="1200" dirty="0">
                          <a:ln>
                            <a:solidFill>
                              <a:schemeClr val="bg1">
                                <a:alpha val="0"/>
                              </a:schemeClr>
                            </a:solidFill>
                          </a:ln>
                          <a:solidFill>
                            <a:srgbClr val="6F6F6F">
                              <a:alpha val="99000"/>
                            </a:srgbClr>
                          </a:solidFill>
                          <a:effectLst/>
                          <a:latin typeface="+mn-lt"/>
                          <a:ea typeface="+mn-ea"/>
                          <a:cs typeface="+mn-cs"/>
                        </a:rPr>
                        <a:t>wad-iis-failedreqlogfiles  -</a:t>
                      </a:r>
                      <a:r>
                        <a:rPr lang="en-US" sz="1600" b="0" kern="1200" baseline="0" dirty="0">
                          <a:ln>
                            <a:solidFill>
                              <a:schemeClr val="bg1">
                                <a:alpha val="0"/>
                              </a:schemeClr>
                            </a:solidFill>
                          </a:ln>
                          <a:solidFill>
                            <a:srgbClr val="6F6F6F">
                              <a:alpha val="99000"/>
                            </a:srgbClr>
                          </a:solidFill>
                          <a:effectLst/>
                          <a:latin typeface="+mn-lt"/>
                          <a:ea typeface="+mn-ea"/>
                          <a:cs typeface="+mn-cs"/>
                        </a:rPr>
                        <a:t> </a:t>
                      </a:r>
                      <a:r>
                        <a:rPr lang="en-US" sz="1600" b="0" kern="1200" dirty="0">
                          <a:ln>
                            <a:solidFill>
                              <a:schemeClr val="bg1">
                                <a:alpha val="0"/>
                              </a:schemeClr>
                            </a:solidFill>
                          </a:ln>
                          <a:solidFill>
                            <a:srgbClr val="6F6F6F">
                              <a:alpha val="99000"/>
                            </a:srgbClr>
                          </a:solidFill>
                          <a:effectLst/>
                          <a:latin typeface="+mn-lt"/>
                          <a:ea typeface="+mn-ea"/>
                          <a:cs typeface="+mn-cs"/>
                        </a:rPr>
                        <a:t>WADDirectoriesTable</a:t>
                      </a:r>
                      <a:r>
                        <a:rPr lang="en-US" sz="1600" b="0" kern="1200" baseline="0" dirty="0">
                          <a:ln>
                            <a:solidFill>
                              <a:schemeClr val="bg1">
                                <a:alpha val="0"/>
                              </a:schemeClr>
                            </a:solidFill>
                          </a:ln>
                          <a:solidFill>
                            <a:srgbClr val="6F6F6F">
                              <a:alpha val="99000"/>
                            </a:srgbClr>
                          </a:solidFill>
                          <a:effectLst/>
                          <a:latin typeface="+mn-lt"/>
                          <a:ea typeface="+mn-ea"/>
                          <a:cs typeface="+mn-cs"/>
                        </a:rPr>
                        <a:t> (index entry)</a:t>
                      </a:r>
                      <a:endParaRPr lang="en-US" sz="1600" b="0" dirty="0">
                        <a:ln>
                          <a:solidFill>
                            <a:schemeClr val="bg1">
                              <a:alpha val="0"/>
                            </a:schemeClr>
                          </a:solidFill>
                        </a:ln>
                        <a:solidFill>
                          <a:srgbClr val="6F6F6F">
                            <a:alpha val="99000"/>
                          </a:srgbClr>
                        </a:solidFill>
                      </a:endParaRPr>
                    </a:p>
                  </a:txBody>
                  <a:tcPr marL="121888" marR="121888"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6"/>
                  </a:ext>
                </a:extLst>
              </a:tr>
              <a:tr h="386674">
                <a:tc>
                  <a:txBody>
                    <a:bodyPr/>
                    <a:lstStyle/>
                    <a:p>
                      <a:r>
                        <a:rPr lang="en-US" sz="1600" b="0" dirty="0">
                          <a:ln>
                            <a:solidFill>
                              <a:schemeClr val="bg1">
                                <a:alpha val="0"/>
                              </a:schemeClr>
                            </a:solidFill>
                          </a:ln>
                          <a:solidFill>
                            <a:srgbClr val="6F6F6F">
                              <a:alpha val="99000"/>
                            </a:srgbClr>
                          </a:solidFill>
                        </a:rPr>
                        <a:t>Crash Dumps</a:t>
                      </a:r>
                    </a:p>
                  </a:txBody>
                  <a:tcPr marL="121888" marR="121888"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r>
                        <a:rPr lang="en-US" sz="1600" b="0" kern="1200" dirty="0">
                          <a:ln>
                            <a:solidFill>
                              <a:schemeClr val="bg1">
                                <a:alpha val="0"/>
                              </a:schemeClr>
                            </a:solidFill>
                          </a:ln>
                          <a:solidFill>
                            <a:srgbClr val="6F6F6F">
                              <a:alpha val="99000"/>
                            </a:srgbClr>
                          </a:solidFill>
                          <a:effectLst/>
                          <a:latin typeface="+mn-lt"/>
                          <a:ea typeface="+mn-ea"/>
                          <a:cs typeface="+mn-cs"/>
                        </a:rPr>
                        <a:t>wad-crash-dumps - WADDirectoriesTable</a:t>
                      </a:r>
                      <a:r>
                        <a:rPr lang="en-US" sz="1600" b="0" kern="1200" baseline="0" dirty="0">
                          <a:ln>
                            <a:solidFill>
                              <a:schemeClr val="bg1">
                                <a:alpha val="0"/>
                              </a:schemeClr>
                            </a:solidFill>
                          </a:ln>
                          <a:solidFill>
                            <a:srgbClr val="6F6F6F">
                              <a:alpha val="99000"/>
                            </a:srgbClr>
                          </a:solidFill>
                          <a:effectLst/>
                          <a:latin typeface="+mn-lt"/>
                          <a:ea typeface="+mn-ea"/>
                          <a:cs typeface="+mn-cs"/>
                        </a:rPr>
                        <a:t> (index entry)</a:t>
                      </a:r>
                      <a:endParaRPr lang="en-US" sz="1600" b="0" dirty="0">
                        <a:ln>
                          <a:solidFill>
                            <a:schemeClr val="bg1">
                              <a:alpha val="0"/>
                            </a:schemeClr>
                          </a:solidFill>
                        </a:ln>
                        <a:solidFill>
                          <a:srgbClr val="6F6F6F">
                            <a:alpha val="99000"/>
                          </a:srgbClr>
                        </a:solidFill>
                      </a:endParaRPr>
                    </a:p>
                  </a:txBody>
                  <a:tcPr marL="121888" marR="121888"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7"/>
                  </a:ext>
                </a:extLst>
              </a:tr>
              <a:tr h="386674">
                <a:tc>
                  <a:txBody>
                    <a:bodyPr/>
                    <a:lstStyle/>
                    <a:p>
                      <a:r>
                        <a:rPr lang="en-US" sz="1600" b="0" dirty="0">
                          <a:ln>
                            <a:solidFill>
                              <a:schemeClr val="bg1">
                                <a:alpha val="0"/>
                              </a:schemeClr>
                            </a:solidFill>
                          </a:ln>
                          <a:solidFill>
                            <a:srgbClr val="6F6F6F">
                              <a:alpha val="99000"/>
                            </a:srgbClr>
                          </a:solidFill>
                        </a:rPr>
                        <a:t>Custom File Based Logs</a:t>
                      </a:r>
                    </a:p>
                  </a:txBody>
                  <a:tcPr marL="121888" marR="121888"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r>
                        <a:rPr lang="en-US" sz="1600" b="0" dirty="0">
                          <a:ln>
                            <a:solidFill>
                              <a:schemeClr val="bg1">
                                <a:alpha val="0"/>
                              </a:schemeClr>
                            </a:solidFill>
                          </a:ln>
                          <a:solidFill>
                            <a:srgbClr val="6F6F6F">
                              <a:alpha val="99000"/>
                            </a:srgbClr>
                          </a:solidFill>
                        </a:rPr>
                        <a:t>(must</a:t>
                      </a:r>
                      <a:r>
                        <a:rPr lang="en-US" sz="1600" b="0" baseline="0" dirty="0">
                          <a:ln>
                            <a:solidFill>
                              <a:schemeClr val="bg1">
                                <a:alpha val="0"/>
                              </a:schemeClr>
                            </a:solidFill>
                          </a:ln>
                          <a:solidFill>
                            <a:srgbClr val="6F6F6F">
                              <a:alpha val="99000"/>
                            </a:srgbClr>
                          </a:solidFill>
                        </a:rPr>
                        <a:t> be configured)</a:t>
                      </a:r>
                      <a:r>
                        <a:rPr lang="en-US" sz="1600" b="0" kern="1200" dirty="0">
                          <a:ln>
                            <a:solidFill>
                              <a:schemeClr val="bg1">
                                <a:alpha val="0"/>
                              </a:schemeClr>
                            </a:solidFill>
                          </a:ln>
                          <a:solidFill>
                            <a:srgbClr val="6F6F6F">
                              <a:alpha val="99000"/>
                            </a:srgbClr>
                          </a:solidFill>
                          <a:effectLst/>
                          <a:latin typeface="+mn-lt"/>
                          <a:ea typeface="+mn-ea"/>
                          <a:cs typeface="+mn-cs"/>
                        </a:rPr>
                        <a:t> - WADDirectoriesTable</a:t>
                      </a:r>
                      <a:r>
                        <a:rPr lang="en-US" sz="1600" b="0" kern="1200" baseline="0" dirty="0">
                          <a:ln>
                            <a:solidFill>
                              <a:schemeClr val="bg1">
                                <a:alpha val="0"/>
                              </a:schemeClr>
                            </a:solidFill>
                          </a:ln>
                          <a:solidFill>
                            <a:srgbClr val="6F6F6F">
                              <a:alpha val="99000"/>
                            </a:srgbClr>
                          </a:solidFill>
                          <a:effectLst/>
                          <a:latin typeface="+mn-lt"/>
                          <a:ea typeface="+mn-ea"/>
                          <a:cs typeface="+mn-cs"/>
                        </a:rPr>
                        <a:t> (index entry)</a:t>
                      </a:r>
                      <a:endParaRPr lang="en-US" sz="1600" b="0" dirty="0">
                        <a:ln>
                          <a:solidFill>
                            <a:schemeClr val="bg1">
                              <a:alpha val="0"/>
                            </a:schemeClr>
                          </a:solidFill>
                        </a:ln>
                        <a:solidFill>
                          <a:srgbClr val="6F6F6F">
                            <a:alpha val="99000"/>
                          </a:srgbClr>
                        </a:solidFill>
                      </a:endParaRPr>
                    </a:p>
                  </a:txBody>
                  <a:tcPr marL="121888" marR="121888"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967253443"/>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extLst>
              <p:ext uri="{D42A27DB-BD31-4B8C-83A1-F6EECF244321}">
                <p14:modId xmlns:p14="http://schemas.microsoft.com/office/powerpoint/2010/main" val="899452782"/>
              </p:ext>
            </p:ext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30880" name="think-cell Slide" r:id="rId7" imgW="270" imgH="270" progId="TCLayout.ActiveDocument.1">
                  <p:embed/>
                </p:oleObj>
              </mc:Choice>
              <mc:Fallback>
                <p:oleObj name="think-cell Slide" r:id="rId7" imgW="270" imgH="270" progId="TCLayout.ActiveDocument.1">
                  <p:embed/>
                  <p:pic>
                    <p:nvPicPr>
                      <p:cNvPr id="0" name=""/>
                      <p:cNvPicPr/>
                      <p:nvPr/>
                    </p:nvPicPr>
                    <p:blipFill>
                      <a:blip r:embed="rId8"/>
                      <a:stretch>
                        <a:fillRect/>
                      </a:stretch>
                    </p:blipFill>
                    <p:spPr>
                      <a:xfrm>
                        <a:off x="0" y="0"/>
                        <a:ext cx="158750" cy="158750"/>
                      </a:xfrm>
                      <a:prstGeom prst="rect">
                        <a:avLst/>
                      </a:prstGeom>
                    </p:spPr>
                  </p:pic>
                </p:oleObj>
              </mc:Fallback>
            </mc:AlternateContent>
          </a:graphicData>
        </a:graphic>
      </p:graphicFrame>
      <p:sp>
        <p:nvSpPr>
          <p:cNvPr id="2" name="Title 1"/>
          <p:cNvSpPr>
            <a:spLocks noGrp="1"/>
          </p:cNvSpPr>
          <p:nvPr>
            <p:ph type="title"/>
            <p:custDataLst>
              <p:tags r:id="rId3"/>
            </p:custDataLst>
          </p:nvPr>
        </p:nvSpPr>
        <p:spPr/>
        <p:txBody>
          <a:bodyPr/>
          <a:lstStyle/>
          <a:p>
            <a:r>
              <a:rPr lang="en-US" dirty="0"/>
              <a:t>Summary</a:t>
            </a:r>
          </a:p>
        </p:txBody>
      </p:sp>
      <p:sp>
        <p:nvSpPr>
          <p:cNvPr id="5" name="Rectangle 4"/>
          <p:cNvSpPr/>
          <p:nvPr/>
        </p:nvSpPr>
        <p:spPr>
          <a:xfrm>
            <a:off x="517526" y="1463674"/>
            <a:ext cx="11158538" cy="4803775"/>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04" tIns="45703" rIns="91404" bIns="45703" numCol="1" spcCol="0" rtlCol="0" anchor="ctr" anchorCtr="0" compatLnSpc="1">
            <a:prstTxWarp prst="textNoShape">
              <a:avLst/>
            </a:prstTxWarp>
          </a:bodyPr>
          <a:lstStyle/>
          <a:p>
            <a:pPr algn="ctr" defTabSz="913788" fontAlgn="base">
              <a:spcBef>
                <a:spcPct val="0"/>
              </a:spcBef>
              <a:spcAft>
                <a:spcPct val="0"/>
              </a:spcAft>
            </a:pPr>
            <a:endParaRPr lang="en-US" sz="2200" dirty="0">
              <a:gradFill>
                <a:gsLst>
                  <a:gs pos="0">
                    <a:srgbClr val="FFFFFF"/>
                  </a:gs>
                  <a:gs pos="100000">
                    <a:srgbClr val="FFFFFF"/>
                  </a:gs>
                </a:gsLst>
                <a:lin ang="5400000" scaled="0"/>
              </a:gradFill>
            </a:endParaRPr>
          </a:p>
        </p:txBody>
      </p:sp>
      <p:sp>
        <p:nvSpPr>
          <p:cNvPr id="3" name="Content Placeholder 2"/>
          <p:cNvSpPr>
            <a:spLocks noGrp="1"/>
          </p:cNvSpPr>
          <p:nvPr>
            <p:ph sz="quarter" idx="10"/>
            <p:custDataLst>
              <p:tags r:id="rId4"/>
            </p:custDataLst>
          </p:nvPr>
        </p:nvSpPr>
        <p:spPr>
          <a:xfrm>
            <a:off x="709703" y="1555179"/>
            <a:ext cx="11018382" cy="3385542"/>
          </a:xfrm>
        </p:spPr>
        <p:txBody>
          <a:bodyPr/>
          <a:lstStyle/>
          <a:p>
            <a:r>
              <a:rPr lang="en-US" sz="3600" dirty="0">
                <a:solidFill>
                  <a:schemeClr val="accent2">
                    <a:alpha val="99000"/>
                  </a:schemeClr>
                </a:solidFill>
                <a:latin typeface="Segoe UI Light" pitchFamily="34" charset="0"/>
              </a:rPr>
              <a:t>Cloud Service is for multi-tier online services</a:t>
            </a:r>
          </a:p>
          <a:p>
            <a:r>
              <a:rPr lang="en-US" sz="3600" dirty="0">
                <a:solidFill>
                  <a:schemeClr val="accent2">
                    <a:alpha val="99000"/>
                  </a:schemeClr>
                </a:solidFill>
                <a:latin typeface="Segoe UI Light" pitchFamily="34" charset="0"/>
              </a:rPr>
              <a:t>Service model defines service shape</a:t>
            </a:r>
          </a:p>
          <a:p>
            <a:r>
              <a:rPr lang="en-US" sz="3600" dirty="0">
                <a:solidFill>
                  <a:schemeClr val="accent2">
                    <a:alpha val="99000"/>
                  </a:schemeClr>
                </a:solidFill>
                <a:latin typeface="Segoe UI Light" pitchFamily="34" charset="0"/>
              </a:rPr>
              <a:t>Service configuration defines service scale</a:t>
            </a:r>
          </a:p>
          <a:p>
            <a:r>
              <a:rPr lang="en-US" sz="3600" dirty="0">
                <a:solidFill>
                  <a:schemeClr val="accent2">
                    <a:alpha val="99000"/>
                  </a:schemeClr>
                </a:solidFill>
                <a:latin typeface="Segoe UI Light" pitchFamily="34" charset="0"/>
              </a:rPr>
              <a:t>Selectable VM Sizes</a:t>
            </a:r>
          </a:p>
          <a:p>
            <a:r>
              <a:rPr lang="en-US" sz="3600" dirty="0">
                <a:solidFill>
                  <a:schemeClr val="accent2">
                    <a:alpha val="99000"/>
                  </a:schemeClr>
                </a:solidFill>
                <a:latin typeface="Segoe UI Light" pitchFamily="34" charset="0"/>
              </a:rPr>
              <a:t>Upgrading and Deployment</a:t>
            </a:r>
          </a:p>
        </p:txBody>
      </p:sp>
      <p:sp>
        <p:nvSpPr>
          <p:cNvPr id="6" name="Freeform 18"/>
          <p:cNvSpPr>
            <a:spLocks noEditPoints="1"/>
          </p:cNvSpPr>
          <p:nvPr/>
        </p:nvSpPr>
        <p:spPr bwMode="black">
          <a:xfrm>
            <a:off x="9099031" y="1970088"/>
            <a:ext cx="2094420" cy="2555172"/>
          </a:xfrm>
          <a:custGeom>
            <a:avLst/>
            <a:gdLst>
              <a:gd name="T0" fmla="*/ 129 w 246"/>
              <a:gd name="T1" fmla="*/ 192 h 300"/>
              <a:gd name="T2" fmla="*/ 43 w 246"/>
              <a:gd name="T3" fmla="*/ 202 h 300"/>
              <a:gd name="T4" fmla="*/ 129 w 246"/>
              <a:gd name="T5" fmla="*/ 126 h 300"/>
              <a:gd name="T6" fmla="*/ 43 w 246"/>
              <a:gd name="T7" fmla="*/ 135 h 300"/>
              <a:gd name="T8" fmla="*/ 129 w 246"/>
              <a:gd name="T9" fmla="*/ 126 h 300"/>
              <a:gd name="T10" fmla="*/ 215 w 246"/>
              <a:gd name="T11" fmla="*/ 101 h 300"/>
              <a:gd name="T12" fmla="*/ 219 w 246"/>
              <a:gd name="T13" fmla="*/ 90 h 300"/>
              <a:gd name="T14" fmla="*/ 208 w 246"/>
              <a:gd name="T15" fmla="*/ 111 h 300"/>
              <a:gd name="T16" fmla="*/ 43 w 246"/>
              <a:gd name="T17" fmla="*/ 92 h 300"/>
              <a:gd name="T18" fmla="*/ 117 w 246"/>
              <a:gd name="T19" fmla="*/ 102 h 300"/>
              <a:gd name="T20" fmla="*/ 43 w 246"/>
              <a:gd name="T21" fmla="*/ 235 h 300"/>
              <a:gd name="T22" fmla="*/ 117 w 246"/>
              <a:gd name="T23" fmla="*/ 226 h 300"/>
              <a:gd name="T24" fmla="*/ 43 w 246"/>
              <a:gd name="T25" fmla="*/ 235 h 300"/>
              <a:gd name="T26" fmla="*/ 11 w 246"/>
              <a:gd name="T27" fmla="*/ 287 h 300"/>
              <a:gd name="T28" fmla="*/ 35 w 246"/>
              <a:gd name="T29" fmla="*/ 36 h 300"/>
              <a:gd name="T30" fmla="*/ 0 w 246"/>
              <a:gd name="T31" fmla="*/ 22 h 300"/>
              <a:gd name="T32" fmla="*/ 219 w 246"/>
              <a:gd name="T33" fmla="*/ 300 h 300"/>
              <a:gd name="T34" fmla="*/ 208 w 246"/>
              <a:gd name="T35" fmla="*/ 173 h 300"/>
              <a:gd name="T36" fmla="*/ 117 w 246"/>
              <a:gd name="T37" fmla="*/ 159 h 300"/>
              <a:gd name="T38" fmla="*/ 43 w 246"/>
              <a:gd name="T39" fmla="*/ 169 h 300"/>
              <a:gd name="T40" fmla="*/ 117 w 246"/>
              <a:gd name="T41" fmla="*/ 159 h 300"/>
              <a:gd name="T42" fmla="*/ 57 w 246"/>
              <a:gd name="T43" fmla="*/ 22 h 300"/>
              <a:gd name="T44" fmla="*/ 86 w 246"/>
              <a:gd name="T45" fmla="*/ 20 h 300"/>
              <a:gd name="T46" fmla="*/ 110 w 246"/>
              <a:gd name="T47" fmla="*/ 0 h 300"/>
              <a:gd name="T48" fmla="*/ 133 w 246"/>
              <a:gd name="T49" fmla="*/ 20 h 300"/>
              <a:gd name="T50" fmla="*/ 162 w 246"/>
              <a:gd name="T51" fmla="*/ 22 h 300"/>
              <a:gd name="T52" fmla="*/ 179 w 246"/>
              <a:gd name="T53" fmla="*/ 43 h 300"/>
              <a:gd name="T54" fmla="*/ 41 w 246"/>
              <a:gd name="T55" fmla="*/ 36 h 300"/>
              <a:gd name="T56" fmla="*/ 110 w 246"/>
              <a:gd name="T57" fmla="*/ 20 h 300"/>
              <a:gd name="T58" fmla="*/ 110 w 246"/>
              <a:gd name="T59" fmla="*/ 11 h 300"/>
              <a:gd name="T60" fmla="*/ 190 w 246"/>
              <a:gd name="T61" fmla="*/ 269 h 300"/>
              <a:gd name="T62" fmla="*/ 29 w 246"/>
              <a:gd name="T63" fmla="*/ 59 h 300"/>
              <a:gd name="T64" fmla="*/ 190 w 246"/>
              <a:gd name="T65" fmla="*/ 71 h 300"/>
              <a:gd name="T66" fmla="*/ 200 w 246"/>
              <a:gd name="T67" fmla="*/ 49 h 300"/>
              <a:gd name="T68" fmla="*/ 19 w 246"/>
              <a:gd name="T69" fmla="*/ 278 h 300"/>
              <a:gd name="T70" fmla="*/ 200 w 246"/>
              <a:gd name="T71" fmla="*/ 185 h 300"/>
              <a:gd name="T72" fmla="*/ 190 w 246"/>
              <a:gd name="T73" fmla="*/ 269 h 300"/>
              <a:gd name="T74" fmla="*/ 190 w 246"/>
              <a:gd name="T75" fmla="*/ 133 h 300"/>
              <a:gd name="T76" fmla="*/ 200 w 246"/>
              <a:gd name="T77" fmla="*/ 124 h 300"/>
              <a:gd name="T78" fmla="*/ 215 w 246"/>
              <a:gd name="T79" fmla="*/ 35 h 300"/>
              <a:gd name="T80" fmla="*/ 219 w 246"/>
              <a:gd name="T81" fmla="*/ 22 h 300"/>
              <a:gd name="T82" fmla="*/ 184 w 246"/>
              <a:gd name="T83" fmla="*/ 36 h 300"/>
              <a:gd name="T84" fmla="*/ 208 w 246"/>
              <a:gd name="T85" fmla="*/ 44 h 300"/>
              <a:gd name="T86" fmla="*/ 246 w 246"/>
              <a:gd name="T87" fmla="*/ 41 h 300"/>
              <a:gd name="T88" fmla="*/ 155 w 246"/>
              <a:gd name="T89" fmla="*/ 134 h 300"/>
              <a:gd name="T90" fmla="*/ 156 w 246"/>
              <a:gd name="T91" fmla="*/ 92 h 300"/>
              <a:gd name="T92" fmla="*/ 218 w 246"/>
              <a:gd name="T93" fmla="*/ 41 h 300"/>
              <a:gd name="T94" fmla="*/ 246 w 246"/>
              <a:gd name="T95" fmla="*/ 107 h 300"/>
              <a:gd name="T96" fmla="*/ 155 w 246"/>
              <a:gd name="T97" fmla="*/ 201 h 300"/>
              <a:gd name="T98" fmla="*/ 156 w 246"/>
              <a:gd name="T99" fmla="*/ 159 h 300"/>
              <a:gd name="T100" fmla="*/ 218 w 246"/>
              <a:gd name="T101" fmla="*/ 107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46" h="300">
                <a:moveTo>
                  <a:pt x="43" y="192"/>
                </a:moveTo>
                <a:cubicBezTo>
                  <a:pt x="129" y="192"/>
                  <a:pt x="129" y="192"/>
                  <a:pt x="129" y="192"/>
                </a:cubicBezTo>
                <a:cubicBezTo>
                  <a:pt x="129" y="202"/>
                  <a:pt x="129" y="202"/>
                  <a:pt x="129" y="202"/>
                </a:cubicBezTo>
                <a:cubicBezTo>
                  <a:pt x="43" y="202"/>
                  <a:pt x="43" y="202"/>
                  <a:pt x="43" y="202"/>
                </a:cubicBezTo>
                <a:lnTo>
                  <a:pt x="43" y="192"/>
                </a:lnTo>
                <a:close/>
                <a:moveTo>
                  <a:pt x="129" y="126"/>
                </a:moveTo>
                <a:cubicBezTo>
                  <a:pt x="43" y="126"/>
                  <a:pt x="43" y="126"/>
                  <a:pt x="43" y="126"/>
                </a:cubicBezTo>
                <a:cubicBezTo>
                  <a:pt x="43" y="135"/>
                  <a:pt x="43" y="135"/>
                  <a:pt x="43" y="135"/>
                </a:cubicBezTo>
                <a:cubicBezTo>
                  <a:pt x="129" y="135"/>
                  <a:pt x="129" y="135"/>
                  <a:pt x="129" y="135"/>
                </a:cubicBezTo>
                <a:lnTo>
                  <a:pt x="129" y="126"/>
                </a:lnTo>
                <a:close/>
                <a:moveTo>
                  <a:pt x="208" y="111"/>
                </a:moveTo>
                <a:cubicBezTo>
                  <a:pt x="215" y="101"/>
                  <a:pt x="215" y="101"/>
                  <a:pt x="215" y="101"/>
                </a:cubicBezTo>
                <a:cubicBezTo>
                  <a:pt x="219" y="101"/>
                  <a:pt x="219" y="101"/>
                  <a:pt x="219" y="101"/>
                </a:cubicBezTo>
                <a:cubicBezTo>
                  <a:pt x="219" y="90"/>
                  <a:pt x="219" y="90"/>
                  <a:pt x="219" y="90"/>
                </a:cubicBezTo>
                <a:cubicBezTo>
                  <a:pt x="208" y="106"/>
                  <a:pt x="208" y="106"/>
                  <a:pt x="208" y="106"/>
                </a:cubicBezTo>
                <a:lnTo>
                  <a:pt x="208" y="111"/>
                </a:lnTo>
                <a:close/>
                <a:moveTo>
                  <a:pt x="117" y="92"/>
                </a:moveTo>
                <a:cubicBezTo>
                  <a:pt x="43" y="92"/>
                  <a:pt x="43" y="92"/>
                  <a:pt x="43" y="92"/>
                </a:cubicBezTo>
                <a:cubicBezTo>
                  <a:pt x="43" y="102"/>
                  <a:pt x="43" y="102"/>
                  <a:pt x="43" y="102"/>
                </a:cubicBezTo>
                <a:cubicBezTo>
                  <a:pt x="117" y="102"/>
                  <a:pt x="117" y="102"/>
                  <a:pt x="117" y="102"/>
                </a:cubicBezTo>
                <a:lnTo>
                  <a:pt x="117" y="92"/>
                </a:lnTo>
                <a:close/>
                <a:moveTo>
                  <a:pt x="43" y="235"/>
                </a:moveTo>
                <a:cubicBezTo>
                  <a:pt x="117" y="235"/>
                  <a:pt x="117" y="235"/>
                  <a:pt x="117" y="235"/>
                </a:cubicBezTo>
                <a:cubicBezTo>
                  <a:pt x="117" y="226"/>
                  <a:pt x="117" y="226"/>
                  <a:pt x="117" y="226"/>
                </a:cubicBezTo>
                <a:cubicBezTo>
                  <a:pt x="43" y="226"/>
                  <a:pt x="43" y="226"/>
                  <a:pt x="43" y="226"/>
                </a:cubicBezTo>
                <a:lnTo>
                  <a:pt x="43" y="235"/>
                </a:lnTo>
                <a:close/>
                <a:moveTo>
                  <a:pt x="208" y="287"/>
                </a:moveTo>
                <a:cubicBezTo>
                  <a:pt x="11" y="287"/>
                  <a:pt x="11" y="287"/>
                  <a:pt x="11" y="287"/>
                </a:cubicBezTo>
                <a:cubicBezTo>
                  <a:pt x="11" y="36"/>
                  <a:pt x="11" y="36"/>
                  <a:pt x="11" y="36"/>
                </a:cubicBezTo>
                <a:cubicBezTo>
                  <a:pt x="35" y="36"/>
                  <a:pt x="35" y="36"/>
                  <a:pt x="35" y="36"/>
                </a:cubicBezTo>
                <a:cubicBezTo>
                  <a:pt x="37" y="31"/>
                  <a:pt x="40" y="26"/>
                  <a:pt x="44" y="22"/>
                </a:cubicBezTo>
                <a:cubicBezTo>
                  <a:pt x="0" y="22"/>
                  <a:pt x="0" y="22"/>
                  <a:pt x="0" y="22"/>
                </a:cubicBezTo>
                <a:cubicBezTo>
                  <a:pt x="0" y="300"/>
                  <a:pt x="0" y="300"/>
                  <a:pt x="0" y="300"/>
                </a:cubicBezTo>
                <a:cubicBezTo>
                  <a:pt x="219" y="300"/>
                  <a:pt x="219" y="300"/>
                  <a:pt x="219" y="300"/>
                </a:cubicBezTo>
                <a:cubicBezTo>
                  <a:pt x="219" y="157"/>
                  <a:pt x="219" y="157"/>
                  <a:pt x="219" y="157"/>
                </a:cubicBezTo>
                <a:cubicBezTo>
                  <a:pt x="208" y="173"/>
                  <a:pt x="208" y="173"/>
                  <a:pt x="208" y="173"/>
                </a:cubicBezTo>
                <a:lnTo>
                  <a:pt x="208" y="287"/>
                </a:lnTo>
                <a:close/>
                <a:moveTo>
                  <a:pt x="117" y="159"/>
                </a:moveTo>
                <a:cubicBezTo>
                  <a:pt x="43" y="159"/>
                  <a:pt x="43" y="159"/>
                  <a:pt x="43" y="159"/>
                </a:cubicBezTo>
                <a:cubicBezTo>
                  <a:pt x="43" y="169"/>
                  <a:pt x="43" y="169"/>
                  <a:pt x="43" y="169"/>
                </a:cubicBezTo>
                <a:cubicBezTo>
                  <a:pt x="117" y="169"/>
                  <a:pt x="117" y="169"/>
                  <a:pt x="117" y="169"/>
                </a:cubicBezTo>
                <a:lnTo>
                  <a:pt x="117" y="159"/>
                </a:lnTo>
                <a:close/>
                <a:moveTo>
                  <a:pt x="41" y="36"/>
                </a:moveTo>
                <a:cubicBezTo>
                  <a:pt x="43" y="29"/>
                  <a:pt x="50" y="25"/>
                  <a:pt x="57" y="22"/>
                </a:cubicBezTo>
                <a:cubicBezTo>
                  <a:pt x="63" y="21"/>
                  <a:pt x="71" y="20"/>
                  <a:pt x="77" y="20"/>
                </a:cubicBezTo>
                <a:cubicBezTo>
                  <a:pt x="80" y="20"/>
                  <a:pt x="83" y="20"/>
                  <a:pt x="86" y="20"/>
                </a:cubicBezTo>
                <a:cubicBezTo>
                  <a:pt x="87" y="20"/>
                  <a:pt x="88" y="20"/>
                  <a:pt x="89" y="20"/>
                </a:cubicBezTo>
                <a:cubicBezTo>
                  <a:pt x="89" y="9"/>
                  <a:pt x="98" y="0"/>
                  <a:pt x="110" y="0"/>
                </a:cubicBezTo>
                <a:cubicBezTo>
                  <a:pt x="121" y="0"/>
                  <a:pt x="130" y="9"/>
                  <a:pt x="130" y="20"/>
                </a:cubicBezTo>
                <a:cubicBezTo>
                  <a:pt x="131" y="20"/>
                  <a:pt x="132" y="20"/>
                  <a:pt x="133" y="20"/>
                </a:cubicBezTo>
                <a:cubicBezTo>
                  <a:pt x="136" y="20"/>
                  <a:pt x="139" y="20"/>
                  <a:pt x="142" y="20"/>
                </a:cubicBezTo>
                <a:cubicBezTo>
                  <a:pt x="149" y="20"/>
                  <a:pt x="156" y="21"/>
                  <a:pt x="162" y="22"/>
                </a:cubicBezTo>
                <a:cubicBezTo>
                  <a:pt x="170" y="25"/>
                  <a:pt x="176" y="29"/>
                  <a:pt x="178" y="36"/>
                </a:cubicBezTo>
                <a:cubicBezTo>
                  <a:pt x="179" y="38"/>
                  <a:pt x="179" y="41"/>
                  <a:pt x="179" y="43"/>
                </a:cubicBezTo>
                <a:cubicBezTo>
                  <a:pt x="145" y="43"/>
                  <a:pt x="74" y="43"/>
                  <a:pt x="40" y="43"/>
                </a:cubicBezTo>
                <a:cubicBezTo>
                  <a:pt x="40" y="41"/>
                  <a:pt x="41" y="38"/>
                  <a:pt x="41" y="36"/>
                </a:cubicBezTo>
                <a:close/>
                <a:moveTo>
                  <a:pt x="99" y="20"/>
                </a:moveTo>
                <a:cubicBezTo>
                  <a:pt x="103" y="20"/>
                  <a:pt x="106" y="20"/>
                  <a:pt x="110" y="20"/>
                </a:cubicBezTo>
                <a:cubicBezTo>
                  <a:pt x="113" y="20"/>
                  <a:pt x="116" y="20"/>
                  <a:pt x="120" y="20"/>
                </a:cubicBezTo>
                <a:cubicBezTo>
                  <a:pt x="119" y="15"/>
                  <a:pt x="115" y="11"/>
                  <a:pt x="110" y="11"/>
                </a:cubicBezTo>
                <a:cubicBezTo>
                  <a:pt x="104" y="11"/>
                  <a:pt x="100" y="15"/>
                  <a:pt x="99" y="20"/>
                </a:cubicBezTo>
                <a:close/>
                <a:moveTo>
                  <a:pt x="190" y="269"/>
                </a:moveTo>
                <a:cubicBezTo>
                  <a:pt x="29" y="269"/>
                  <a:pt x="29" y="269"/>
                  <a:pt x="29" y="269"/>
                </a:cubicBezTo>
                <a:cubicBezTo>
                  <a:pt x="29" y="59"/>
                  <a:pt x="29" y="59"/>
                  <a:pt x="29" y="59"/>
                </a:cubicBezTo>
                <a:cubicBezTo>
                  <a:pt x="190" y="59"/>
                  <a:pt x="190" y="59"/>
                  <a:pt x="190" y="59"/>
                </a:cubicBezTo>
                <a:cubicBezTo>
                  <a:pt x="190" y="71"/>
                  <a:pt x="190" y="71"/>
                  <a:pt x="190" y="71"/>
                </a:cubicBezTo>
                <a:cubicBezTo>
                  <a:pt x="200" y="57"/>
                  <a:pt x="200" y="57"/>
                  <a:pt x="200" y="57"/>
                </a:cubicBezTo>
                <a:cubicBezTo>
                  <a:pt x="200" y="49"/>
                  <a:pt x="200" y="49"/>
                  <a:pt x="200" y="49"/>
                </a:cubicBezTo>
                <a:cubicBezTo>
                  <a:pt x="19" y="49"/>
                  <a:pt x="19" y="49"/>
                  <a:pt x="19" y="49"/>
                </a:cubicBezTo>
                <a:cubicBezTo>
                  <a:pt x="19" y="278"/>
                  <a:pt x="19" y="278"/>
                  <a:pt x="19" y="278"/>
                </a:cubicBezTo>
                <a:cubicBezTo>
                  <a:pt x="200" y="278"/>
                  <a:pt x="200" y="278"/>
                  <a:pt x="200" y="278"/>
                </a:cubicBezTo>
                <a:cubicBezTo>
                  <a:pt x="200" y="185"/>
                  <a:pt x="200" y="185"/>
                  <a:pt x="200" y="185"/>
                </a:cubicBezTo>
                <a:cubicBezTo>
                  <a:pt x="190" y="199"/>
                  <a:pt x="190" y="199"/>
                  <a:pt x="190" y="199"/>
                </a:cubicBezTo>
                <a:lnTo>
                  <a:pt x="190" y="269"/>
                </a:lnTo>
                <a:close/>
                <a:moveTo>
                  <a:pt x="200" y="119"/>
                </a:moveTo>
                <a:cubicBezTo>
                  <a:pt x="190" y="133"/>
                  <a:pt x="190" y="133"/>
                  <a:pt x="190" y="133"/>
                </a:cubicBezTo>
                <a:cubicBezTo>
                  <a:pt x="190" y="138"/>
                  <a:pt x="190" y="138"/>
                  <a:pt x="190" y="138"/>
                </a:cubicBezTo>
                <a:cubicBezTo>
                  <a:pt x="200" y="124"/>
                  <a:pt x="200" y="124"/>
                  <a:pt x="200" y="124"/>
                </a:cubicBezTo>
                <a:lnTo>
                  <a:pt x="200" y="119"/>
                </a:lnTo>
                <a:close/>
                <a:moveTo>
                  <a:pt x="215" y="35"/>
                </a:moveTo>
                <a:cubicBezTo>
                  <a:pt x="219" y="35"/>
                  <a:pt x="219" y="35"/>
                  <a:pt x="219" y="35"/>
                </a:cubicBezTo>
                <a:cubicBezTo>
                  <a:pt x="219" y="22"/>
                  <a:pt x="219" y="22"/>
                  <a:pt x="219" y="22"/>
                </a:cubicBezTo>
                <a:cubicBezTo>
                  <a:pt x="175" y="22"/>
                  <a:pt x="175" y="22"/>
                  <a:pt x="175" y="22"/>
                </a:cubicBezTo>
                <a:cubicBezTo>
                  <a:pt x="179" y="26"/>
                  <a:pt x="182" y="30"/>
                  <a:pt x="184" y="36"/>
                </a:cubicBezTo>
                <a:cubicBezTo>
                  <a:pt x="208" y="36"/>
                  <a:pt x="208" y="36"/>
                  <a:pt x="208" y="36"/>
                </a:cubicBezTo>
                <a:cubicBezTo>
                  <a:pt x="208" y="44"/>
                  <a:pt x="208" y="44"/>
                  <a:pt x="208" y="44"/>
                </a:cubicBezTo>
                <a:lnTo>
                  <a:pt x="215" y="35"/>
                </a:lnTo>
                <a:close/>
                <a:moveTo>
                  <a:pt x="246" y="41"/>
                </a:moveTo>
                <a:cubicBezTo>
                  <a:pt x="182" y="134"/>
                  <a:pt x="182" y="134"/>
                  <a:pt x="182" y="134"/>
                </a:cubicBezTo>
                <a:cubicBezTo>
                  <a:pt x="155" y="134"/>
                  <a:pt x="155" y="134"/>
                  <a:pt x="155" y="134"/>
                </a:cubicBezTo>
                <a:cubicBezTo>
                  <a:pt x="129" y="92"/>
                  <a:pt x="129" y="92"/>
                  <a:pt x="129" y="92"/>
                </a:cubicBezTo>
                <a:cubicBezTo>
                  <a:pt x="156" y="92"/>
                  <a:pt x="156" y="92"/>
                  <a:pt x="156" y="92"/>
                </a:cubicBezTo>
                <a:cubicBezTo>
                  <a:pt x="169" y="113"/>
                  <a:pt x="169" y="113"/>
                  <a:pt x="169" y="113"/>
                </a:cubicBezTo>
                <a:cubicBezTo>
                  <a:pt x="218" y="41"/>
                  <a:pt x="218" y="41"/>
                  <a:pt x="218" y="41"/>
                </a:cubicBezTo>
                <a:lnTo>
                  <a:pt x="246" y="41"/>
                </a:lnTo>
                <a:close/>
                <a:moveTo>
                  <a:pt x="246" y="107"/>
                </a:moveTo>
                <a:cubicBezTo>
                  <a:pt x="182" y="201"/>
                  <a:pt x="182" y="201"/>
                  <a:pt x="182" y="201"/>
                </a:cubicBezTo>
                <a:cubicBezTo>
                  <a:pt x="155" y="201"/>
                  <a:pt x="155" y="201"/>
                  <a:pt x="155" y="201"/>
                </a:cubicBezTo>
                <a:cubicBezTo>
                  <a:pt x="129" y="159"/>
                  <a:pt x="129" y="159"/>
                  <a:pt x="129" y="159"/>
                </a:cubicBezTo>
                <a:cubicBezTo>
                  <a:pt x="156" y="159"/>
                  <a:pt x="156" y="159"/>
                  <a:pt x="156" y="159"/>
                </a:cubicBezTo>
                <a:cubicBezTo>
                  <a:pt x="169" y="180"/>
                  <a:pt x="169" y="180"/>
                  <a:pt x="169" y="180"/>
                </a:cubicBezTo>
                <a:cubicBezTo>
                  <a:pt x="218" y="107"/>
                  <a:pt x="218" y="107"/>
                  <a:pt x="218" y="107"/>
                </a:cubicBezTo>
                <a:lnTo>
                  <a:pt x="246" y="107"/>
                </a:lnTo>
                <a:close/>
              </a:path>
            </a:pathLst>
          </a:custGeom>
          <a:solidFill>
            <a:schemeClr val="tx2"/>
          </a:solidFill>
          <a:ln>
            <a:noFill/>
          </a:ln>
        </p:spPr>
        <p:txBody>
          <a:bodyPr vert="horz" wrap="square" lIns="82305" tIns="41153" rIns="82305" bIns="41153" numCol="1" anchor="t" anchorCtr="0" compatLnSpc="1">
            <a:prstTxWarp prst="textNoShape">
              <a:avLst/>
            </a:prstTxWarp>
          </a:bodyPr>
          <a:lstStyle/>
          <a:p>
            <a:endParaRPr lang="en-US" sz="1600" dirty="0"/>
          </a:p>
        </p:txBody>
      </p:sp>
    </p:spTree>
    <p:extLst>
      <p:ext uri="{BB962C8B-B14F-4D97-AF65-F5344CB8AC3E}">
        <p14:creationId xmlns:p14="http://schemas.microsoft.com/office/powerpoint/2010/main" val="1317571045"/>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a:xfrm>
            <a:off x="516572" y="2699218"/>
            <a:ext cx="11155680" cy="1354217"/>
          </a:xfrm>
        </p:spPr>
        <p:txBody>
          <a:bodyPr/>
          <a:lstStyle/>
          <a:p>
            <a:r>
              <a:rPr lang="en-US" altLang="zh-CN" dirty="0" err="1"/>
              <a:t>PaaS</a:t>
            </a:r>
            <a:r>
              <a:rPr lang="en-US" altLang="zh-CN" dirty="0"/>
              <a:t> Architect Design</a:t>
            </a:r>
            <a:endParaRPr lang="zh-CN" altLang="en-US" dirty="0"/>
          </a:p>
        </p:txBody>
      </p:sp>
      <p:sp>
        <p:nvSpPr>
          <p:cNvPr id="4" name="文本占位符 3"/>
          <p:cNvSpPr>
            <a:spLocks noGrp="1"/>
          </p:cNvSpPr>
          <p:nvPr>
            <p:ph type="body" sz="quarter" idx="11"/>
          </p:nvPr>
        </p:nvSpPr>
        <p:spPr/>
        <p:txBody>
          <a:bodyPr/>
          <a:lstStyle/>
          <a:p>
            <a:endParaRPr lang="zh-CN" altLang="en-US"/>
          </a:p>
        </p:txBody>
      </p:sp>
    </p:spTree>
    <p:extLst>
      <p:ext uri="{BB962C8B-B14F-4D97-AF65-F5344CB8AC3E}">
        <p14:creationId xmlns:p14="http://schemas.microsoft.com/office/powerpoint/2010/main" val="2602448287"/>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t>Scenario</a:t>
            </a:r>
            <a:endParaRPr lang="zh-CN" altLang="en-US" dirty="0"/>
          </a:p>
        </p:txBody>
      </p:sp>
      <p:sp>
        <p:nvSpPr>
          <p:cNvPr id="5" name="内容占位符 4"/>
          <p:cNvSpPr>
            <a:spLocks noGrp="1"/>
          </p:cNvSpPr>
          <p:nvPr>
            <p:ph sz="quarter" idx="10"/>
          </p:nvPr>
        </p:nvSpPr>
        <p:spPr>
          <a:xfrm>
            <a:off x="519113" y="1463675"/>
            <a:ext cx="11155680" cy="5640006"/>
          </a:xfrm>
        </p:spPr>
        <p:txBody>
          <a:bodyPr/>
          <a:lstStyle/>
          <a:p>
            <a:r>
              <a:rPr lang="zh-CN" altLang="en-US" sz="4000" dirty="0"/>
              <a:t>某公司在</a:t>
            </a:r>
            <a:r>
              <a:rPr lang="en-US" altLang="zh-CN" sz="4000" dirty="0" err="1"/>
              <a:t>Weibo</a:t>
            </a:r>
            <a:r>
              <a:rPr lang="zh-CN" altLang="en-US" sz="4000" dirty="0"/>
              <a:t>上发布</a:t>
            </a:r>
            <a:r>
              <a:rPr lang="en-US" altLang="zh-CN" sz="4000" dirty="0"/>
              <a:t>Marketing </a:t>
            </a:r>
            <a:r>
              <a:rPr lang="en-US" altLang="zh-CN" sz="4000" dirty="0" err="1"/>
              <a:t>Campain</a:t>
            </a:r>
            <a:endParaRPr lang="en-US" altLang="zh-CN" sz="4000" dirty="0"/>
          </a:p>
          <a:p>
            <a:pPr lvl="1"/>
            <a:r>
              <a:rPr lang="zh-CN" altLang="en-US" sz="3600" dirty="0"/>
              <a:t>普通用户可以登录网站注册个人信息</a:t>
            </a:r>
            <a:endParaRPr lang="en-US" altLang="zh-CN" sz="3600" dirty="0"/>
          </a:p>
          <a:p>
            <a:pPr lvl="1"/>
            <a:r>
              <a:rPr lang="zh-CN" altLang="en-US" sz="3600" dirty="0"/>
              <a:t>系统会在后台发送</a:t>
            </a:r>
            <a:r>
              <a:rPr lang="en-US" altLang="zh-CN" sz="3600" dirty="0"/>
              <a:t>Coupon</a:t>
            </a:r>
            <a:r>
              <a:rPr lang="zh-CN" altLang="en-US" sz="3600" dirty="0"/>
              <a:t>至用户邮箱</a:t>
            </a:r>
            <a:endParaRPr lang="en-US" altLang="zh-CN" sz="3600" dirty="0"/>
          </a:p>
          <a:p>
            <a:endParaRPr lang="en-US" altLang="zh-CN" dirty="0"/>
          </a:p>
          <a:p>
            <a:r>
              <a:rPr lang="zh-CN" altLang="en-US" sz="4000" dirty="0"/>
              <a:t>考虑</a:t>
            </a:r>
            <a:endParaRPr lang="en-US" altLang="zh-CN" sz="4000" dirty="0"/>
          </a:p>
          <a:p>
            <a:pPr lvl="1"/>
            <a:r>
              <a:rPr lang="zh-CN" altLang="en-US" sz="3600" dirty="0"/>
              <a:t>负载均衡</a:t>
            </a:r>
            <a:endParaRPr lang="en-US" altLang="zh-CN" sz="3600" dirty="0"/>
          </a:p>
          <a:p>
            <a:pPr lvl="1"/>
            <a:r>
              <a:rPr lang="zh-CN" altLang="en-US" sz="3600" dirty="0"/>
              <a:t>大并发</a:t>
            </a:r>
            <a:endParaRPr lang="en-US" altLang="zh-CN" sz="3600" dirty="0"/>
          </a:p>
          <a:p>
            <a:pPr lvl="1"/>
            <a:r>
              <a:rPr lang="zh-CN" altLang="en-US" sz="3600" dirty="0"/>
              <a:t>异步</a:t>
            </a:r>
            <a:endParaRPr lang="en-US" altLang="zh-CN" sz="3600" dirty="0"/>
          </a:p>
          <a:p>
            <a:endParaRPr lang="zh-CN" altLang="en-US" dirty="0"/>
          </a:p>
        </p:txBody>
      </p:sp>
    </p:spTree>
    <p:extLst>
      <p:ext uri="{BB962C8B-B14F-4D97-AF65-F5344CB8AC3E}">
        <p14:creationId xmlns:p14="http://schemas.microsoft.com/office/powerpoint/2010/main" val="1505949659"/>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t>Architect Design</a:t>
            </a:r>
            <a:endParaRPr lang="zh-CN" altLang="en-US" dirty="0"/>
          </a:p>
        </p:txBody>
      </p:sp>
      <p:pic>
        <p:nvPicPr>
          <p:cNvPr id="5" name="Picture 66" descr="\\MAGNUM\Projects\Microsoft\Cloud Power FY12\Design\Icons\PNGs\IT_guy.png"/>
          <p:cNvPicPr>
            <a:picLocks noChangeAspect="1" noChangeArrowheads="1"/>
          </p:cNvPicPr>
          <p:nvPr/>
        </p:nvPicPr>
        <p:blipFill>
          <a:blip r:embed="rId18" cstate="email">
            <a:grayscl/>
            <a:extLst>
              <a:ext uri="{28A0092B-C50C-407E-A947-70E740481C1C}">
                <a14:useLocalDpi xmlns:a14="http://schemas.microsoft.com/office/drawing/2010/main"/>
              </a:ext>
            </a:extLst>
          </a:blip>
          <a:srcRect/>
          <a:stretch>
            <a:fillRect/>
          </a:stretch>
        </p:blipFill>
        <p:spPr bwMode="auto">
          <a:xfrm>
            <a:off x="26266" y="2935260"/>
            <a:ext cx="985691" cy="985691"/>
          </a:xfrm>
          <a:prstGeom prst="rect">
            <a:avLst/>
          </a:prstGeom>
          <a:noFill/>
          <a:ln>
            <a:noFill/>
          </a:ln>
        </p:spPr>
      </p:pic>
      <p:sp>
        <p:nvSpPr>
          <p:cNvPr id="7" name="矩形 6"/>
          <p:cNvSpPr/>
          <p:nvPr/>
        </p:nvSpPr>
        <p:spPr>
          <a:xfrm>
            <a:off x="1204856" y="1161827"/>
            <a:ext cx="10768405" cy="5152912"/>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Rectangle 6"/>
          <p:cNvSpPr/>
          <p:nvPr/>
        </p:nvSpPr>
        <p:spPr bwMode="auto">
          <a:xfrm>
            <a:off x="2382562" y="1392797"/>
            <a:ext cx="1764540" cy="1038463"/>
          </a:xfrm>
          <a:prstGeom prst="rect">
            <a:avLst/>
          </a:prstGeom>
          <a:solidFill>
            <a:schemeClr val="accent4"/>
          </a:solidFill>
          <a:ln w="50800">
            <a:solidFill>
              <a:schemeClr val="bg1">
                <a:lumMod val="95000"/>
                <a:alpha val="99000"/>
              </a:schemeClr>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b="1" dirty="0">
                <a:ln>
                  <a:solidFill>
                    <a:schemeClr val="bg1">
                      <a:alpha val="0"/>
                    </a:schemeClr>
                  </a:solidFill>
                </a:ln>
                <a:gradFill>
                  <a:gsLst>
                    <a:gs pos="0">
                      <a:srgbClr val="FFFFFF"/>
                    </a:gs>
                    <a:gs pos="100000">
                      <a:srgbClr val="FFFFFF"/>
                    </a:gs>
                  </a:gsLst>
                  <a:lin ang="5400000" scaled="0"/>
                </a:gradFill>
              </a:rPr>
              <a:t>Web Role 1</a:t>
            </a:r>
          </a:p>
        </p:txBody>
      </p:sp>
      <p:pic>
        <p:nvPicPr>
          <p:cNvPr id="8" name="图片 7"/>
          <p:cNvPicPr>
            <a:picLocks noChangeAspect="1"/>
          </p:cNvPicPr>
          <p:nvPr/>
        </p:nvPicPr>
        <p:blipFill>
          <a:blip r:embed="rId19"/>
          <a:stretch>
            <a:fillRect/>
          </a:stretch>
        </p:blipFill>
        <p:spPr>
          <a:xfrm>
            <a:off x="10461636" y="5959735"/>
            <a:ext cx="1511625" cy="355003"/>
          </a:xfrm>
          <a:prstGeom prst="rect">
            <a:avLst/>
          </a:prstGeom>
        </p:spPr>
      </p:pic>
      <p:sp>
        <p:nvSpPr>
          <p:cNvPr id="9" name="Rectangle 6"/>
          <p:cNvSpPr/>
          <p:nvPr/>
        </p:nvSpPr>
        <p:spPr bwMode="auto">
          <a:xfrm>
            <a:off x="2382562" y="2908873"/>
            <a:ext cx="1764540" cy="1038463"/>
          </a:xfrm>
          <a:prstGeom prst="rect">
            <a:avLst/>
          </a:prstGeom>
          <a:solidFill>
            <a:schemeClr val="accent4"/>
          </a:solidFill>
          <a:ln w="50800">
            <a:solidFill>
              <a:schemeClr val="bg1">
                <a:lumMod val="95000"/>
                <a:alpha val="99000"/>
              </a:schemeClr>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b="1" dirty="0">
                <a:ln>
                  <a:solidFill>
                    <a:schemeClr val="bg1">
                      <a:alpha val="0"/>
                    </a:schemeClr>
                  </a:solidFill>
                </a:ln>
                <a:gradFill>
                  <a:gsLst>
                    <a:gs pos="0">
                      <a:srgbClr val="FFFFFF"/>
                    </a:gs>
                    <a:gs pos="100000">
                      <a:srgbClr val="FFFFFF"/>
                    </a:gs>
                  </a:gsLst>
                  <a:lin ang="5400000" scaled="0"/>
                </a:gradFill>
              </a:rPr>
              <a:t>Web Role 2</a:t>
            </a:r>
          </a:p>
        </p:txBody>
      </p:sp>
      <p:sp>
        <p:nvSpPr>
          <p:cNvPr id="10" name="Rectangle 6"/>
          <p:cNvSpPr/>
          <p:nvPr/>
        </p:nvSpPr>
        <p:spPr bwMode="auto">
          <a:xfrm>
            <a:off x="2382562" y="4806746"/>
            <a:ext cx="1764540" cy="1038463"/>
          </a:xfrm>
          <a:prstGeom prst="rect">
            <a:avLst/>
          </a:prstGeom>
          <a:solidFill>
            <a:schemeClr val="accent4"/>
          </a:solidFill>
          <a:ln w="50800">
            <a:solidFill>
              <a:schemeClr val="bg1">
                <a:lumMod val="95000"/>
                <a:alpha val="99000"/>
              </a:schemeClr>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b="1" dirty="0">
                <a:ln>
                  <a:solidFill>
                    <a:schemeClr val="bg1">
                      <a:alpha val="0"/>
                    </a:schemeClr>
                  </a:solidFill>
                </a:ln>
                <a:gradFill>
                  <a:gsLst>
                    <a:gs pos="0">
                      <a:srgbClr val="FFFFFF"/>
                    </a:gs>
                    <a:gs pos="100000">
                      <a:srgbClr val="FFFFFF"/>
                    </a:gs>
                  </a:gsLst>
                  <a:lin ang="5400000" scaled="0"/>
                </a:gradFill>
              </a:rPr>
              <a:t>Web Role </a:t>
            </a:r>
            <a:r>
              <a:rPr lang="en-US" altLang="zh-CN" b="1" dirty="0">
                <a:ln>
                  <a:solidFill>
                    <a:schemeClr val="bg1">
                      <a:alpha val="0"/>
                    </a:schemeClr>
                  </a:solidFill>
                </a:ln>
                <a:gradFill>
                  <a:gsLst>
                    <a:gs pos="0">
                      <a:srgbClr val="FFFFFF"/>
                    </a:gs>
                    <a:gs pos="100000">
                      <a:srgbClr val="FFFFFF"/>
                    </a:gs>
                  </a:gsLst>
                  <a:lin ang="5400000" scaled="0"/>
                </a:gradFill>
              </a:rPr>
              <a:t>N</a:t>
            </a:r>
            <a:endParaRPr lang="en-US" b="1" dirty="0">
              <a:ln>
                <a:solidFill>
                  <a:schemeClr val="bg1">
                    <a:alpha val="0"/>
                  </a:schemeClr>
                </a:solidFill>
              </a:ln>
              <a:gradFill>
                <a:gsLst>
                  <a:gs pos="0">
                    <a:srgbClr val="FFFFFF"/>
                  </a:gs>
                  <a:gs pos="100000">
                    <a:srgbClr val="FFFFFF"/>
                  </a:gs>
                </a:gsLst>
                <a:lin ang="5400000" scaled="0"/>
              </a:gradFill>
            </a:endParaRPr>
          </a:p>
        </p:txBody>
      </p:sp>
      <p:cxnSp>
        <p:nvCxnSpPr>
          <p:cNvPr id="13" name="Elbow Connector 43"/>
          <p:cNvCxnSpPr>
            <a:stCxn id="5" idx="3"/>
            <a:endCxn id="9" idx="1"/>
          </p:cNvCxnSpPr>
          <p:nvPr>
            <p:custDataLst>
              <p:tags r:id="rId1"/>
            </p:custDataLst>
          </p:nvPr>
        </p:nvCxnSpPr>
        <p:spPr>
          <a:xfrm flipV="1">
            <a:off x="1011957" y="3428105"/>
            <a:ext cx="1370605" cy="1"/>
          </a:xfrm>
          <a:prstGeom prst="bentConnector3">
            <a:avLst>
              <a:gd name="adj1" fmla="val 50000"/>
            </a:avLst>
          </a:prstGeom>
          <a:ln w="50800">
            <a:solidFill>
              <a:schemeClr val="accent4"/>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8" name="Elbow Connector 43"/>
          <p:cNvCxnSpPr>
            <a:endCxn id="6" idx="1"/>
          </p:cNvCxnSpPr>
          <p:nvPr>
            <p:custDataLst>
              <p:tags r:id="rId2"/>
            </p:custDataLst>
          </p:nvPr>
        </p:nvCxnSpPr>
        <p:spPr>
          <a:xfrm rot="5400000" flipH="1" flipV="1">
            <a:off x="1283893" y="2325396"/>
            <a:ext cx="1512035" cy="685303"/>
          </a:xfrm>
          <a:prstGeom prst="bentConnector2">
            <a:avLst/>
          </a:prstGeom>
          <a:ln w="50800">
            <a:solidFill>
              <a:schemeClr val="accent4"/>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2" name="Elbow Connector 43"/>
          <p:cNvCxnSpPr>
            <a:endCxn id="10" idx="1"/>
          </p:cNvCxnSpPr>
          <p:nvPr>
            <p:custDataLst>
              <p:tags r:id="rId3"/>
            </p:custDataLst>
          </p:nvPr>
        </p:nvCxnSpPr>
        <p:spPr>
          <a:xfrm rot="16200000" flipH="1">
            <a:off x="1088955" y="4032370"/>
            <a:ext cx="1901911" cy="685303"/>
          </a:xfrm>
          <a:prstGeom prst="bentConnector2">
            <a:avLst/>
          </a:prstGeom>
          <a:ln w="50800">
            <a:solidFill>
              <a:schemeClr val="accent4"/>
            </a:solidFill>
            <a:tailEnd type="triangle" w="lg" len="lg"/>
          </a:ln>
        </p:spPr>
        <p:style>
          <a:lnRef idx="1">
            <a:schemeClr val="accent1"/>
          </a:lnRef>
          <a:fillRef idx="0">
            <a:schemeClr val="accent1"/>
          </a:fillRef>
          <a:effectRef idx="0">
            <a:schemeClr val="accent1"/>
          </a:effectRef>
          <a:fontRef idx="minor">
            <a:schemeClr val="tx1"/>
          </a:fontRef>
        </p:style>
      </p:cxnSp>
      <p:sp>
        <p:nvSpPr>
          <p:cNvPr id="26" name="文本框 25"/>
          <p:cNvSpPr txBox="1"/>
          <p:nvPr/>
        </p:nvSpPr>
        <p:spPr>
          <a:xfrm>
            <a:off x="161365" y="3947336"/>
            <a:ext cx="850592" cy="443198"/>
          </a:xfrm>
          <a:prstGeom prst="rect">
            <a:avLst/>
          </a:prstGeom>
          <a:noFill/>
        </p:spPr>
        <p:txBody>
          <a:bodyPr wrap="square" lIns="0" tIns="0" rIns="0" bIns="0" rtlCol="0">
            <a:spAutoFit/>
          </a:bodyPr>
          <a:lstStyle/>
          <a:p>
            <a:pPr>
              <a:lnSpc>
                <a:spcPct val="90000"/>
              </a:lnSpc>
              <a:spcBef>
                <a:spcPct val="20000"/>
              </a:spcBef>
              <a:buSzPct val="80000"/>
            </a:pPr>
            <a:r>
              <a:rPr lang="en-US" altLang="zh-CN" sz="3200" dirty="0">
                <a:gradFill>
                  <a:gsLst>
                    <a:gs pos="0">
                      <a:srgbClr val="292929">
                        <a:lumMod val="90000"/>
                        <a:lumOff val="10000"/>
                      </a:srgbClr>
                    </a:gs>
                    <a:gs pos="86000">
                      <a:srgbClr val="292929">
                        <a:lumMod val="90000"/>
                        <a:lumOff val="10000"/>
                      </a:srgbClr>
                    </a:gs>
                  </a:gsLst>
                  <a:lin ang="5400000" scaled="0"/>
                </a:gradFill>
              </a:rPr>
              <a:t>User</a:t>
            </a:r>
            <a:endParaRPr lang="zh-CN" altLang="en-US" sz="3200" dirty="0">
              <a:gradFill>
                <a:gsLst>
                  <a:gs pos="0">
                    <a:srgbClr val="292929">
                      <a:lumMod val="90000"/>
                      <a:lumOff val="10000"/>
                    </a:srgbClr>
                  </a:gs>
                  <a:gs pos="86000">
                    <a:srgbClr val="292929">
                      <a:lumMod val="90000"/>
                      <a:lumOff val="10000"/>
                    </a:srgbClr>
                  </a:gs>
                </a:gsLst>
                <a:lin ang="5400000" scaled="0"/>
              </a:gradFill>
            </a:endParaRPr>
          </a:p>
        </p:txBody>
      </p:sp>
      <p:sp>
        <p:nvSpPr>
          <p:cNvPr id="29" name="TextBox 24"/>
          <p:cNvSpPr txBox="1"/>
          <p:nvPr>
            <p:custDataLst>
              <p:tags r:id="rId4"/>
            </p:custDataLst>
          </p:nvPr>
        </p:nvSpPr>
        <p:spPr>
          <a:xfrm>
            <a:off x="5033653" y="3242018"/>
            <a:ext cx="1287419" cy="364087"/>
          </a:xfrm>
          <a:prstGeom prst="rect">
            <a:avLst/>
          </a:prstGeom>
          <a:solidFill>
            <a:schemeClr val="accent4">
              <a:lumMod val="75000"/>
            </a:schemeClr>
          </a:solidFill>
          <a:ln>
            <a:noFill/>
          </a:ln>
          <a:effectLst/>
        </p:spPr>
        <p:style>
          <a:lnRef idx="1">
            <a:schemeClr val="dk1"/>
          </a:lnRef>
          <a:fillRef idx="2">
            <a:schemeClr val="dk1"/>
          </a:fillRef>
          <a:effectRef idx="1">
            <a:schemeClr val="dk1"/>
          </a:effectRef>
          <a:fontRef idx="minor">
            <a:schemeClr val="dk1"/>
          </a:fontRef>
        </p:style>
        <p:txBody>
          <a:bodyPr wrap="none" rtlCol="0">
            <a:noAutofit/>
          </a:bodyPr>
          <a:lstStyle/>
          <a:p>
            <a:pPr algn="ctr"/>
            <a:r>
              <a:rPr lang="en-US" sz="1800" dirty="0">
                <a:ln>
                  <a:solidFill>
                    <a:schemeClr val="bg1">
                      <a:alpha val="0"/>
                    </a:schemeClr>
                  </a:solidFill>
                </a:ln>
                <a:gradFill>
                  <a:gsLst>
                    <a:gs pos="0">
                      <a:srgbClr val="FFFFFF"/>
                    </a:gs>
                    <a:gs pos="100000">
                      <a:srgbClr val="FFFFFF"/>
                    </a:gs>
                  </a:gsLst>
                  <a:lin ang="5400000" scaled="0"/>
                </a:gradFill>
              </a:rPr>
              <a:t>Queues</a:t>
            </a:r>
          </a:p>
        </p:txBody>
      </p:sp>
      <p:cxnSp>
        <p:nvCxnSpPr>
          <p:cNvPr id="30" name="Elbow Connector 43"/>
          <p:cNvCxnSpPr>
            <a:stCxn id="6" idx="3"/>
            <a:endCxn id="29" idx="0"/>
          </p:cNvCxnSpPr>
          <p:nvPr>
            <p:custDataLst>
              <p:tags r:id="rId5"/>
            </p:custDataLst>
          </p:nvPr>
        </p:nvCxnSpPr>
        <p:spPr>
          <a:xfrm>
            <a:off x="4147102" y="1912029"/>
            <a:ext cx="1530261" cy="1329989"/>
          </a:xfrm>
          <a:prstGeom prst="bentConnector2">
            <a:avLst/>
          </a:prstGeom>
          <a:ln w="50800">
            <a:solidFill>
              <a:schemeClr val="accent4"/>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3" name="Elbow Connector 43"/>
          <p:cNvCxnSpPr>
            <a:stCxn id="9" idx="3"/>
            <a:endCxn id="29" idx="1"/>
          </p:cNvCxnSpPr>
          <p:nvPr>
            <p:custDataLst>
              <p:tags r:id="rId6"/>
            </p:custDataLst>
          </p:nvPr>
        </p:nvCxnSpPr>
        <p:spPr>
          <a:xfrm flipV="1">
            <a:off x="4147102" y="3424062"/>
            <a:ext cx="886551" cy="4043"/>
          </a:xfrm>
          <a:prstGeom prst="bentConnector3">
            <a:avLst>
              <a:gd name="adj1" fmla="val 50000"/>
            </a:avLst>
          </a:prstGeom>
          <a:ln w="50800">
            <a:solidFill>
              <a:schemeClr val="accent4"/>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7" name="Elbow Connector 43"/>
          <p:cNvCxnSpPr>
            <a:stCxn id="10" idx="3"/>
            <a:endCxn id="29" idx="2"/>
          </p:cNvCxnSpPr>
          <p:nvPr>
            <p:custDataLst>
              <p:tags r:id="rId7"/>
            </p:custDataLst>
          </p:nvPr>
        </p:nvCxnSpPr>
        <p:spPr>
          <a:xfrm flipV="1">
            <a:off x="4147102" y="3606105"/>
            <a:ext cx="1530261" cy="1719873"/>
          </a:xfrm>
          <a:prstGeom prst="bentConnector2">
            <a:avLst/>
          </a:prstGeom>
          <a:ln w="50800">
            <a:solidFill>
              <a:schemeClr val="accent4"/>
            </a:solidFill>
            <a:tailEnd type="triangle" w="lg" len="lg"/>
          </a:ln>
        </p:spPr>
        <p:style>
          <a:lnRef idx="1">
            <a:schemeClr val="accent1"/>
          </a:lnRef>
          <a:fillRef idx="0">
            <a:schemeClr val="accent1"/>
          </a:fillRef>
          <a:effectRef idx="0">
            <a:schemeClr val="accent1"/>
          </a:effectRef>
          <a:fontRef idx="minor">
            <a:schemeClr val="tx1"/>
          </a:fontRef>
        </p:style>
      </p:cxnSp>
      <p:sp>
        <p:nvSpPr>
          <p:cNvPr id="40" name="Rectangle 6"/>
          <p:cNvSpPr/>
          <p:nvPr/>
        </p:nvSpPr>
        <p:spPr bwMode="auto">
          <a:xfrm>
            <a:off x="7454817" y="1415985"/>
            <a:ext cx="1764540" cy="1038463"/>
          </a:xfrm>
          <a:prstGeom prst="rect">
            <a:avLst/>
          </a:prstGeom>
          <a:solidFill>
            <a:schemeClr val="accent4"/>
          </a:solidFill>
          <a:ln w="50800">
            <a:solidFill>
              <a:schemeClr val="bg1">
                <a:lumMod val="95000"/>
                <a:alpha val="99000"/>
              </a:schemeClr>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b="1" dirty="0">
                <a:ln>
                  <a:solidFill>
                    <a:schemeClr val="bg1">
                      <a:alpha val="0"/>
                    </a:schemeClr>
                  </a:solidFill>
                </a:ln>
                <a:gradFill>
                  <a:gsLst>
                    <a:gs pos="0">
                      <a:srgbClr val="FFFFFF"/>
                    </a:gs>
                    <a:gs pos="100000">
                      <a:srgbClr val="FFFFFF"/>
                    </a:gs>
                  </a:gsLst>
                  <a:lin ang="5400000" scaled="0"/>
                </a:gradFill>
              </a:rPr>
              <a:t>Worker Role 1</a:t>
            </a:r>
          </a:p>
        </p:txBody>
      </p:sp>
      <p:sp>
        <p:nvSpPr>
          <p:cNvPr id="41" name="Rectangle 6"/>
          <p:cNvSpPr/>
          <p:nvPr/>
        </p:nvSpPr>
        <p:spPr bwMode="auto">
          <a:xfrm>
            <a:off x="7454816" y="2904829"/>
            <a:ext cx="1764540" cy="1038463"/>
          </a:xfrm>
          <a:prstGeom prst="rect">
            <a:avLst/>
          </a:prstGeom>
          <a:solidFill>
            <a:schemeClr val="accent4"/>
          </a:solidFill>
          <a:ln w="50800">
            <a:solidFill>
              <a:schemeClr val="bg1">
                <a:lumMod val="95000"/>
                <a:alpha val="99000"/>
              </a:schemeClr>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b="1" dirty="0">
                <a:ln>
                  <a:solidFill>
                    <a:schemeClr val="bg1">
                      <a:alpha val="0"/>
                    </a:schemeClr>
                  </a:solidFill>
                </a:ln>
                <a:gradFill>
                  <a:gsLst>
                    <a:gs pos="0">
                      <a:srgbClr val="FFFFFF"/>
                    </a:gs>
                    <a:gs pos="100000">
                      <a:srgbClr val="FFFFFF"/>
                    </a:gs>
                  </a:gsLst>
                  <a:lin ang="5400000" scaled="0"/>
                </a:gradFill>
              </a:rPr>
              <a:t>Worker Role 2</a:t>
            </a:r>
          </a:p>
        </p:txBody>
      </p:sp>
      <p:sp>
        <p:nvSpPr>
          <p:cNvPr id="42" name="Rectangle 6"/>
          <p:cNvSpPr/>
          <p:nvPr/>
        </p:nvSpPr>
        <p:spPr bwMode="auto">
          <a:xfrm>
            <a:off x="7454816" y="4803112"/>
            <a:ext cx="1764540" cy="1038463"/>
          </a:xfrm>
          <a:prstGeom prst="rect">
            <a:avLst/>
          </a:prstGeom>
          <a:solidFill>
            <a:schemeClr val="accent4"/>
          </a:solidFill>
          <a:ln w="50800">
            <a:solidFill>
              <a:schemeClr val="bg1">
                <a:lumMod val="95000"/>
                <a:alpha val="99000"/>
              </a:schemeClr>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b="1" dirty="0">
                <a:ln>
                  <a:solidFill>
                    <a:schemeClr val="bg1">
                      <a:alpha val="0"/>
                    </a:schemeClr>
                  </a:solidFill>
                </a:ln>
                <a:gradFill>
                  <a:gsLst>
                    <a:gs pos="0">
                      <a:srgbClr val="FFFFFF"/>
                    </a:gs>
                    <a:gs pos="100000">
                      <a:srgbClr val="FFFFFF"/>
                    </a:gs>
                  </a:gsLst>
                  <a:lin ang="5400000" scaled="0"/>
                </a:gradFill>
              </a:rPr>
              <a:t>Worker Role N</a:t>
            </a:r>
          </a:p>
        </p:txBody>
      </p:sp>
      <p:cxnSp>
        <p:nvCxnSpPr>
          <p:cNvPr id="43" name="Elbow Connector 43"/>
          <p:cNvCxnSpPr>
            <a:stCxn id="29" idx="3"/>
            <a:endCxn id="41" idx="1"/>
          </p:cNvCxnSpPr>
          <p:nvPr>
            <p:custDataLst>
              <p:tags r:id="rId8"/>
            </p:custDataLst>
          </p:nvPr>
        </p:nvCxnSpPr>
        <p:spPr>
          <a:xfrm flipV="1">
            <a:off x="6321072" y="3424061"/>
            <a:ext cx="1133744" cy="1"/>
          </a:xfrm>
          <a:prstGeom prst="bentConnector3">
            <a:avLst>
              <a:gd name="adj1" fmla="val 50000"/>
            </a:avLst>
          </a:prstGeom>
          <a:ln w="50800">
            <a:solidFill>
              <a:schemeClr val="accent4"/>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46" name="Elbow Connector 43"/>
          <p:cNvCxnSpPr>
            <a:endCxn id="40" idx="1"/>
          </p:cNvCxnSpPr>
          <p:nvPr>
            <p:custDataLst>
              <p:tags r:id="rId9"/>
            </p:custDataLst>
          </p:nvPr>
        </p:nvCxnSpPr>
        <p:spPr>
          <a:xfrm rot="5400000" flipH="1" flipV="1">
            <a:off x="6274695" y="2252042"/>
            <a:ext cx="1496946" cy="863297"/>
          </a:xfrm>
          <a:prstGeom prst="bentConnector2">
            <a:avLst/>
          </a:prstGeom>
          <a:ln w="50800">
            <a:solidFill>
              <a:schemeClr val="accent4"/>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49" name="Elbow Connector 43"/>
          <p:cNvCxnSpPr>
            <a:endCxn id="42" idx="1"/>
          </p:cNvCxnSpPr>
          <p:nvPr>
            <p:custDataLst>
              <p:tags r:id="rId10"/>
            </p:custDataLst>
          </p:nvPr>
        </p:nvCxnSpPr>
        <p:spPr>
          <a:xfrm rot="16200000" flipH="1">
            <a:off x="6081573" y="3949100"/>
            <a:ext cx="1883191" cy="863296"/>
          </a:xfrm>
          <a:prstGeom prst="bentConnector2">
            <a:avLst/>
          </a:prstGeom>
          <a:ln w="50800">
            <a:solidFill>
              <a:schemeClr val="accent4"/>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57" name="Elbow Connector 43"/>
          <p:cNvCxnSpPr>
            <a:stCxn id="40" idx="3"/>
            <a:endCxn id="63" idx="0"/>
          </p:cNvCxnSpPr>
          <p:nvPr>
            <p:custDataLst>
              <p:tags r:id="rId11"/>
            </p:custDataLst>
          </p:nvPr>
        </p:nvCxnSpPr>
        <p:spPr>
          <a:xfrm>
            <a:off x="9219357" y="1935217"/>
            <a:ext cx="1819046" cy="1302424"/>
          </a:xfrm>
          <a:prstGeom prst="bentConnector2">
            <a:avLst/>
          </a:prstGeom>
          <a:ln w="50800">
            <a:solidFill>
              <a:schemeClr val="accent4"/>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58" name="Elbow Connector 43"/>
          <p:cNvCxnSpPr/>
          <p:nvPr>
            <p:custDataLst>
              <p:tags r:id="rId12"/>
            </p:custDataLst>
          </p:nvPr>
        </p:nvCxnSpPr>
        <p:spPr>
          <a:xfrm>
            <a:off x="9219356" y="3408876"/>
            <a:ext cx="1250684" cy="3285"/>
          </a:xfrm>
          <a:prstGeom prst="bentConnector3">
            <a:avLst>
              <a:gd name="adj1" fmla="val 50000"/>
            </a:avLst>
          </a:prstGeom>
          <a:ln w="50800">
            <a:solidFill>
              <a:schemeClr val="accent4"/>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59" name="Elbow Connector 43"/>
          <p:cNvCxnSpPr>
            <a:stCxn id="42" idx="3"/>
            <a:endCxn id="63" idx="2"/>
          </p:cNvCxnSpPr>
          <p:nvPr>
            <p:custDataLst>
              <p:tags r:id="rId13"/>
            </p:custDataLst>
          </p:nvPr>
        </p:nvCxnSpPr>
        <p:spPr>
          <a:xfrm flipV="1">
            <a:off x="9219356" y="3601728"/>
            <a:ext cx="1819047" cy="1720616"/>
          </a:xfrm>
          <a:prstGeom prst="bentConnector2">
            <a:avLst/>
          </a:prstGeom>
          <a:ln w="50800">
            <a:solidFill>
              <a:schemeClr val="accent4"/>
            </a:solidFill>
            <a:tailEnd type="triangle" w="lg" len="lg"/>
          </a:ln>
        </p:spPr>
        <p:style>
          <a:lnRef idx="1">
            <a:schemeClr val="accent1"/>
          </a:lnRef>
          <a:fillRef idx="0">
            <a:schemeClr val="accent1"/>
          </a:fillRef>
          <a:effectRef idx="0">
            <a:schemeClr val="accent1"/>
          </a:effectRef>
          <a:fontRef idx="minor">
            <a:schemeClr val="tx1"/>
          </a:fontRef>
        </p:style>
      </p:cxnSp>
      <p:sp>
        <p:nvSpPr>
          <p:cNvPr id="63" name="TextBox 24"/>
          <p:cNvSpPr txBox="1"/>
          <p:nvPr>
            <p:custDataLst>
              <p:tags r:id="rId14"/>
            </p:custDataLst>
          </p:nvPr>
        </p:nvSpPr>
        <p:spPr>
          <a:xfrm>
            <a:off x="10513408" y="3237641"/>
            <a:ext cx="1049989" cy="364087"/>
          </a:xfrm>
          <a:prstGeom prst="rect">
            <a:avLst/>
          </a:prstGeom>
          <a:solidFill>
            <a:schemeClr val="accent4">
              <a:lumMod val="75000"/>
            </a:schemeClr>
          </a:solidFill>
          <a:ln>
            <a:noFill/>
          </a:ln>
          <a:effectLst/>
        </p:spPr>
        <p:style>
          <a:lnRef idx="1">
            <a:schemeClr val="dk1"/>
          </a:lnRef>
          <a:fillRef idx="2">
            <a:schemeClr val="dk1"/>
          </a:fillRef>
          <a:effectRef idx="1">
            <a:schemeClr val="dk1"/>
          </a:effectRef>
          <a:fontRef idx="minor">
            <a:schemeClr val="dk1"/>
          </a:fontRef>
        </p:style>
        <p:txBody>
          <a:bodyPr wrap="none" rtlCol="0">
            <a:noAutofit/>
          </a:bodyPr>
          <a:lstStyle/>
          <a:p>
            <a:pPr algn="ctr"/>
            <a:r>
              <a:rPr lang="en-US" altLang="zh-CN" sz="1800">
                <a:ln>
                  <a:solidFill>
                    <a:schemeClr val="bg1">
                      <a:alpha val="0"/>
                    </a:schemeClr>
                  </a:solidFill>
                </a:ln>
                <a:gradFill>
                  <a:gsLst>
                    <a:gs pos="0">
                      <a:srgbClr val="FFFFFF"/>
                    </a:gs>
                    <a:gs pos="100000">
                      <a:srgbClr val="FFFFFF"/>
                    </a:gs>
                  </a:gsLst>
                  <a:lin ang="5400000" scaled="0"/>
                </a:gradFill>
              </a:rPr>
              <a:t>Logitech</a:t>
            </a:r>
            <a:endParaRPr lang="en-US" sz="1800" dirty="0">
              <a:ln>
                <a:solidFill>
                  <a:schemeClr val="bg1">
                    <a:alpha val="0"/>
                  </a:schemeClr>
                </a:solidFill>
              </a:ln>
              <a:gradFill>
                <a:gsLst>
                  <a:gs pos="0">
                    <a:srgbClr val="FFFFFF"/>
                  </a:gs>
                  <a:gs pos="100000">
                    <a:srgbClr val="FFFFFF"/>
                  </a:gs>
                </a:gsLst>
                <a:lin ang="5400000" scaled="0"/>
              </a:gradFill>
            </a:endParaRPr>
          </a:p>
        </p:txBody>
      </p:sp>
      <p:sp>
        <p:nvSpPr>
          <p:cNvPr id="90" name="Oval 20"/>
          <p:cNvSpPr/>
          <p:nvPr>
            <p:custDataLst>
              <p:tags r:id="rId15"/>
            </p:custDataLst>
          </p:nvPr>
        </p:nvSpPr>
        <p:spPr bwMode="auto">
          <a:xfrm>
            <a:off x="1447704" y="3115739"/>
            <a:ext cx="607890" cy="6078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lvl="0" algn="ctr" defTabSz="914099" fontAlgn="base">
              <a:spcBef>
                <a:spcPct val="0"/>
              </a:spcBef>
              <a:spcAft>
                <a:spcPct val="0"/>
              </a:spcAft>
            </a:pPr>
            <a:r>
              <a:rPr lang="en-US" sz="1800" dirty="0">
                <a:ln>
                  <a:solidFill>
                    <a:schemeClr val="bg1">
                      <a:alpha val="0"/>
                    </a:schemeClr>
                  </a:solidFill>
                </a:ln>
                <a:solidFill>
                  <a:schemeClr val="bg1"/>
                </a:solidFill>
              </a:rPr>
              <a:t>LB</a:t>
            </a:r>
          </a:p>
        </p:txBody>
      </p:sp>
      <p:sp>
        <p:nvSpPr>
          <p:cNvPr id="91" name="Oval 20"/>
          <p:cNvSpPr/>
          <p:nvPr>
            <p:custDataLst>
              <p:tags r:id="rId16"/>
            </p:custDataLst>
          </p:nvPr>
        </p:nvSpPr>
        <p:spPr bwMode="auto">
          <a:xfrm>
            <a:off x="6443258" y="3130393"/>
            <a:ext cx="607890" cy="6078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lvl="0" algn="ctr" defTabSz="914099" fontAlgn="base">
              <a:spcBef>
                <a:spcPct val="0"/>
              </a:spcBef>
              <a:spcAft>
                <a:spcPct val="0"/>
              </a:spcAft>
            </a:pPr>
            <a:r>
              <a:rPr lang="en-US" sz="1800" dirty="0">
                <a:ln>
                  <a:solidFill>
                    <a:schemeClr val="bg1">
                      <a:alpha val="0"/>
                    </a:schemeClr>
                  </a:solidFill>
                </a:ln>
                <a:solidFill>
                  <a:schemeClr val="bg1"/>
                </a:solidFill>
              </a:rPr>
              <a:t>LB</a:t>
            </a:r>
          </a:p>
        </p:txBody>
      </p:sp>
    </p:spTree>
    <p:extLst>
      <p:ext uri="{BB962C8B-B14F-4D97-AF65-F5344CB8AC3E}">
        <p14:creationId xmlns:p14="http://schemas.microsoft.com/office/powerpoint/2010/main" val="3702271431"/>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2" name="Object 51" hidden="1"/>
          <p:cNvGraphicFramePr>
            <a:graphicFrameLocks noChangeAspect="1"/>
          </p:cNvGraphicFramePr>
          <p:nvPr>
            <p:custDataLst>
              <p:tags r:id="rId2"/>
            </p:custDataLst>
            <p:extLst>
              <p:ext uri="{D42A27DB-BD31-4B8C-83A1-F6EECF244321}">
                <p14:modId xmlns:p14="http://schemas.microsoft.com/office/powerpoint/2010/main" val="1263684468"/>
              </p:ext>
            </p:ext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32927" name="think-cell Slide" r:id="rId36" imgW="270" imgH="270" progId="TCLayout.ActiveDocument.1">
                  <p:embed/>
                </p:oleObj>
              </mc:Choice>
              <mc:Fallback>
                <p:oleObj name="think-cell Slide" r:id="rId36" imgW="270" imgH="270" progId="TCLayout.ActiveDocument.1">
                  <p:embed/>
                  <p:pic>
                    <p:nvPicPr>
                      <p:cNvPr id="0" name=""/>
                      <p:cNvPicPr/>
                      <p:nvPr/>
                    </p:nvPicPr>
                    <p:blipFill>
                      <a:blip r:embed="rId37"/>
                      <a:stretch>
                        <a:fillRect/>
                      </a:stretch>
                    </p:blipFill>
                    <p:spPr>
                      <a:xfrm>
                        <a:off x="0" y="0"/>
                        <a:ext cx="158750" cy="158750"/>
                      </a:xfrm>
                      <a:prstGeom prst="rect">
                        <a:avLst/>
                      </a:prstGeom>
                    </p:spPr>
                  </p:pic>
                </p:oleObj>
              </mc:Fallback>
            </mc:AlternateContent>
          </a:graphicData>
        </a:graphic>
      </p:graphicFrame>
      <p:sp>
        <p:nvSpPr>
          <p:cNvPr id="2" name="Title 1"/>
          <p:cNvSpPr>
            <a:spLocks noGrp="1"/>
          </p:cNvSpPr>
          <p:nvPr>
            <p:ph type="title"/>
            <p:custDataLst>
              <p:tags r:id="rId3"/>
            </p:custDataLst>
          </p:nvPr>
        </p:nvSpPr>
        <p:spPr/>
        <p:txBody>
          <a:bodyPr/>
          <a:lstStyle/>
          <a:p>
            <a:r>
              <a:rPr lang="en-US" dirty="0">
                <a:cs typeface="Segoe UI"/>
              </a:rPr>
              <a:t>Windows Azure Service Architecture</a:t>
            </a:r>
          </a:p>
        </p:txBody>
      </p:sp>
      <p:sp>
        <p:nvSpPr>
          <p:cNvPr id="3" name="Rectangle 2"/>
          <p:cNvSpPr/>
          <p:nvPr>
            <p:custDataLst>
              <p:tags r:id="rId4"/>
            </p:custDataLst>
          </p:nvPr>
        </p:nvSpPr>
        <p:spPr bwMode="auto">
          <a:xfrm>
            <a:off x="517525" y="1460508"/>
            <a:ext cx="11158538" cy="548640"/>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2400" cap="all" dirty="0">
                <a:ln>
                  <a:solidFill>
                    <a:schemeClr val="bg1">
                      <a:alpha val="0"/>
                    </a:schemeClr>
                  </a:solidFill>
                </a:ln>
                <a:gradFill>
                  <a:gsLst>
                    <a:gs pos="0">
                      <a:srgbClr val="FFFFFF"/>
                    </a:gs>
                    <a:gs pos="100000">
                      <a:srgbClr val="FFFFFF"/>
                    </a:gs>
                  </a:gsLst>
                  <a:lin ang="5400000" scaled="0"/>
                </a:gradFill>
              </a:rPr>
              <a:t>The Internet via TCP or HTTP</a:t>
            </a:r>
          </a:p>
        </p:txBody>
      </p:sp>
      <p:sp>
        <p:nvSpPr>
          <p:cNvPr id="4" name="Rectangle 3"/>
          <p:cNvSpPr/>
          <p:nvPr>
            <p:custDataLst>
              <p:tags r:id="rId5"/>
            </p:custDataLst>
          </p:nvPr>
        </p:nvSpPr>
        <p:spPr bwMode="auto">
          <a:xfrm>
            <a:off x="515143" y="2009148"/>
            <a:ext cx="11158538" cy="4240840"/>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b" anchorCtr="0" compatLnSpc="1">
            <a:prstTxWarp prst="textNoShape">
              <a:avLst/>
            </a:prstTxWarp>
          </a:bodyPr>
          <a:lstStyle/>
          <a:p>
            <a:pPr algn="ctr" defTabSz="914099" fontAlgn="base">
              <a:spcBef>
                <a:spcPct val="0"/>
              </a:spcBef>
              <a:spcAft>
                <a:spcPct val="0"/>
              </a:spcAft>
            </a:pPr>
            <a:r>
              <a:rPr lang="en-US" dirty="0">
                <a:ln>
                  <a:solidFill>
                    <a:schemeClr val="bg1">
                      <a:alpha val="0"/>
                    </a:schemeClr>
                  </a:solidFill>
                </a:ln>
                <a:solidFill>
                  <a:srgbClr val="595959"/>
                </a:solidFill>
              </a:rPr>
              <a:t>Windows Azure Data Center</a:t>
            </a:r>
          </a:p>
        </p:txBody>
      </p:sp>
      <p:grpSp>
        <p:nvGrpSpPr>
          <p:cNvPr id="14" name="Group 13"/>
          <p:cNvGrpSpPr/>
          <p:nvPr>
            <p:custDataLst>
              <p:tags r:id="rId6"/>
            </p:custDataLst>
          </p:nvPr>
        </p:nvGrpSpPr>
        <p:grpSpPr>
          <a:xfrm>
            <a:off x="1166947" y="3394199"/>
            <a:ext cx="2027916" cy="1343297"/>
            <a:chOff x="1166947" y="3235251"/>
            <a:chExt cx="2027916" cy="1343297"/>
          </a:xfrm>
        </p:grpSpPr>
        <p:sp>
          <p:nvSpPr>
            <p:cNvPr id="5" name="Rectangle 4"/>
            <p:cNvSpPr/>
            <p:nvPr/>
          </p:nvSpPr>
          <p:spPr bwMode="auto">
            <a:xfrm>
              <a:off x="1430323" y="3235251"/>
              <a:ext cx="1764540" cy="1038463"/>
            </a:xfrm>
            <a:prstGeom prst="rect">
              <a:avLst/>
            </a:prstGeom>
            <a:solidFill>
              <a:schemeClr val="accent4"/>
            </a:solidFill>
            <a:ln w="31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200" dirty="0">
                <a:ln>
                  <a:solidFill>
                    <a:schemeClr val="bg1">
                      <a:alpha val="0"/>
                    </a:schemeClr>
                  </a:solidFill>
                </a:ln>
                <a:gradFill>
                  <a:gsLst>
                    <a:gs pos="0">
                      <a:srgbClr val="FFFFFF"/>
                    </a:gs>
                    <a:gs pos="100000">
                      <a:srgbClr val="FFFFFF"/>
                    </a:gs>
                  </a:gsLst>
                  <a:lin ang="5400000" scaled="0"/>
                </a:gradFill>
              </a:endParaRPr>
            </a:p>
          </p:txBody>
        </p:sp>
        <p:sp>
          <p:nvSpPr>
            <p:cNvPr id="6" name="Rectangle 5"/>
            <p:cNvSpPr/>
            <p:nvPr/>
          </p:nvSpPr>
          <p:spPr bwMode="auto">
            <a:xfrm>
              <a:off x="1309227" y="3381136"/>
              <a:ext cx="1764540" cy="1038463"/>
            </a:xfrm>
            <a:prstGeom prst="rect">
              <a:avLst/>
            </a:prstGeom>
            <a:solidFill>
              <a:schemeClr val="accent4"/>
            </a:solidFill>
            <a:ln w="50800">
              <a:solidFill>
                <a:schemeClr val="bg1">
                  <a:lumMod val="95000"/>
                </a:schemeClr>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200" dirty="0">
                <a:ln>
                  <a:solidFill>
                    <a:schemeClr val="bg1">
                      <a:alpha val="0"/>
                    </a:schemeClr>
                  </a:solidFill>
                </a:ln>
                <a:gradFill>
                  <a:gsLst>
                    <a:gs pos="0">
                      <a:srgbClr val="FFFFFF"/>
                    </a:gs>
                    <a:gs pos="100000">
                      <a:srgbClr val="FFFFFF"/>
                    </a:gs>
                  </a:gsLst>
                  <a:lin ang="5400000" scaled="0"/>
                </a:gradFill>
              </a:endParaRPr>
            </a:p>
          </p:txBody>
        </p:sp>
        <p:sp>
          <p:nvSpPr>
            <p:cNvPr id="7" name="Rectangle 6"/>
            <p:cNvSpPr/>
            <p:nvPr/>
          </p:nvSpPr>
          <p:spPr bwMode="auto">
            <a:xfrm>
              <a:off x="1166947" y="3540085"/>
              <a:ext cx="1764540" cy="1038463"/>
            </a:xfrm>
            <a:prstGeom prst="rect">
              <a:avLst/>
            </a:prstGeom>
            <a:solidFill>
              <a:schemeClr val="accent4"/>
            </a:solidFill>
            <a:ln w="50800">
              <a:solidFill>
                <a:schemeClr val="bg1">
                  <a:lumMod val="95000"/>
                  <a:alpha val="99000"/>
                </a:schemeClr>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b="1" dirty="0">
                  <a:ln>
                    <a:solidFill>
                      <a:schemeClr val="bg1">
                        <a:alpha val="0"/>
                      </a:schemeClr>
                    </a:solidFill>
                  </a:ln>
                  <a:gradFill>
                    <a:gsLst>
                      <a:gs pos="0">
                        <a:srgbClr val="FFFFFF"/>
                      </a:gs>
                      <a:gs pos="100000">
                        <a:srgbClr val="FFFFFF"/>
                      </a:gs>
                    </a:gsLst>
                    <a:lin ang="5400000" scaled="0"/>
                  </a:gradFill>
                </a:rPr>
                <a:t>Web Role</a:t>
              </a:r>
            </a:p>
            <a:p>
              <a:pPr algn="ctr" defTabSz="914099" fontAlgn="base">
                <a:spcBef>
                  <a:spcPct val="0"/>
                </a:spcBef>
                <a:spcAft>
                  <a:spcPct val="0"/>
                </a:spcAft>
              </a:pPr>
              <a:r>
                <a:rPr lang="en-US" sz="1800" dirty="0">
                  <a:ln>
                    <a:solidFill>
                      <a:schemeClr val="bg1">
                        <a:alpha val="0"/>
                      </a:schemeClr>
                    </a:solidFill>
                  </a:ln>
                  <a:gradFill>
                    <a:gsLst>
                      <a:gs pos="0">
                        <a:srgbClr val="FFFFFF"/>
                      </a:gs>
                      <a:gs pos="100000">
                        <a:srgbClr val="FFFFFF"/>
                      </a:gs>
                    </a:gsLst>
                    <a:lin ang="5400000" scaled="0"/>
                  </a:gradFill>
                </a:rPr>
                <a:t>IIS as Host</a:t>
              </a:r>
            </a:p>
          </p:txBody>
        </p:sp>
      </p:grpSp>
      <p:grpSp>
        <p:nvGrpSpPr>
          <p:cNvPr id="15" name="Group 14"/>
          <p:cNvGrpSpPr/>
          <p:nvPr>
            <p:custDataLst>
              <p:tags r:id="rId7"/>
            </p:custDataLst>
          </p:nvPr>
        </p:nvGrpSpPr>
        <p:grpSpPr>
          <a:xfrm>
            <a:off x="9183187" y="3407262"/>
            <a:ext cx="2027916" cy="1330234"/>
            <a:chOff x="1166947" y="3248314"/>
            <a:chExt cx="2027916" cy="1330234"/>
          </a:xfrm>
        </p:grpSpPr>
        <p:sp>
          <p:nvSpPr>
            <p:cNvPr id="16" name="Rectangle 15"/>
            <p:cNvSpPr/>
            <p:nvPr/>
          </p:nvSpPr>
          <p:spPr bwMode="auto">
            <a:xfrm>
              <a:off x="1430323" y="3248314"/>
              <a:ext cx="1764540" cy="1038463"/>
            </a:xfrm>
            <a:prstGeom prst="rect">
              <a:avLst/>
            </a:prstGeom>
            <a:solidFill>
              <a:schemeClr val="accent4"/>
            </a:solidFill>
            <a:ln w="31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200" dirty="0">
                <a:ln>
                  <a:solidFill>
                    <a:schemeClr val="bg1">
                      <a:alpha val="0"/>
                    </a:schemeClr>
                  </a:solidFill>
                </a:ln>
                <a:gradFill>
                  <a:gsLst>
                    <a:gs pos="0">
                      <a:srgbClr val="FFFFFF"/>
                    </a:gs>
                    <a:gs pos="100000">
                      <a:srgbClr val="FFFFFF"/>
                    </a:gs>
                  </a:gsLst>
                  <a:lin ang="5400000" scaled="0"/>
                </a:gradFill>
              </a:endParaRPr>
            </a:p>
          </p:txBody>
        </p:sp>
        <p:sp>
          <p:nvSpPr>
            <p:cNvPr id="17" name="Rectangle 16"/>
            <p:cNvSpPr/>
            <p:nvPr/>
          </p:nvSpPr>
          <p:spPr bwMode="auto">
            <a:xfrm>
              <a:off x="1309227" y="3381136"/>
              <a:ext cx="1764540" cy="1038463"/>
            </a:xfrm>
            <a:prstGeom prst="rect">
              <a:avLst/>
            </a:prstGeom>
            <a:solidFill>
              <a:schemeClr val="accent4"/>
            </a:solidFill>
            <a:ln w="5080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endParaRPr lang="en-US" sz="2200" dirty="0">
                <a:ln>
                  <a:solidFill>
                    <a:schemeClr val="bg1">
                      <a:alpha val="0"/>
                    </a:schemeClr>
                  </a:solidFill>
                </a:ln>
                <a:gradFill>
                  <a:gsLst>
                    <a:gs pos="0">
                      <a:srgbClr val="FFFFFF"/>
                    </a:gs>
                    <a:gs pos="100000">
                      <a:srgbClr val="FFFFFF"/>
                    </a:gs>
                  </a:gsLst>
                  <a:lin ang="5400000" scaled="0"/>
                </a:gradFill>
              </a:endParaRPr>
            </a:p>
          </p:txBody>
        </p:sp>
        <p:sp>
          <p:nvSpPr>
            <p:cNvPr id="18" name="Rectangle 17"/>
            <p:cNvSpPr/>
            <p:nvPr/>
          </p:nvSpPr>
          <p:spPr bwMode="auto">
            <a:xfrm>
              <a:off x="1166947" y="3540085"/>
              <a:ext cx="1764540" cy="1038463"/>
            </a:xfrm>
            <a:prstGeom prst="rect">
              <a:avLst/>
            </a:prstGeom>
            <a:solidFill>
              <a:schemeClr val="accent4"/>
            </a:solidFill>
            <a:ln w="50800">
              <a:solidFill>
                <a:schemeClr val="bg1">
                  <a:lumMod val="95000"/>
                  <a:alpha val="99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2000" b="1" dirty="0">
                  <a:ln>
                    <a:solidFill>
                      <a:schemeClr val="bg1">
                        <a:alpha val="0"/>
                      </a:schemeClr>
                    </a:solidFill>
                  </a:ln>
                  <a:gradFill>
                    <a:gsLst>
                      <a:gs pos="0">
                        <a:srgbClr val="FFFFFF"/>
                      </a:gs>
                      <a:gs pos="100000">
                        <a:srgbClr val="FFFFFF"/>
                      </a:gs>
                    </a:gsLst>
                    <a:lin ang="5400000" scaled="0"/>
                  </a:gradFill>
                </a:rPr>
                <a:t>Web Role</a:t>
              </a:r>
            </a:p>
            <a:p>
              <a:pPr algn="ctr" defTabSz="914099" fontAlgn="base">
                <a:spcBef>
                  <a:spcPct val="0"/>
                </a:spcBef>
                <a:spcAft>
                  <a:spcPct val="0"/>
                </a:spcAft>
              </a:pPr>
              <a:r>
                <a:rPr lang="en-US" sz="1600" dirty="0">
                  <a:ln>
                    <a:solidFill>
                      <a:schemeClr val="bg1">
                        <a:alpha val="0"/>
                      </a:schemeClr>
                    </a:solidFill>
                  </a:ln>
                  <a:gradFill>
                    <a:gsLst>
                      <a:gs pos="0">
                        <a:srgbClr val="FFFFFF"/>
                      </a:gs>
                      <a:gs pos="100000">
                        <a:srgbClr val="FFFFFF"/>
                      </a:gs>
                    </a:gsLst>
                    <a:lin ang="5400000" scaled="0"/>
                  </a:gradFill>
                </a:rPr>
                <a:t>Managed Interface Call</a:t>
              </a:r>
            </a:p>
          </p:txBody>
        </p:sp>
      </p:grpSp>
      <p:sp>
        <p:nvSpPr>
          <p:cNvPr id="19" name="Rectangle 18"/>
          <p:cNvSpPr/>
          <p:nvPr>
            <p:custDataLst>
              <p:tags r:id="rId8"/>
            </p:custDataLst>
          </p:nvPr>
        </p:nvSpPr>
        <p:spPr bwMode="auto">
          <a:xfrm>
            <a:off x="3914520" y="3465608"/>
            <a:ext cx="4359784" cy="2044304"/>
          </a:xfrm>
          <a:prstGeom prst="rect">
            <a:avLst/>
          </a:prstGeom>
          <a:solidFill>
            <a:schemeClr val="accent4"/>
          </a:solidFill>
          <a:ln w="31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b" anchorCtr="0" compatLnSpc="1">
            <a:prstTxWarp prst="textNoShape">
              <a:avLst/>
            </a:prstTxWarp>
          </a:bodyPr>
          <a:lstStyle/>
          <a:p>
            <a:pPr algn="ctr" defTabSz="914099" fontAlgn="base">
              <a:spcBef>
                <a:spcPct val="0"/>
              </a:spcBef>
              <a:spcAft>
                <a:spcPct val="0"/>
              </a:spcAft>
            </a:pPr>
            <a:r>
              <a:rPr lang="en-US" sz="2800" dirty="0">
                <a:ln>
                  <a:solidFill>
                    <a:schemeClr val="bg1">
                      <a:alpha val="0"/>
                    </a:schemeClr>
                  </a:solidFill>
                </a:ln>
                <a:solidFill>
                  <a:srgbClr val="595959">
                    <a:alpha val="99000"/>
                  </a:srgbClr>
                </a:solidFill>
              </a:rPr>
              <a:t>Storage</a:t>
            </a:r>
          </a:p>
        </p:txBody>
      </p:sp>
      <p:sp>
        <p:nvSpPr>
          <p:cNvPr id="20" name="Oval 19"/>
          <p:cNvSpPr/>
          <p:nvPr>
            <p:custDataLst>
              <p:tags r:id="rId9"/>
            </p:custDataLst>
          </p:nvPr>
        </p:nvSpPr>
        <p:spPr bwMode="auto">
          <a:xfrm>
            <a:off x="1887552" y="2453149"/>
            <a:ext cx="607890" cy="6078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algn="ctr" defTabSz="914099" fontAlgn="base">
              <a:spcBef>
                <a:spcPct val="0"/>
              </a:spcBef>
              <a:spcAft>
                <a:spcPct val="0"/>
              </a:spcAft>
            </a:pPr>
            <a:r>
              <a:rPr lang="en-US" sz="1800" dirty="0">
                <a:ln>
                  <a:solidFill>
                    <a:schemeClr val="bg1">
                      <a:alpha val="0"/>
                    </a:schemeClr>
                  </a:solidFill>
                </a:ln>
                <a:solidFill>
                  <a:schemeClr val="bg1"/>
                </a:solidFill>
              </a:rPr>
              <a:t>LB</a:t>
            </a:r>
          </a:p>
        </p:txBody>
      </p:sp>
      <p:sp>
        <p:nvSpPr>
          <p:cNvPr id="22" name="Oval 21"/>
          <p:cNvSpPr/>
          <p:nvPr>
            <p:custDataLst>
              <p:tags r:id="rId10"/>
            </p:custDataLst>
          </p:nvPr>
        </p:nvSpPr>
        <p:spPr bwMode="auto">
          <a:xfrm>
            <a:off x="10129392" y="2509755"/>
            <a:ext cx="607890" cy="6078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lvl="0" algn="ctr" defTabSz="914099" fontAlgn="base">
              <a:spcBef>
                <a:spcPct val="0"/>
              </a:spcBef>
              <a:spcAft>
                <a:spcPct val="0"/>
              </a:spcAft>
            </a:pPr>
            <a:r>
              <a:rPr lang="en-US" sz="1800" dirty="0">
                <a:ln>
                  <a:solidFill>
                    <a:schemeClr val="bg1">
                      <a:alpha val="0"/>
                    </a:schemeClr>
                  </a:solidFill>
                </a:ln>
                <a:solidFill>
                  <a:schemeClr val="bg1"/>
                </a:solidFill>
              </a:rPr>
              <a:t>LB</a:t>
            </a:r>
          </a:p>
        </p:txBody>
      </p:sp>
      <p:sp>
        <p:nvSpPr>
          <p:cNvPr id="26" name="Rectangle 25"/>
          <p:cNvSpPr/>
          <p:nvPr>
            <p:custDataLst>
              <p:tags r:id="rId11"/>
            </p:custDataLst>
          </p:nvPr>
        </p:nvSpPr>
        <p:spPr>
          <a:xfrm>
            <a:off x="4082732" y="3554301"/>
            <a:ext cx="4023360" cy="548640"/>
          </a:xfrm>
          <a:prstGeom prst="rect">
            <a:avLst/>
          </a:prstGeom>
          <a:solidFill>
            <a:schemeClr val="accent4">
              <a:lumMod val="60000"/>
              <a:lumOff val="40000"/>
            </a:schemeClr>
          </a:solidFill>
          <a:ln>
            <a:noFill/>
          </a:ln>
          <a:effectLst/>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ln>
                <a:solidFill>
                  <a:schemeClr val="bg1">
                    <a:alpha val="0"/>
                  </a:schemeClr>
                </a:solidFill>
              </a:ln>
              <a:solidFill>
                <a:schemeClr val="bg1"/>
              </a:solidFill>
              <a:latin typeface="Segoe UI"/>
              <a:sym typeface="Segoe UI"/>
            </a:endParaRPr>
          </a:p>
        </p:txBody>
      </p:sp>
      <p:sp>
        <p:nvSpPr>
          <p:cNvPr id="27" name="Rectangle 26"/>
          <p:cNvSpPr/>
          <p:nvPr>
            <p:custDataLst>
              <p:tags r:id="rId12"/>
            </p:custDataLst>
          </p:nvPr>
        </p:nvSpPr>
        <p:spPr>
          <a:xfrm>
            <a:off x="4242611" y="3646577"/>
            <a:ext cx="592576" cy="364088"/>
          </a:xfrm>
          <a:prstGeom prst="rect">
            <a:avLst/>
          </a:prstGeom>
          <a:solidFill>
            <a:schemeClr val="accent4"/>
          </a:solidFill>
          <a:ln>
            <a:noFill/>
          </a:ln>
          <a:effectLst/>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ln>
                <a:solidFill>
                  <a:schemeClr val="bg1">
                    <a:alpha val="0"/>
                  </a:schemeClr>
                </a:solidFill>
              </a:ln>
              <a:solidFill>
                <a:schemeClr val="bg1"/>
              </a:solidFill>
              <a:latin typeface="Segoe UI"/>
              <a:sym typeface="Segoe UI"/>
            </a:endParaRPr>
          </a:p>
        </p:txBody>
      </p:sp>
      <p:sp>
        <p:nvSpPr>
          <p:cNvPr id="28" name="Rectangle 27"/>
          <p:cNvSpPr/>
          <p:nvPr>
            <p:custDataLst>
              <p:tags r:id="rId13"/>
            </p:custDataLst>
          </p:nvPr>
        </p:nvSpPr>
        <p:spPr>
          <a:xfrm>
            <a:off x="4983331" y="3646577"/>
            <a:ext cx="592576" cy="364088"/>
          </a:xfrm>
          <a:prstGeom prst="rect">
            <a:avLst/>
          </a:prstGeom>
          <a:solidFill>
            <a:schemeClr val="accent4"/>
          </a:solidFill>
          <a:ln>
            <a:noFill/>
          </a:ln>
          <a:effectLst/>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ln>
                <a:solidFill>
                  <a:schemeClr val="bg1">
                    <a:alpha val="0"/>
                  </a:schemeClr>
                </a:solidFill>
              </a:ln>
              <a:solidFill>
                <a:schemeClr val="bg1"/>
              </a:solidFill>
              <a:latin typeface="Segoe UI"/>
              <a:sym typeface="Segoe UI"/>
            </a:endParaRPr>
          </a:p>
        </p:txBody>
      </p:sp>
      <p:sp>
        <p:nvSpPr>
          <p:cNvPr id="29" name="Rectangle 28"/>
          <p:cNvSpPr/>
          <p:nvPr>
            <p:custDataLst>
              <p:tags r:id="rId14"/>
            </p:custDataLst>
          </p:nvPr>
        </p:nvSpPr>
        <p:spPr>
          <a:xfrm>
            <a:off x="6612917" y="3646577"/>
            <a:ext cx="592576" cy="364088"/>
          </a:xfrm>
          <a:prstGeom prst="rect">
            <a:avLst/>
          </a:prstGeom>
          <a:solidFill>
            <a:schemeClr val="accent4"/>
          </a:solidFill>
          <a:ln>
            <a:noFill/>
          </a:ln>
          <a:effectLst/>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ln>
                <a:solidFill>
                  <a:schemeClr val="bg1">
                    <a:alpha val="0"/>
                  </a:schemeClr>
                </a:solidFill>
              </a:ln>
              <a:solidFill>
                <a:schemeClr val="bg1"/>
              </a:solidFill>
              <a:latin typeface="Segoe UI"/>
              <a:sym typeface="Segoe UI"/>
            </a:endParaRPr>
          </a:p>
        </p:txBody>
      </p:sp>
      <p:sp>
        <p:nvSpPr>
          <p:cNvPr id="30" name="Rectangle 29"/>
          <p:cNvSpPr/>
          <p:nvPr>
            <p:custDataLst>
              <p:tags r:id="rId15"/>
            </p:custDataLst>
          </p:nvPr>
        </p:nvSpPr>
        <p:spPr>
          <a:xfrm>
            <a:off x="7353636" y="3646577"/>
            <a:ext cx="592576" cy="364088"/>
          </a:xfrm>
          <a:prstGeom prst="rect">
            <a:avLst/>
          </a:prstGeom>
          <a:solidFill>
            <a:schemeClr val="accent4"/>
          </a:solidFill>
          <a:ln>
            <a:noFill/>
          </a:ln>
          <a:effectLst/>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ln>
                <a:solidFill>
                  <a:schemeClr val="bg1">
                    <a:alpha val="0"/>
                  </a:schemeClr>
                </a:solidFill>
              </a:ln>
              <a:solidFill>
                <a:schemeClr val="bg1"/>
              </a:solidFill>
              <a:latin typeface="Segoe UI"/>
              <a:sym typeface="Segoe UI"/>
            </a:endParaRPr>
          </a:p>
        </p:txBody>
      </p:sp>
      <p:grpSp>
        <p:nvGrpSpPr>
          <p:cNvPr id="40" name="Group 39"/>
          <p:cNvGrpSpPr/>
          <p:nvPr/>
        </p:nvGrpSpPr>
        <p:grpSpPr>
          <a:xfrm>
            <a:off x="5687476" y="3777976"/>
            <a:ext cx="813872" cy="72816"/>
            <a:chOff x="5635167" y="3777976"/>
            <a:chExt cx="813872" cy="72816"/>
          </a:xfrm>
        </p:grpSpPr>
        <p:sp>
          <p:nvSpPr>
            <p:cNvPr id="31" name="Oval 30"/>
            <p:cNvSpPr/>
            <p:nvPr>
              <p:custDataLst>
                <p:tags r:id="rId28"/>
              </p:custDataLst>
            </p:nvPr>
          </p:nvSpPr>
          <p:spPr>
            <a:xfrm>
              <a:off x="5635167" y="3777976"/>
              <a:ext cx="73152" cy="72816"/>
            </a:xfrm>
            <a:prstGeom prst="ellipse">
              <a:avLst/>
            </a:prstGeom>
            <a:solidFill>
              <a:schemeClr val="accent6">
                <a:lumMod val="75000"/>
              </a:schemeClr>
            </a:solidFill>
            <a:ln>
              <a:noFill/>
            </a:ln>
            <a:effectLst/>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ln>
                  <a:solidFill>
                    <a:schemeClr val="bg1">
                      <a:alpha val="0"/>
                    </a:schemeClr>
                  </a:solidFill>
                </a:ln>
                <a:solidFill>
                  <a:schemeClr val="bg1"/>
                </a:solidFill>
                <a:latin typeface="Segoe UI"/>
                <a:sym typeface="Segoe UI"/>
              </a:endParaRPr>
            </a:p>
          </p:txBody>
        </p:sp>
        <p:sp>
          <p:nvSpPr>
            <p:cNvPr id="32" name="Oval 31"/>
            <p:cNvSpPr/>
            <p:nvPr>
              <p:custDataLst>
                <p:tags r:id="rId29"/>
              </p:custDataLst>
            </p:nvPr>
          </p:nvSpPr>
          <p:spPr>
            <a:xfrm>
              <a:off x="5783311" y="3777976"/>
              <a:ext cx="73152" cy="72816"/>
            </a:xfrm>
            <a:prstGeom prst="ellipse">
              <a:avLst/>
            </a:prstGeom>
            <a:solidFill>
              <a:schemeClr val="accent6">
                <a:lumMod val="75000"/>
              </a:schemeClr>
            </a:solidFill>
            <a:ln>
              <a:noFill/>
            </a:ln>
            <a:effectLst/>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ln>
                  <a:solidFill>
                    <a:schemeClr val="bg1">
                      <a:alpha val="0"/>
                    </a:schemeClr>
                  </a:solidFill>
                </a:ln>
                <a:solidFill>
                  <a:schemeClr val="bg1"/>
                </a:solidFill>
                <a:latin typeface="Segoe UI"/>
                <a:sym typeface="Segoe UI"/>
              </a:endParaRPr>
            </a:p>
          </p:txBody>
        </p:sp>
        <p:sp>
          <p:nvSpPr>
            <p:cNvPr id="33" name="Oval 32"/>
            <p:cNvSpPr/>
            <p:nvPr>
              <p:custDataLst>
                <p:tags r:id="rId30"/>
              </p:custDataLst>
            </p:nvPr>
          </p:nvSpPr>
          <p:spPr>
            <a:xfrm>
              <a:off x="5931455" y="3777976"/>
              <a:ext cx="73152" cy="72816"/>
            </a:xfrm>
            <a:prstGeom prst="ellipse">
              <a:avLst/>
            </a:prstGeom>
            <a:solidFill>
              <a:schemeClr val="accent6">
                <a:lumMod val="75000"/>
              </a:schemeClr>
            </a:solidFill>
            <a:ln>
              <a:noFill/>
            </a:ln>
            <a:effectLst/>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ln>
                  <a:solidFill>
                    <a:schemeClr val="bg1">
                      <a:alpha val="0"/>
                    </a:schemeClr>
                  </a:solidFill>
                </a:ln>
                <a:solidFill>
                  <a:schemeClr val="bg1"/>
                </a:solidFill>
                <a:latin typeface="Segoe UI"/>
                <a:sym typeface="Segoe UI"/>
              </a:endParaRPr>
            </a:p>
          </p:txBody>
        </p:sp>
        <p:sp>
          <p:nvSpPr>
            <p:cNvPr id="34" name="Oval 33"/>
            <p:cNvSpPr/>
            <p:nvPr>
              <p:custDataLst>
                <p:tags r:id="rId31"/>
              </p:custDataLst>
            </p:nvPr>
          </p:nvSpPr>
          <p:spPr>
            <a:xfrm>
              <a:off x="6079599" y="3777976"/>
              <a:ext cx="73152" cy="72816"/>
            </a:xfrm>
            <a:prstGeom prst="ellipse">
              <a:avLst/>
            </a:prstGeom>
            <a:solidFill>
              <a:schemeClr val="accent6">
                <a:lumMod val="75000"/>
              </a:schemeClr>
            </a:solidFill>
            <a:ln>
              <a:noFill/>
            </a:ln>
            <a:effectLst/>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ln>
                  <a:solidFill>
                    <a:schemeClr val="bg1">
                      <a:alpha val="0"/>
                    </a:schemeClr>
                  </a:solidFill>
                </a:ln>
                <a:solidFill>
                  <a:schemeClr val="bg1"/>
                </a:solidFill>
                <a:latin typeface="Segoe UI"/>
                <a:sym typeface="Segoe UI"/>
              </a:endParaRPr>
            </a:p>
          </p:txBody>
        </p:sp>
        <p:sp>
          <p:nvSpPr>
            <p:cNvPr id="35" name="Oval 34"/>
            <p:cNvSpPr/>
            <p:nvPr>
              <p:custDataLst>
                <p:tags r:id="rId32"/>
              </p:custDataLst>
            </p:nvPr>
          </p:nvSpPr>
          <p:spPr>
            <a:xfrm>
              <a:off x="6227743" y="3777976"/>
              <a:ext cx="73152" cy="72816"/>
            </a:xfrm>
            <a:prstGeom prst="ellipse">
              <a:avLst/>
            </a:prstGeom>
            <a:solidFill>
              <a:schemeClr val="accent6">
                <a:lumMod val="75000"/>
              </a:schemeClr>
            </a:solidFill>
            <a:ln>
              <a:noFill/>
            </a:ln>
            <a:effectLst/>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ln>
                  <a:solidFill>
                    <a:schemeClr val="bg1">
                      <a:alpha val="0"/>
                    </a:schemeClr>
                  </a:solidFill>
                </a:ln>
                <a:solidFill>
                  <a:schemeClr val="bg1"/>
                </a:solidFill>
                <a:latin typeface="Segoe UI"/>
                <a:sym typeface="Segoe UI"/>
              </a:endParaRPr>
            </a:p>
          </p:txBody>
        </p:sp>
        <p:sp>
          <p:nvSpPr>
            <p:cNvPr id="36" name="Oval 35"/>
            <p:cNvSpPr/>
            <p:nvPr>
              <p:custDataLst>
                <p:tags r:id="rId33"/>
              </p:custDataLst>
            </p:nvPr>
          </p:nvSpPr>
          <p:spPr>
            <a:xfrm>
              <a:off x="6375887" y="3777976"/>
              <a:ext cx="73152" cy="72816"/>
            </a:xfrm>
            <a:prstGeom prst="ellipse">
              <a:avLst/>
            </a:prstGeom>
            <a:solidFill>
              <a:schemeClr val="accent6">
                <a:lumMod val="75000"/>
              </a:schemeClr>
            </a:solidFill>
            <a:ln>
              <a:noFill/>
            </a:ln>
            <a:effectLst/>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ln>
                  <a:solidFill>
                    <a:schemeClr val="bg1">
                      <a:alpha val="0"/>
                    </a:schemeClr>
                  </a:solidFill>
                </a:ln>
                <a:solidFill>
                  <a:schemeClr val="bg1"/>
                </a:solidFill>
                <a:latin typeface="Segoe UI"/>
                <a:sym typeface="Segoe UI"/>
              </a:endParaRPr>
            </a:p>
          </p:txBody>
        </p:sp>
      </p:grpSp>
      <p:sp>
        <p:nvSpPr>
          <p:cNvPr id="25" name="TextBox 24"/>
          <p:cNvSpPr txBox="1"/>
          <p:nvPr>
            <p:custDataLst>
              <p:tags r:id="rId16"/>
            </p:custDataLst>
          </p:nvPr>
        </p:nvSpPr>
        <p:spPr>
          <a:xfrm>
            <a:off x="5453284" y="3646577"/>
            <a:ext cx="1287419" cy="364087"/>
          </a:xfrm>
          <a:prstGeom prst="rect">
            <a:avLst/>
          </a:prstGeom>
          <a:solidFill>
            <a:schemeClr val="accent4">
              <a:lumMod val="75000"/>
            </a:schemeClr>
          </a:solidFill>
          <a:ln>
            <a:noFill/>
          </a:ln>
          <a:effectLst/>
        </p:spPr>
        <p:style>
          <a:lnRef idx="1">
            <a:schemeClr val="dk1"/>
          </a:lnRef>
          <a:fillRef idx="2">
            <a:schemeClr val="dk1"/>
          </a:fillRef>
          <a:effectRef idx="1">
            <a:schemeClr val="dk1"/>
          </a:effectRef>
          <a:fontRef idx="minor">
            <a:schemeClr val="dk1"/>
          </a:fontRef>
        </p:style>
        <p:txBody>
          <a:bodyPr wrap="none" rtlCol="0">
            <a:noAutofit/>
          </a:bodyPr>
          <a:lstStyle/>
          <a:p>
            <a:pPr algn="ctr"/>
            <a:r>
              <a:rPr lang="en-US" sz="1800" dirty="0">
                <a:ln>
                  <a:solidFill>
                    <a:schemeClr val="bg1">
                      <a:alpha val="0"/>
                    </a:schemeClr>
                  </a:solidFill>
                </a:ln>
                <a:gradFill>
                  <a:gsLst>
                    <a:gs pos="0">
                      <a:srgbClr val="FFFFFF"/>
                    </a:gs>
                    <a:gs pos="100000">
                      <a:srgbClr val="FFFFFF"/>
                    </a:gs>
                  </a:gsLst>
                  <a:lin ang="5400000" scaled="0"/>
                </a:gradFill>
              </a:rPr>
              <a:t>Queues</a:t>
            </a:r>
          </a:p>
        </p:txBody>
      </p:sp>
      <p:cxnSp>
        <p:nvCxnSpPr>
          <p:cNvPr id="42" name="Elbow Connector 41"/>
          <p:cNvCxnSpPr>
            <a:stCxn id="18" idx="2"/>
          </p:cNvCxnSpPr>
          <p:nvPr>
            <p:custDataLst>
              <p:tags r:id="rId17"/>
            </p:custDataLst>
          </p:nvPr>
        </p:nvCxnSpPr>
        <p:spPr>
          <a:xfrm rot="5400000">
            <a:off x="7586737" y="3221040"/>
            <a:ext cx="962264" cy="3995176"/>
          </a:xfrm>
          <a:prstGeom prst="bentConnector2">
            <a:avLst/>
          </a:prstGeom>
          <a:ln w="50800">
            <a:solidFill>
              <a:schemeClr val="accent4"/>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44" name="Elbow Connector 43"/>
          <p:cNvCxnSpPr>
            <a:stCxn id="7" idx="2"/>
          </p:cNvCxnSpPr>
          <p:nvPr>
            <p:custDataLst>
              <p:tags r:id="rId18"/>
            </p:custDataLst>
          </p:nvPr>
        </p:nvCxnSpPr>
        <p:spPr>
          <a:xfrm rot="16200000" flipH="1">
            <a:off x="3469227" y="3317485"/>
            <a:ext cx="962264" cy="3802285"/>
          </a:xfrm>
          <a:prstGeom prst="bentConnector2">
            <a:avLst/>
          </a:prstGeom>
          <a:ln w="50800">
            <a:solidFill>
              <a:schemeClr val="accent4"/>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46" name="Elbow Connector 45"/>
          <p:cNvCxnSpPr>
            <a:stCxn id="16" idx="0"/>
          </p:cNvCxnSpPr>
          <p:nvPr>
            <p:custDataLst>
              <p:tags r:id="rId19"/>
            </p:custDataLst>
          </p:nvPr>
        </p:nvCxnSpPr>
        <p:spPr>
          <a:xfrm rot="16200000" flipV="1">
            <a:off x="8003065" y="1198533"/>
            <a:ext cx="302656" cy="4114800"/>
          </a:xfrm>
          <a:prstGeom prst="bentConnector2">
            <a:avLst/>
          </a:prstGeom>
          <a:ln w="50800">
            <a:solidFill>
              <a:schemeClr val="accent4"/>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48" name="Elbow Connector 47"/>
          <p:cNvCxnSpPr>
            <a:stCxn id="5" idx="0"/>
          </p:cNvCxnSpPr>
          <p:nvPr>
            <p:custDataLst>
              <p:tags r:id="rId20"/>
            </p:custDataLst>
          </p:nvPr>
        </p:nvCxnSpPr>
        <p:spPr>
          <a:xfrm rot="5400000" flipH="1" flipV="1">
            <a:off x="4053465" y="1350671"/>
            <a:ext cx="302657" cy="3784401"/>
          </a:xfrm>
          <a:prstGeom prst="bentConnector2">
            <a:avLst/>
          </a:prstGeom>
          <a:ln w="50800">
            <a:solidFill>
              <a:schemeClr val="accent4"/>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a:stCxn id="3" idx="2"/>
          </p:cNvCxnSpPr>
          <p:nvPr>
            <p:custDataLst>
              <p:tags r:id="rId21"/>
            </p:custDataLst>
          </p:nvPr>
        </p:nvCxnSpPr>
        <p:spPr>
          <a:xfrm>
            <a:off x="6096794" y="2009148"/>
            <a:ext cx="200" cy="1456460"/>
          </a:xfrm>
          <a:prstGeom prst="line">
            <a:avLst/>
          </a:prstGeom>
          <a:ln w="50800">
            <a:solidFill>
              <a:schemeClr val="accent4"/>
            </a:solidFill>
            <a:tailEnd type="triangle" w="lg" len="lg"/>
          </a:ln>
        </p:spPr>
        <p:style>
          <a:lnRef idx="1">
            <a:schemeClr val="accent1"/>
          </a:lnRef>
          <a:fillRef idx="0">
            <a:schemeClr val="accent1"/>
          </a:fillRef>
          <a:effectRef idx="0">
            <a:schemeClr val="accent1"/>
          </a:effectRef>
          <a:fontRef idx="minor">
            <a:schemeClr val="tx1"/>
          </a:fontRef>
        </p:style>
      </p:cxnSp>
      <p:sp>
        <p:nvSpPr>
          <p:cNvPr id="21" name="Oval 20"/>
          <p:cNvSpPr/>
          <p:nvPr>
            <p:custDataLst>
              <p:tags r:id="rId22"/>
            </p:custDataLst>
          </p:nvPr>
        </p:nvSpPr>
        <p:spPr bwMode="auto">
          <a:xfrm>
            <a:off x="5792849" y="2265060"/>
            <a:ext cx="607890" cy="6078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36" tIns="45718" rIns="91436" bIns="45718" numCol="1" rtlCol="0" anchor="ctr" anchorCtr="0" compatLnSpc="1">
            <a:prstTxWarp prst="textNoShape">
              <a:avLst/>
            </a:prstTxWarp>
          </a:bodyPr>
          <a:lstStyle/>
          <a:p>
            <a:pPr lvl="0" algn="ctr" defTabSz="914099" fontAlgn="base">
              <a:spcBef>
                <a:spcPct val="0"/>
              </a:spcBef>
              <a:spcAft>
                <a:spcPct val="0"/>
              </a:spcAft>
            </a:pPr>
            <a:r>
              <a:rPr lang="en-US" sz="1800" dirty="0">
                <a:ln>
                  <a:solidFill>
                    <a:schemeClr val="bg1">
                      <a:alpha val="0"/>
                    </a:schemeClr>
                  </a:solidFill>
                </a:ln>
                <a:solidFill>
                  <a:schemeClr val="bg1"/>
                </a:solidFill>
              </a:rPr>
              <a:t>LB</a:t>
            </a:r>
          </a:p>
        </p:txBody>
      </p:sp>
      <p:cxnSp>
        <p:nvCxnSpPr>
          <p:cNvPr id="58" name="Straight Arrow Connector 57"/>
          <p:cNvCxnSpPr>
            <a:stCxn id="22" idx="0"/>
          </p:cNvCxnSpPr>
          <p:nvPr>
            <p:custDataLst>
              <p:tags r:id="rId23"/>
            </p:custDataLst>
          </p:nvPr>
        </p:nvCxnSpPr>
        <p:spPr>
          <a:xfrm flipV="1">
            <a:off x="10433337" y="2009148"/>
            <a:ext cx="0" cy="500607"/>
          </a:xfrm>
          <a:prstGeom prst="straightConnector1">
            <a:avLst/>
          </a:prstGeom>
          <a:ln w="41275">
            <a:solidFill>
              <a:schemeClr val="accent4"/>
            </a:solidFill>
            <a:headEnd type="triangle" w="lg" len="lg"/>
            <a:tailEnd type="none" w="med" len="med"/>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a:endCxn id="22" idx="4"/>
          </p:cNvCxnSpPr>
          <p:nvPr>
            <p:custDataLst>
              <p:tags r:id="rId24"/>
            </p:custDataLst>
          </p:nvPr>
        </p:nvCxnSpPr>
        <p:spPr>
          <a:xfrm flipV="1">
            <a:off x="10433337" y="3117645"/>
            <a:ext cx="0" cy="276555"/>
          </a:xfrm>
          <a:prstGeom prst="straightConnector1">
            <a:avLst/>
          </a:prstGeom>
          <a:ln w="41275">
            <a:solidFill>
              <a:schemeClr val="accent4"/>
            </a:solidFill>
            <a:headEnd type="triangle" w="lg" len="lg"/>
            <a:tailEnd type="none" w="med" len="med"/>
          </a:ln>
        </p:spPr>
        <p:style>
          <a:lnRef idx="1">
            <a:schemeClr val="accent1"/>
          </a:lnRef>
          <a:fillRef idx="0">
            <a:schemeClr val="accent1"/>
          </a:fillRef>
          <a:effectRef idx="0">
            <a:schemeClr val="accent1"/>
          </a:effectRef>
          <a:fontRef idx="minor">
            <a:schemeClr val="tx1"/>
          </a:fontRef>
        </p:style>
      </p:cxnSp>
      <p:sp>
        <p:nvSpPr>
          <p:cNvPr id="75" name="Flowchart: Multidocument 74"/>
          <p:cNvSpPr/>
          <p:nvPr>
            <p:custDataLst>
              <p:tags r:id="rId25"/>
            </p:custDataLst>
          </p:nvPr>
        </p:nvSpPr>
        <p:spPr>
          <a:xfrm>
            <a:off x="7127855" y="4275241"/>
            <a:ext cx="966502" cy="828432"/>
          </a:xfrm>
          <a:prstGeom prst="flowChartMultidocument">
            <a:avLst/>
          </a:prstGeom>
          <a:solidFill>
            <a:schemeClr val="tx2"/>
          </a:solidFill>
          <a:ln w="25400">
            <a:solidFill>
              <a:schemeClr val="accent4"/>
            </a:solidFill>
          </a:ln>
          <a:effectLst/>
        </p:spPr>
        <p:style>
          <a:lnRef idx="1">
            <a:schemeClr val="dk1"/>
          </a:lnRef>
          <a:fillRef idx="2">
            <a:schemeClr val="dk1"/>
          </a:fillRef>
          <a:effectRef idx="1">
            <a:schemeClr val="dk1"/>
          </a:effectRef>
          <a:fontRef idx="minor">
            <a:schemeClr val="dk1"/>
          </a:fontRef>
        </p:style>
        <p:txBody>
          <a:bodyPr rtlCol="0" anchor="ctr"/>
          <a:lstStyle/>
          <a:p>
            <a:pPr algn="ctr"/>
            <a:endParaRPr lang="en-US" dirty="0">
              <a:ln>
                <a:solidFill>
                  <a:schemeClr val="bg1">
                    <a:alpha val="0"/>
                  </a:schemeClr>
                </a:solidFill>
              </a:ln>
              <a:solidFill>
                <a:schemeClr val="bg1">
                  <a:lumMod val="65000"/>
                </a:schemeClr>
              </a:solidFill>
              <a:latin typeface="Segoe UI"/>
              <a:sym typeface="Segoe UI"/>
            </a:endParaRPr>
          </a:p>
        </p:txBody>
      </p:sp>
      <p:sp>
        <p:nvSpPr>
          <p:cNvPr id="78" name="Rectangle 77"/>
          <p:cNvSpPr/>
          <p:nvPr>
            <p:custDataLst>
              <p:tags r:id="rId26"/>
            </p:custDataLst>
          </p:nvPr>
        </p:nvSpPr>
        <p:spPr>
          <a:xfrm>
            <a:off x="4104783" y="5092927"/>
            <a:ext cx="738407" cy="338554"/>
          </a:xfrm>
          <a:prstGeom prst="rect">
            <a:avLst/>
          </a:prstGeom>
        </p:spPr>
        <p:txBody>
          <a:bodyPr wrap="none">
            <a:spAutoFit/>
          </a:bodyPr>
          <a:lstStyle/>
          <a:p>
            <a:pPr lvl="0" algn="ctr" defTabSz="914099" fontAlgn="base">
              <a:spcBef>
                <a:spcPct val="0"/>
              </a:spcBef>
              <a:spcAft>
                <a:spcPct val="0"/>
              </a:spcAft>
            </a:pPr>
            <a:r>
              <a:rPr lang="en-US" sz="1600" dirty="0">
                <a:ln>
                  <a:solidFill>
                    <a:schemeClr val="bg1">
                      <a:alpha val="0"/>
                    </a:schemeClr>
                  </a:solidFill>
                </a:ln>
                <a:solidFill>
                  <a:schemeClr val="bg1">
                    <a:alpha val="99000"/>
                  </a:schemeClr>
                </a:solidFill>
              </a:rPr>
              <a:t>Tables</a:t>
            </a:r>
          </a:p>
        </p:txBody>
      </p:sp>
      <p:sp>
        <p:nvSpPr>
          <p:cNvPr id="79" name="Rectangle 78"/>
          <p:cNvSpPr/>
          <p:nvPr>
            <p:custDataLst>
              <p:tags r:id="rId27"/>
            </p:custDataLst>
          </p:nvPr>
        </p:nvSpPr>
        <p:spPr>
          <a:xfrm>
            <a:off x="7187932" y="5092927"/>
            <a:ext cx="678391" cy="338554"/>
          </a:xfrm>
          <a:prstGeom prst="rect">
            <a:avLst/>
          </a:prstGeom>
        </p:spPr>
        <p:txBody>
          <a:bodyPr wrap="none">
            <a:spAutoFit/>
          </a:bodyPr>
          <a:lstStyle/>
          <a:p>
            <a:pPr lvl="0" algn="ctr" defTabSz="914099" fontAlgn="base">
              <a:spcBef>
                <a:spcPct val="0"/>
              </a:spcBef>
              <a:spcAft>
                <a:spcPct val="0"/>
              </a:spcAft>
            </a:pPr>
            <a:r>
              <a:rPr lang="en-US" sz="1600" dirty="0">
                <a:ln>
                  <a:solidFill>
                    <a:schemeClr val="bg1">
                      <a:alpha val="0"/>
                    </a:schemeClr>
                  </a:solidFill>
                </a:ln>
                <a:solidFill>
                  <a:schemeClr val="bg1">
                    <a:alpha val="99000"/>
                  </a:schemeClr>
                </a:solidFill>
              </a:rPr>
              <a:t>Blobs</a:t>
            </a:r>
          </a:p>
        </p:txBody>
      </p:sp>
      <p:grpSp>
        <p:nvGrpSpPr>
          <p:cNvPr id="37" name="Group 36"/>
          <p:cNvGrpSpPr/>
          <p:nvPr/>
        </p:nvGrpSpPr>
        <p:grpSpPr>
          <a:xfrm>
            <a:off x="4094467" y="4275241"/>
            <a:ext cx="925506" cy="777524"/>
            <a:chOff x="4094467" y="4246666"/>
            <a:chExt cx="925506" cy="777524"/>
          </a:xfrm>
        </p:grpSpPr>
        <p:pic>
          <p:nvPicPr>
            <p:cNvPr id="51" name="Picture 88"/>
            <p:cNvPicPr>
              <a:picLocks noChangeAspect="1" noChangeArrowheads="1"/>
            </p:cNvPicPr>
            <p:nvPr/>
          </p:nvPicPr>
          <p:blipFill>
            <a:blip r:embed="rId38">
              <a:duotone>
                <a:prstClr val="black"/>
                <a:schemeClr val="tx2">
                  <a:tint val="45000"/>
                  <a:satMod val="400000"/>
                </a:schemeClr>
              </a:duotone>
              <a:extLst>
                <a:ext uri="{BEBA8EAE-BF5A-486C-A8C5-ECC9F3942E4B}">
                  <a14:imgProps xmlns:a14="http://schemas.microsoft.com/office/drawing/2010/main">
                    <a14:imgLayer r:embed="rId39">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bwMode="auto">
            <a:xfrm>
              <a:off x="4094467" y="4246666"/>
              <a:ext cx="462753" cy="3946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3" name="Picture 88"/>
            <p:cNvPicPr>
              <a:picLocks noChangeAspect="1" noChangeArrowheads="1"/>
            </p:cNvPicPr>
            <p:nvPr/>
          </p:nvPicPr>
          <p:blipFill>
            <a:blip r:embed="rId38">
              <a:duotone>
                <a:prstClr val="black"/>
                <a:schemeClr val="tx2">
                  <a:tint val="45000"/>
                  <a:satMod val="400000"/>
                </a:schemeClr>
              </a:duotone>
              <a:extLst>
                <a:ext uri="{BEBA8EAE-BF5A-486C-A8C5-ECC9F3942E4B}">
                  <a14:imgProps xmlns:a14="http://schemas.microsoft.com/office/drawing/2010/main">
                    <a14:imgLayer r:embed="rId39">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bwMode="auto">
            <a:xfrm>
              <a:off x="4557220" y="4316201"/>
              <a:ext cx="462753" cy="3946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4" name="Picture 88"/>
            <p:cNvPicPr>
              <a:picLocks noChangeAspect="1" noChangeArrowheads="1"/>
            </p:cNvPicPr>
            <p:nvPr/>
          </p:nvPicPr>
          <p:blipFill>
            <a:blip r:embed="rId38">
              <a:duotone>
                <a:prstClr val="black"/>
                <a:schemeClr val="tx2">
                  <a:tint val="45000"/>
                  <a:satMod val="400000"/>
                </a:schemeClr>
              </a:duotone>
              <a:extLst>
                <a:ext uri="{BEBA8EAE-BF5A-486C-A8C5-ECC9F3942E4B}">
                  <a14:imgProps xmlns:a14="http://schemas.microsoft.com/office/drawing/2010/main">
                    <a14:imgLayer r:embed="rId39">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bwMode="auto">
            <a:xfrm>
              <a:off x="4242611" y="4629585"/>
              <a:ext cx="462753" cy="3946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extLst>
      <p:ext uri="{BB962C8B-B14F-4D97-AF65-F5344CB8AC3E}">
        <p14:creationId xmlns:p14="http://schemas.microsoft.com/office/powerpoint/2010/main" val="210331398"/>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p:custDataLst>
              <p:tags r:id="rId2"/>
            </p:custDataLst>
            <p:extLst>
              <p:ext uri="{D42A27DB-BD31-4B8C-83A1-F6EECF244321}">
                <p14:modId xmlns:p14="http://schemas.microsoft.com/office/powerpoint/2010/main" val="334067353"/>
              </p:ext>
            </p:ext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spid="_x0000_s31900" name="think-cell Slide" r:id="rId5" imgW="270" imgH="270" progId="TCLayout.ActiveDocument.1">
                  <p:embed/>
                </p:oleObj>
              </mc:Choice>
              <mc:Fallback>
                <p:oleObj name="think-cell Slide" r:id="rId5" imgW="270" imgH="270" progId="TCLayout.ActiveDocument.1">
                  <p:embed/>
                  <p:pic>
                    <p:nvPicPr>
                      <p:cNvPr id="0" name=""/>
                      <p:cNvPicPr/>
                      <p:nvPr/>
                    </p:nvPicPr>
                    <p:blipFill>
                      <a:blip r:embed="rId6"/>
                      <a:stretch>
                        <a:fillRect/>
                      </a:stretch>
                    </p:blipFill>
                    <p:spPr>
                      <a:xfrm>
                        <a:off x="0" y="0"/>
                        <a:ext cx="158750" cy="158750"/>
                      </a:xfrm>
                      <a:prstGeom prst="rect">
                        <a:avLst/>
                      </a:prstGeom>
                    </p:spPr>
                  </p:pic>
                </p:oleObj>
              </mc:Fallback>
            </mc:AlternateContent>
          </a:graphicData>
        </a:graphic>
      </p:graphicFrame>
    </p:spTree>
    <p:extLst>
      <p:ext uri="{BB962C8B-B14F-4D97-AF65-F5344CB8AC3E}">
        <p14:creationId xmlns:p14="http://schemas.microsoft.com/office/powerpoint/2010/main" val="2059056837"/>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13"/>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dNzfLLfvoUinPXiGPq9pIg"/>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vEBAuqomd0y26WSHSFvUp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MloeXTvM8kiNwAslONFSeg"/>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QacWcdo6o06rs3wuUsMGmg"/>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yb_49dqoIk6cWuZe8VUiAw"/>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yb_49dqoIk6cWuZe8VUiAw"/>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yb_49dqoIk6cWuZe8VUiAw"/>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6Q2by9wHWUS8hmnL2hW4cQ"/>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AgF2sgjS4UuyKBkf2pKY3w"/>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p86m.6zbyOUaPnmseX0TR8w"/>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pZ4.cuRvKBUy.44KjBtK6tw"/>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pXfRUx9MgjEGKLUUj_2FhPQ"/>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pAEZkUBY1IECodHNdC9HrVg"/>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p.8CWE0Nnn0a2QI.2ommRhQ"/>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pvwSh_t5Ly0W7MZOYFPhtVQ"/>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pyf5Dwhlio0.flO6yrYYJ7g"/>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pub9jjKE9gEuy6cd0OVcouQ"/>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pea5cZaZsYEu7kahjEl4AcA"/>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pBZIebz58Ik67u6Wp0FgM8Q"/>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pyOeavHyEKUusv9vyBALbkg"/>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pujpJhWRfZ0.ByoBynT6zxA"/>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pfmYYOnBonUWG5PJUBbgZSA"/>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p0OrS_RRAf0W1gzHf9Txdig"/>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p7VdsSUw900OQvx93pY12uw"/>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pNhkkJI9fakuoEpy4Li_VRQ"/>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pS.RrktgfeU.rAXWto2bOpw"/>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pp3JJzPFUkk.0HnZbBb.LPA"/>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ppNeMJqU3pE2koKjuKOooTA"/>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p1c7YoYduL0e57GjzlP7BCQ"/>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p3irCAFD16E2bgFO.5DUQwg"/>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poUihWfG9LU2h9mRU7HczPQ"/>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p5ZdwR7pLR06.h_FwluaZrw"/>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p6Ii_0WG8e0a1oH76sZjZTQ"/>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piVKAnNyOLkie_ea1wu_lIA"/>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pxyxZVb.FZku3PuAF66zJeQ"/>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p5hrR8p8OhEKZuO8vSqNdDw"/>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pn1zzElNDjkeyjEsJVB2p8g"/>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pyVn0niqzO0CVL.dbmtMk9g"/>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prwX2jGYR7k.L1tu9oAKa4Q"/>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pqUBzNEPw3EqEuY0X4BP6Mw"/>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pVObX5acboEi0sBZxDSSW.g"/>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pvnkgy4dm2E.yx8kun71Heg"/>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pzpX8HAZTNUa1eDJnfY02Lg"/>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piV_15PI.u0mcy0ksW2gI1Q"/>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pkV4mXx5FlUmGaqsSK8VUZA"/>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pzAyTNTu34ESOuWkvej0vtg"/>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pif3gLbDsSE2CXpZywMv4IQ"/>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poOAgR4FaiEKcs3rMZ6Um8g"/>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pCXtoFK.IIEiJZ4GVcgmltA"/>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pUa8ErTtd6U.xTCfbrM9Dkw"/>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p_e99pWVGQUevHCwLOHWv9w"/>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phM0n44d0bUyQg0tFrX_iyg"/>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pOZnb.XwuqkyecwSeAjyO.g"/>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pOZnb.XwuqkyecwSeAjyO.g"/>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pOZnb.XwuqkyecwSeAjyO.g"/>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pIupMnlK2N06_xmm0KsR.8Q"/>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pOZnb.XwuqkyecwSeAjyO.g"/>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pOZnb.XwuqkyecwSeAjyO.g"/>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pOZnb.XwuqkyecwSeAjyO.g"/>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pOZnb.XwuqkyecwSeAjyO.g"/>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pOZnb.XwuqkyecwSeAjyO.g"/>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pOZnb.XwuqkyecwSeAjyO.g"/>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pOZnb.XwuqkyecwSeAjyO.g"/>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pOZnb.XwuqkyecwSeAjyO.g"/>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pOZnb.XwuqkyecwSeAjyO.g"/>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pIupMnlK2N06_xmm0KsR.8Q"/>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pYshJUF94JEuHHWs7J46SMQ"/>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pYshJUF94JEuHHWs7J46SMQ"/>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pEtacC3LD9USk.ltWICwmIA"/>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pWb7NN1v8v0OhpMUEX7DBdw"/>
</p:tagLst>
</file>

<file path=ppt/tags/tag85.xml><?xml version="1.0" encoding="utf-8"?>
<p:tagLst xmlns:a="http://schemas.openxmlformats.org/drawingml/2006/main" xmlns:r="http://schemas.openxmlformats.org/officeDocument/2006/relationships" xmlns:p="http://schemas.openxmlformats.org/presentationml/2006/main">
  <p:tag name="THINKCELLSHAPEDONOTDELETE" val="pGc5W9ITbhkC5pf.mVuP8iw"/>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p4ainzpCWg0uaHvzFChOW8w"/>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pRtO8cBFPz0yhN7v9nbBzqg"/>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puwdK_Rd25UmBS517A6J3wg"/>
</p:tagLst>
</file>

<file path=ppt/tags/tag89.xml><?xml version="1.0" encoding="utf-8"?>
<p:tagLst xmlns:a="http://schemas.openxmlformats.org/drawingml/2006/main" xmlns:r="http://schemas.openxmlformats.org/officeDocument/2006/relationships" xmlns:p="http://schemas.openxmlformats.org/presentationml/2006/main">
  <p:tag name="THINKCELLSHAPEDONOTDELETE" val="pNOWjL4PpxUmrHqZXTyRzZg"/>
</p:tagLst>
</file>

<file path=ppt/tags/tag90.xml><?xml version="1.0" encoding="utf-8"?>
<p:tagLst xmlns:a="http://schemas.openxmlformats.org/drawingml/2006/main" xmlns:r="http://schemas.openxmlformats.org/officeDocument/2006/relationships" xmlns:p="http://schemas.openxmlformats.org/presentationml/2006/main">
  <p:tag name="THINKCELLSHAPEDONOTDELETE" val="pllujQQfP1UOTuSLGR_Xzxg"/>
</p:tagLst>
</file>

<file path=ppt/tags/tag91.xml><?xml version="1.0" encoding="utf-8"?>
<p:tagLst xmlns:a="http://schemas.openxmlformats.org/drawingml/2006/main" xmlns:r="http://schemas.openxmlformats.org/officeDocument/2006/relationships" xmlns:p="http://schemas.openxmlformats.org/presentationml/2006/main">
  <p:tag name="THINKCELLSHAPEDONOTDELETE" val="pDOqfPgE300ew2qXnzT8f8Q"/>
</p:tagLst>
</file>

<file path=ppt/tags/tag92.xml><?xml version="1.0" encoding="utf-8"?>
<p:tagLst xmlns:a="http://schemas.openxmlformats.org/drawingml/2006/main" xmlns:r="http://schemas.openxmlformats.org/officeDocument/2006/relationships" xmlns:p="http://schemas.openxmlformats.org/presentationml/2006/main">
  <p:tag name="THINKCELLSHAPEDONOTDELETE" val="pLx8SHrx0_0KtYAbNkLnK2w"/>
</p:tagLst>
</file>

<file path=ppt/tags/tag93.xml><?xml version="1.0" encoding="utf-8"?>
<p:tagLst xmlns:a="http://schemas.openxmlformats.org/drawingml/2006/main" xmlns:r="http://schemas.openxmlformats.org/officeDocument/2006/relationships" xmlns:p="http://schemas.openxmlformats.org/presentationml/2006/main">
  <p:tag name="THINKCELLSHAPEDONOTDELETE" val="pF8HsoGmK2kSvSMPaC_yDeQ"/>
</p:tagLst>
</file>

<file path=ppt/tags/tag94.xml><?xml version="1.0" encoding="utf-8"?>
<p:tagLst xmlns:a="http://schemas.openxmlformats.org/drawingml/2006/main" xmlns:r="http://schemas.openxmlformats.org/officeDocument/2006/relationships" xmlns:p="http://schemas.openxmlformats.org/presentationml/2006/main">
  <p:tag name="THINKCELLSHAPEDONOTDELETE" val="p_kDDQqb2zEWhuE2h91ZqNw"/>
</p:tagLst>
</file>

<file path=ppt/tags/tag95.xml><?xml version="1.0" encoding="utf-8"?>
<p:tagLst xmlns:a="http://schemas.openxmlformats.org/drawingml/2006/main" xmlns:r="http://schemas.openxmlformats.org/officeDocument/2006/relationships" xmlns:p="http://schemas.openxmlformats.org/presentationml/2006/main">
  <p:tag name="THINKCELLSHAPEDONOTDELETE" val="p8m.19kQiIEC2WLj1Qm2V0g"/>
</p:tagLst>
</file>

<file path=ppt/tags/tag96.xml><?xml version="1.0" encoding="utf-8"?>
<p:tagLst xmlns:a="http://schemas.openxmlformats.org/drawingml/2006/main" xmlns:r="http://schemas.openxmlformats.org/officeDocument/2006/relationships" xmlns:p="http://schemas.openxmlformats.org/presentationml/2006/main">
  <p:tag name="THINKCELLSHAPEDONOTDELETE" val="pIupMnlK2N06_xmm0KsR.8Q"/>
</p:tagLst>
</file>

<file path=ppt/tags/tag97.xml><?xml version="1.0" encoding="utf-8"?>
<p:tagLst xmlns:a="http://schemas.openxmlformats.org/drawingml/2006/main" xmlns:r="http://schemas.openxmlformats.org/officeDocument/2006/relationships" xmlns:p="http://schemas.openxmlformats.org/presentationml/2006/main">
  <p:tag name="THINKCELLSHAPEDONOTDELETE" val="pNuB7CjtaRUCvuhVCDfO0EA"/>
</p:tagLst>
</file>

<file path=ppt/tags/tag98.xml><?xml version="1.0" encoding="utf-8"?>
<p:tagLst xmlns:a="http://schemas.openxmlformats.org/drawingml/2006/main" xmlns:r="http://schemas.openxmlformats.org/officeDocument/2006/relationships" xmlns:p="http://schemas.openxmlformats.org/presentationml/2006/main">
  <p:tag name="THINKCELLSHAPEDONOTDELETE" val="pOZnb.XwuqkyecwSeAjyO.g"/>
</p:tagLst>
</file>

<file path=ppt/tags/tag99.xml><?xml version="1.0" encoding="utf-8"?>
<p:tagLst xmlns:a="http://schemas.openxmlformats.org/drawingml/2006/main" xmlns:r="http://schemas.openxmlformats.org/officeDocument/2006/relationships" xmlns:p="http://schemas.openxmlformats.org/presentationml/2006/main">
  <p:tag name="THINKCELLSHAPEDONOTDELETE" val="pCeNXgYUVMk6hiCh3kNVf3A"/>
</p:tagLst>
</file>

<file path=ppt/tags/tag100.xml><?xml version="1.0" encoding="utf-8"?>
<p:tagLst xmlns:a="http://schemas.openxmlformats.org/drawingml/2006/main" xmlns:r="http://schemas.openxmlformats.org/officeDocument/2006/relationships" xmlns:p="http://schemas.openxmlformats.org/presentationml/2006/main">
  <p:tag name="THINKCELLSHAPEDONOTDELETE" val="pAgDUVrCh8kSIA7YiPPxY9A"/>
</p:tagLst>
</file>

<file path=ppt/tags/tag101.xml><?xml version="1.0" encoding="utf-8"?>
<p:tagLst xmlns:a="http://schemas.openxmlformats.org/drawingml/2006/main" xmlns:r="http://schemas.openxmlformats.org/officeDocument/2006/relationships" xmlns:p="http://schemas.openxmlformats.org/presentationml/2006/main">
  <p:tag name="THINKCELLSHAPEDONOTDELETE" val="pwjVp5njrA0qTh1zRxtkELA"/>
</p:tagLst>
</file>

<file path=ppt/tags/tag102.xml><?xml version="1.0" encoding="utf-8"?>
<p:tagLst xmlns:a="http://schemas.openxmlformats.org/drawingml/2006/main" xmlns:r="http://schemas.openxmlformats.org/officeDocument/2006/relationships" xmlns:p="http://schemas.openxmlformats.org/presentationml/2006/main">
  <p:tag name="THINKCELLSHAPEDONOTDELETE" val="pYshJUF94JEuHHWs7J46SMQ"/>
</p:tagLst>
</file>

<file path=ppt/tags/tag103.xml><?xml version="1.0" encoding="utf-8"?>
<p:tagLst xmlns:a="http://schemas.openxmlformats.org/drawingml/2006/main" xmlns:r="http://schemas.openxmlformats.org/officeDocument/2006/relationships" xmlns:p="http://schemas.openxmlformats.org/presentationml/2006/main">
  <p:tag name="THINKCELLSHAPEDONOTDELETE" val="pEA2XaHdxtE2xIEMQer8w4A"/>
</p:tagLst>
</file>

<file path=ppt/tags/tag104.xml><?xml version="1.0" encoding="utf-8"?>
<p:tagLst xmlns:a="http://schemas.openxmlformats.org/drawingml/2006/main" xmlns:r="http://schemas.openxmlformats.org/officeDocument/2006/relationships" xmlns:p="http://schemas.openxmlformats.org/presentationml/2006/main">
  <p:tag name="THINKCELLSHAPEDONOTDELETE" val="plPpSvaQXuEeNdDBgmgwSLA"/>
</p:tagLst>
</file>

<file path=ppt/tags/tag105.xml><?xml version="1.0" encoding="utf-8"?>
<p:tagLst xmlns:a="http://schemas.openxmlformats.org/drawingml/2006/main" xmlns:r="http://schemas.openxmlformats.org/officeDocument/2006/relationships" xmlns:p="http://schemas.openxmlformats.org/presentationml/2006/main">
  <p:tag name="THINKCELLSHAPEDONOTDELETE" val="p4rNvJhtF.0W_sHNKd1ZS2w"/>
</p:tagLst>
</file>

<file path=ppt/tags/tag106.xml><?xml version="1.0" encoding="utf-8"?>
<p:tagLst xmlns:a="http://schemas.openxmlformats.org/drawingml/2006/main" xmlns:r="http://schemas.openxmlformats.org/officeDocument/2006/relationships" xmlns:p="http://schemas.openxmlformats.org/presentationml/2006/main">
  <p:tag name="THINKCELLSHAPEDONOTDELETE" val="pREk2ZeCLUkKaxcOMsHFqTA"/>
</p:tagLst>
</file>

<file path=ppt/tags/tag107.xml><?xml version="1.0" encoding="utf-8"?>
<p:tagLst xmlns:a="http://schemas.openxmlformats.org/drawingml/2006/main" xmlns:r="http://schemas.openxmlformats.org/officeDocument/2006/relationships" xmlns:p="http://schemas.openxmlformats.org/presentationml/2006/main">
  <p:tag name="THINKCELLSHAPEDONOTDELETE" val="piOX.tnc6KEuYWtNTKdh0Ag"/>
</p:tagLst>
</file>

<file path=ppt/tags/tag108.xml><?xml version="1.0" encoding="utf-8"?>
<p:tagLst xmlns:a="http://schemas.openxmlformats.org/drawingml/2006/main" xmlns:r="http://schemas.openxmlformats.org/officeDocument/2006/relationships" xmlns:p="http://schemas.openxmlformats.org/presentationml/2006/main">
  <p:tag name="THINKCELLSHAPEDONOTDELETE" val="p0Z1jVoknLEiasPpOvW0Jfg"/>
</p:tagLst>
</file>

<file path=ppt/tags/tag109.xml><?xml version="1.0" encoding="utf-8"?>
<p:tagLst xmlns:a="http://schemas.openxmlformats.org/drawingml/2006/main" xmlns:r="http://schemas.openxmlformats.org/officeDocument/2006/relationships" xmlns:p="http://schemas.openxmlformats.org/presentationml/2006/main">
  <p:tag name="THINKCELLSHAPEDONOTDELETE" val="pmg13KLxCYkKIlqC1BGzoKA"/>
</p:tagLst>
</file>

<file path=ppt/tags/tag110.xml><?xml version="1.0" encoding="utf-8"?>
<p:tagLst xmlns:a="http://schemas.openxmlformats.org/drawingml/2006/main" xmlns:r="http://schemas.openxmlformats.org/officeDocument/2006/relationships" xmlns:p="http://schemas.openxmlformats.org/presentationml/2006/main">
  <p:tag name="THINKCELLSHAPEDONOTDELETE" val="pIEoKKZZA60ehS32PAdv53A"/>
</p:tagLst>
</file>

<file path=ppt/tags/tag111.xml><?xml version="1.0" encoding="utf-8"?>
<p:tagLst xmlns:a="http://schemas.openxmlformats.org/drawingml/2006/main" xmlns:r="http://schemas.openxmlformats.org/officeDocument/2006/relationships" xmlns:p="http://schemas.openxmlformats.org/presentationml/2006/main">
  <p:tag name="THINKCELLSHAPEDONOTDELETE" val="pV.Smxyz.vE6wQqdhKuD_kg"/>
</p:tagLst>
</file>

<file path=ppt/tags/tag112.xml><?xml version="1.0" encoding="utf-8"?>
<p:tagLst xmlns:a="http://schemas.openxmlformats.org/drawingml/2006/main" xmlns:r="http://schemas.openxmlformats.org/officeDocument/2006/relationships" xmlns:p="http://schemas.openxmlformats.org/presentationml/2006/main">
  <p:tag name="THINKCELLSHAPEDONOTDELETE" val="pO2UVRMoIV02jSJOaYIBezA"/>
</p:tagLst>
</file>

<file path=ppt/tags/tag113.xml><?xml version="1.0" encoding="utf-8"?>
<p:tagLst xmlns:a="http://schemas.openxmlformats.org/drawingml/2006/main" xmlns:r="http://schemas.openxmlformats.org/officeDocument/2006/relationships" xmlns:p="http://schemas.openxmlformats.org/presentationml/2006/main">
  <p:tag name="THINKCELLSHAPEDONOTDELETE" val="p22FpLbzkwEaq0bwhtYhqjg"/>
</p:tagLst>
</file>

<file path=ppt/tags/tag1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_rels/theme1.xml.rels><?xml version="1.0" encoding="UTF-8" standalone="yes"?>
<Relationships xmlns="http://schemas.openxmlformats.org/package/2006/relationships"><Relationship Id="rId1" Type="http://schemas.openxmlformats.org/officeDocument/2006/relationships/image" Target="../media/image1.png"/></Relationships>
</file>

<file path=ppt/theme/theme1.xml><?xml version="1.0" encoding="utf-8"?>
<a:theme xmlns:a="http://schemas.openxmlformats.org/drawingml/2006/main" name="MS1444_Windows Azure Template 16x9_r08b">
  <a:themeElements>
    <a:clrScheme name="Custom 14">
      <a:dk1>
        <a:srgbClr val="292929"/>
      </a:dk1>
      <a:lt1>
        <a:srgbClr val="FFFFFF"/>
      </a:lt1>
      <a:dk2>
        <a:srgbClr val="5F5F5F"/>
      </a:dk2>
      <a:lt2>
        <a:srgbClr val="DDDDDD"/>
      </a:lt2>
      <a:accent1>
        <a:srgbClr val="FF8A00"/>
      </a:accent1>
      <a:accent2>
        <a:srgbClr val="00AEEF"/>
      </a:accent2>
      <a:accent3>
        <a:srgbClr val="910091"/>
      </a:accent3>
      <a:accent4>
        <a:srgbClr val="8CC600"/>
      </a:accent4>
      <a:accent5>
        <a:srgbClr val="FF0000"/>
      </a:accent5>
      <a:accent6>
        <a:srgbClr val="0071BC"/>
      </a:accent6>
      <a:hlink>
        <a:srgbClr val="0071BC"/>
      </a:hlink>
      <a:folHlink>
        <a:srgbClr val="00AEEF"/>
      </a:folHlink>
    </a:clrScheme>
    <a:fontScheme name="Segoe UI">
      <a:majorFont>
        <a:latin typeface="Segoe UI"/>
        <a:ea typeface=""/>
        <a:cs typeface=""/>
      </a:majorFont>
      <a:minorFont>
        <a:latin typeface="Segoe UI"/>
        <a:ea typeface=""/>
        <a:cs typeface=""/>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2"/>
        </a:solidFill>
        <a:ln>
          <a:noFill/>
          <a:headEnd type="none" w="med" len="med"/>
          <a:tailEnd type="none" w="med" len="med"/>
        </a:ln>
        <a:effectLst/>
      </a:spPr>
      <a:bodyPr vert="horz" wrap="square" lIns="91436" tIns="45718" rIns="91436" bIns="45718" numCol="1" rtlCol="0" anchor="ctr" anchorCtr="0" compatLnSpc="1">
        <a:prstTxWarp prst="textNoShape">
          <a:avLst/>
        </a:prstTxWarp>
      </a:bodyPr>
      <a:lstStyle>
        <a:defPPr algn="ctr" defTabSz="914099" fontAlgn="base">
          <a:spcBef>
            <a:spcPct val="0"/>
          </a:spcBef>
          <a:spcAft>
            <a:spcPct val="0"/>
          </a:spcAft>
          <a:defRPr sz="2200" dirty="0" smtClean="0">
            <a:gradFill>
              <a:gsLst>
                <a:gs pos="0">
                  <a:srgbClr val="FFFFFF"/>
                </a:gs>
                <a:gs pos="100000">
                  <a:srgbClr val="FFFFFF"/>
                </a:gs>
              </a:gsLst>
              <a:lin ang="5400000" scaled="0"/>
            </a:gradFill>
          </a:defRPr>
        </a:defPPr>
      </a:lstStyle>
      <a:style>
        <a:lnRef idx="1">
          <a:schemeClr val="accent2"/>
        </a:lnRef>
        <a:fillRef idx="3">
          <a:schemeClr val="accent2"/>
        </a:fillRef>
        <a:effectRef idx="2">
          <a:schemeClr val="accent2"/>
        </a:effectRef>
        <a:fontRef idx="minor">
          <a:schemeClr val="lt1"/>
        </a:fontRef>
      </a:style>
    </a:spDef>
    <a:txDef>
      <a:spPr>
        <a:noFill/>
      </a:spPr>
      <a:bodyPr wrap="square" lIns="0" tIns="0" rIns="0" bIns="0" rtlCol="0">
        <a:spAutoFit/>
      </a:bodyPr>
      <a:lstStyle>
        <a:defPPr marL="460375" indent="-460375">
          <a:lnSpc>
            <a:spcPct val="90000"/>
          </a:lnSpc>
          <a:spcBef>
            <a:spcPct val="20000"/>
          </a:spcBef>
          <a:buSzPct val="80000"/>
          <a:buBlip>
            <a:blip xmlns:r="http://schemas.openxmlformats.org/officeDocument/2006/relationships" r:embed="rId1"/>
          </a:buBlip>
          <a:defRPr sz="3200" dirty="0">
            <a:gradFill>
              <a:gsLst>
                <a:gs pos="0">
                  <a:srgbClr val="292929">
                    <a:lumMod val="90000"/>
                    <a:lumOff val="10000"/>
                  </a:srgbClr>
                </a:gs>
                <a:gs pos="86000">
                  <a:srgbClr val="292929">
                    <a:lumMod val="90000"/>
                    <a:lumOff val="10000"/>
                  </a:srgbClr>
                </a:gs>
              </a:gsLst>
              <a:lin ang="5400000" scaled="0"/>
            </a:gradFill>
          </a:defRPr>
        </a:defPPr>
      </a:lstStyle>
    </a:txDef>
  </a:objectDefaults>
  <a:extraClrSchemeLst/>
</a:theme>
</file>

<file path=ppt/theme/theme2.xml><?xml version="1.0" encoding="utf-8"?>
<a:theme xmlns:a="http://schemas.openxmlformats.org/drawingml/2006/main" name="White with Consolas font for code slides">
  <a:themeElements>
    <a:clrScheme name="Custom 12">
      <a:dk1>
        <a:srgbClr val="292929"/>
      </a:dk1>
      <a:lt1>
        <a:srgbClr val="FFFFFF"/>
      </a:lt1>
      <a:dk2>
        <a:srgbClr val="5F5F5F"/>
      </a:dk2>
      <a:lt2>
        <a:srgbClr val="DDDDDD"/>
      </a:lt2>
      <a:accent1>
        <a:srgbClr val="FFBE00"/>
      </a:accent1>
      <a:accent2>
        <a:srgbClr val="00AEEF"/>
      </a:accent2>
      <a:accent3>
        <a:srgbClr val="910091"/>
      </a:accent3>
      <a:accent4>
        <a:srgbClr val="00A600"/>
      </a:accent4>
      <a:accent5>
        <a:srgbClr val="FF0000"/>
      </a:accent5>
      <a:accent6>
        <a:srgbClr val="0071BC"/>
      </a:accent6>
      <a:hlink>
        <a:srgbClr val="0000A6"/>
      </a:hlink>
      <a:folHlink>
        <a:srgbClr val="0071BC"/>
      </a:folHlink>
    </a:clrScheme>
    <a:fontScheme name="Segoe UI">
      <a:majorFont>
        <a:latin typeface="Segoe UI"/>
        <a:ea typeface=""/>
        <a:cs typeface=""/>
      </a:majorFont>
      <a:minorFont>
        <a:latin typeface="Segoe UI"/>
        <a:ea typeface=""/>
        <a:cs typeface=""/>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headEnd type="none" w="med" len="med"/>
          <a:tailEnd type="none" w="med" len="med"/>
        </a:ln>
      </a:spPr>
      <a:bodyPr vert="horz" wrap="square" lIns="91436" tIns="45718" rIns="91436" bIns="45718" numCol="1" rtlCol="0" anchor="ctr" anchorCtr="0" compatLnSpc="1">
        <a:prstTxWarp prst="textNoShape">
          <a:avLst/>
        </a:prstTxWarp>
      </a:bodyPr>
      <a:lstStyle>
        <a:defPPr algn="ctr" defTabSz="914099" fontAlgn="base">
          <a:spcBef>
            <a:spcPct val="0"/>
          </a:spcBef>
          <a:spcAft>
            <a:spcPct val="0"/>
          </a:spcAft>
          <a:defRPr sz="2200" dirty="0" smtClean="0">
            <a:gradFill>
              <a:gsLst>
                <a:gs pos="0">
                  <a:srgbClr val="FFFFFF"/>
                </a:gs>
                <a:gs pos="100000">
                  <a:srgbClr val="FFFFFF"/>
                </a:gs>
              </a:gsLst>
              <a:lin ang="5400000" scaled="0"/>
            </a:gradFill>
          </a:defRPr>
        </a:defPPr>
      </a:lstStyle>
      <a:style>
        <a:lnRef idx="1">
          <a:schemeClr val="accent2"/>
        </a:lnRef>
        <a:fillRef idx="3">
          <a:schemeClr val="accent2"/>
        </a:fillRef>
        <a:effectRef idx="2">
          <a:schemeClr val="accent2"/>
        </a:effectRef>
        <a:fontRef idx="minor">
          <a:schemeClr val="lt1"/>
        </a:fontRef>
      </a:style>
    </a:spDef>
    <a:txDef>
      <a:spPr>
        <a:noFill/>
      </a:spPr>
      <a:bodyPr wrap="square" lIns="0" tIns="0" rIns="0" bIns="0" rtlCol="0">
        <a:spAutoFit/>
      </a:bodyPr>
      <a:lstStyle>
        <a:defPPr>
          <a:defRPr dirty="0" err="1" smtClean="0">
            <a:gradFill>
              <a:gsLst>
                <a:gs pos="417">
                  <a:srgbClr val="000000"/>
                </a:gs>
                <a:gs pos="100000">
                  <a:srgbClr val="000000"/>
                </a:gs>
              </a:gsLst>
              <a:lin ang="5400000" scaled="0"/>
            </a:gradFill>
          </a:defRPr>
        </a:defPPr>
      </a:lst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332FD36C984EB40AEFA6E6E2AAB12FA" ma:contentTypeVersion="2" ma:contentTypeDescription="Create a new document." ma:contentTypeScope="" ma:versionID="53c7ca790700973f6584643a81ca9737">
  <xsd:schema xmlns:xsd="http://www.w3.org/2001/XMLSchema" xmlns:xs="http://www.w3.org/2001/XMLSchema" xmlns:p="http://schemas.microsoft.com/office/2006/metadata/properties" xmlns:ns2="bcc8f94d-a447-46f5-9a44-4a7959dd4b32" targetNamespace="http://schemas.microsoft.com/office/2006/metadata/properties" ma:root="true" ma:fieldsID="51aecf9c393a5b3aca266e169d712265" ns2:_="">
    <xsd:import namespace="bcc8f94d-a447-46f5-9a44-4a7959dd4b32"/>
    <xsd:element name="properties">
      <xsd:complexType>
        <xsd:sequence>
          <xsd:element name="documentManagement">
            <xsd:complexType>
              <xsd:all>
                <xsd:element ref="ns2:SharedWithUsers" minOccurs="0"/>
                <xsd:element ref="ns2: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cc8f94d-a447-46f5-9a44-4a7959dd4b32"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AD9A4EE-DD11-4493-897E-1B2667C725A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cc8f94d-a447-46f5-9a44-4a7959dd4b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138B06B-60DA-4D29-A8DD-A11557C3584E}">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2BE82BBE-8246-4FFE-AFC9-EE6D4AB1F86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MS1444_Windows Azure Template 16x9_r08b</Template>
  <TotalTime>1614</TotalTime>
  <Words>1901</Words>
  <Application>Microsoft Office PowerPoint</Application>
  <PresentationFormat>自定义</PresentationFormat>
  <Paragraphs>494</Paragraphs>
  <Slides>30</Slides>
  <Notes>18</Notes>
  <HiddenSlides>0</HiddenSlides>
  <MMClips>0</MMClips>
  <ScaleCrop>false</ScaleCrop>
  <HeadingPairs>
    <vt:vector size="8" baseType="variant">
      <vt:variant>
        <vt:lpstr>已用的字体</vt:lpstr>
      </vt:variant>
      <vt:variant>
        <vt:i4>5</vt:i4>
      </vt:variant>
      <vt:variant>
        <vt:lpstr>主题</vt:lpstr>
      </vt:variant>
      <vt:variant>
        <vt:i4>2</vt:i4>
      </vt:variant>
      <vt:variant>
        <vt:lpstr>嵌入 OLE 服务器</vt:lpstr>
      </vt:variant>
      <vt:variant>
        <vt:i4>1</vt:i4>
      </vt:variant>
      <vt:variant>
        <vt:lpstr>幻灯片标题</vt:lpstr>
      </vt:variant>
      <vt:variant>
        <vt:i4>30</vt:i4>
      </vt:variant>
    </vt:vector>
  </HeadingPairs>
  <TitlesOfParts>
    <vt:vector size="38" baseType="lpstr">
      <vt:lpstr>Kozuka Gothic Pro R</vt:lpstr>
      <vt:lpstr>Arial</vt:lpstr>
      <vt:lpstr>Consolas</vt:lpstr>
      <vt:lpstr>Segoe UI</vt:lpstr>
      <vt:lpstr>Segoe UI Light</vt:lpstr>
      <vt:lpstr>MS1444_Windows Azure Template 16x9_r08b</vt:lpstr>
      <vt:lpstr>White with Consolas font for code slides</vt:lpstr>
      <vt:lpstr>think-cell Slide</vt:lpstr>
      <vt:lpstr>Windows Azure Cloud Service</vt:lpstr>
      <vt:lpstr>Agenda</vt:lpstr>
      <vt:lpstr>PowerPoint 演示文稿</vt:lpstr>
      <vt:lpstr>云计算的三个类型</vt:lpstr>
      <vt:lpstr>Cloud Service vs 虚拟机</vt:lpstr>
      <vt:lpstr>虚拟机</vt:lpstr>
      <vt:lpstr>PaaS平台</vt:lpstr>
      <vt:lpstr>什么应用比较适合Cloud Service</vt:lpstr>
      <vt:lpstr>PowerPoint 演示文稿</vt:lpstr>
      <vt:lpstr>What is a Cloud Service?</vt:lpstr>
      <vt:lpstr>Windows Azure SDKs and Tools</vt:lpstr>
      <vt:lpstr>Cloud Service Size – A Series</vt:lpstr>
      <vt:lpstr>Cloud Service Size – D Series</vt:lpstr>
      <vt:lpstr>Cloud Service Size – DV2 Series</vt:lpstr>
      <vt:lpstr>PowerPoint 演示文稿</vt:lpstr>
      <vt:lpstr>Service Configuration</vt:lpstr>
      <vt:lpstr>Service Definition</vt:lpstr>
      <vt:lpstr>Understanding Packaging and Config</vt:lpstr>
      <vt:lpstr>PowerPoint 演示文稿</vt:lpstr>
      <vt:lpstr>Cloud Service部署和运行过程</vt:lpstr>
      <vt:lpstr>Role Lifecycle</vt:lpstr>
      <vt:lpstr>VIP Swap</vt:lpstr>
      <vt:lpstr>Windows Azure Diagnostics</vt:lpstr>
      <vt:lpstr>Diagnostic Data Locations</vt:lpstr>
      <vt:lpstr>Summary</vt:lpstr>
      <vt:lpstr>PowerPoint 演示文稿</vt:lpstr>
      <vt:lpstr>Scenario</vt:lpstr>
      <vt:lpstr>Architect Design</vt:lpstr>
      <vt:lpstr>Windows Azure Service Architecture</vt:lpstr>
      <vt:lpstr>PowerPoint 演示文稿</vt:lpstr>
    </vt:vector>
  </TitlesOfParts>
  <Manager>&lt;Content Manager Name Here&gt;</Manager>
  <Company>Grizli777</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&lt;Event Name Here&gt;</dc:subject>
  <dc:creator>CB-012</dc:creator>
  <dc:description>Template: Greg Flowers, Artitudes Design
Formatting:
Event Date:
Event Location:
Audience Type:</dc:description>
  <cp:lastModifiedBy>Lei Zhang (AZURE ARCHITECT)</cp:lastModifiedBy>
  <cp:revision>189</cp:revision>
  <dcterms:created xsi:type="dcterms:W3CDTF">2011-12-07T03:47:39Z</dcterms:created>
  <dcterms:modified xsi:type="dcterms:W3CDTF">2016-09-21T08:10:06Z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0x010100D332FD36C984EB40AEFA6E6E2AAB12FA</vt:lpwstr>
  </property>
</Properties>
</file>